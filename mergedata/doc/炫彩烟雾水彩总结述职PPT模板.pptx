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theme/themeOverride6.xml" ContentType="application/vnd.openxmlformats-officedocument.themeOverr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theme/themeOverride8.xml" ContentType="application/vnd.openxmlformats-officedocument.themeOverride+xml"/>
  <Override PartName="/ppt/notesSlides/notesSlide8.xml" ContentType="application/vnd.openxmlformats-officedocument.presentationml.notesSlide+xml"/>
  <Override PartName="/ppt/theme/themeOverride9.xml" ContentType="application/vnd.openxmlformats-officedocument.themeOverride+xml"/>
  <Override PartName="/ppt/notesSlides/notesSlide9.xml" ContentType="application/vnd.openxmlformats-officedocument.presentationml.notesSlide+xml"/>
  <Override PartName="/ppt/theme/themeOverride10.xml" ContentType="application/vnd.openxmlformats-officedocument.themeOverride+xml"/>
  <Override PartName="/ppt/notesSlides/notesSlide10.xml" ContentType="application/vnd.openxmlformats-officedocument.presentationml.notesSlide+xml"/>
  <Override PartName="/ppt/theme/themeOverride11.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1.xml" ContentType="application/vnd.openxmlformats-officedocument.presentationml.notesSlide+xml"/>
  <Override PartName="/ppt/theme/themeOverride12.xml" ContentType="application/vnd.openxmlformats-officedocument.themeOverride+xml"/>
  <Override PartName="/ppt/notesSlides/notesSlide12.xml" ContentType="application/vnd.openxmlformats-officedocument.presentationml.notesSlide+xml"/>
  <Override PartName="/ppt/theme/themeOverride13.xml" ContentType="application/vnd.openxmlformats-officedocument.themeOverride+xml"/>
  <Override PartName="/ppt/notesSlides/notesSlide13.xml" ContentType="application/vnd.openxmlformats-officedocument.presentationml.notesSlide+xml"/>
  <Override PartName="/ppt/theme/themeOverride14.xml" ContentType="application/vnd.openxmlformats-officedocument.themeOverr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4.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5.xml" ContentType="application/vnd.openxmlformats-officedocument.presentationml.notesSlide+xml"/>
  <Override PartName="/ppt/theme/themeOverride15.xml" ContentType="application/vnd.openxmlformats-officedocument.themeOverride+xml"/>
  <Override PartName="/ppt/notesSlides/notesSlide16.xml" ContentType="application/vnd.openxmlformats-officedocument.presentationml.notesSlide+xml"/>
  <Override PartName="/ppt/theme/themeOverride16.xml" ContentType="application/vnd.openxmlformats-officedocument.themeOverride+xml"/>
  <Override PartName="/ppt/notesSlides/notesSlide17.xml" ContentType="application/vnd.openxmlformats-officedocument.presentationml.notesSlide+xml"/>
  <Override PartName="/ppt/theme/themeOverride17.xml" ContentType="application/vnd.openxmlformats-officedocument.themeOverride+xml"/>
  <Override PartName="/ppt/notesSlides/notesSlide18.xml" ContentType="application/vnd.openxmlformats-officedocument.presentationml.notesSlide+xml"/>
  <Override PartName="/ppt/theme/themeOverride18.xml" ContentType="application/vnd.openxmlformats-officedocument.themeOverride+xml"/>
  <Override PartName="/ppt/notesSlides/notesSlide19.xml" ContentType="application/vnd.openxmlformats-officedocument.presentationml.notesSlide+xml"/>
  <Override PartName="/ppt/theme/themeOverride19.xml" ContentType="application/vnd.openxmlformats-officedocument.themeOverr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20.xml" ContentType="application/vnd.openxmlformats-officedocument.presentationml.notesSlide+xml"/>
  <Override PartName="/ppt/theme/themeOverride20.xml" ContentType="application/vnd.openxmlformats-officedocument.themeOverride+xml"/>
  <Override PartName="/ppt/notesSlides/notesSlide21.xml" ContentType="application/vnd.openxmlformats-officedocument.presentationml.notesSlide+xml"/>
  <Override PartName="/ppt/theme/themeOverride21.xml" ContentType="application/vnd.openxmlformats-officedocument.themeOverride+xml"/>
  <Override PartName="/ppt/notesSlides/notesSlide22.xml" ContentType="application/vnd.openxmlformats-officedocument.presentationml.notesSlide+xml"/>
  <Override PartName="/ppt/theme/themeOverride22.xml" ContentType="application/vnd.openxmlformats-officedocument.themeOverride+xml"/>
  <Override PartName="/ppt/notesSlides/notesSlide23.xml" ContentType="application/vnd.openxmlformats-officedocument.presentationml.notesSlide+xml"/>
  <Override PartName="/ppt/theme/themeOverride23.xml" ContentType="application/vnd.openxmlformats-officedocument.themeOverride+xml"/>
  <Override PartName="/ppt/notesSlides/notesSlide24.xml" ContentType="application/vnd.openxmlformats-officedocument.presentationml.notesSlide+xml"/>
  <Override PartName="/ppt/theme/themeOverride24.xml" ContentType="application/vnd.openxmlformats-officedocument.themeOverride+xml"/>
  <Override PartName="/ppt/notesSlides/notesSlide25.xml" ContentType="application/vnd.openxmlformats-officedocument.presentationml.notesSlide+xml"/>
  <Override PartName="/ppt/theme/themeOverride25.xml" ContentType="application/vnd.openxmlformats-officedocument.themeOverride+xml"/>
  <Override PartName="/ppt/notesSlides/notesSlide26.xml" ContentType="application/vnd.openxmlformats-officedocument.presentationml.notesSlide+xml"/>
  <Override PartName="/ppt/theme/themeOverride26.xml" ContentType="application/vnd.openxmlformats-officedocument.themeOverride+xml"/>
  <Override PartName="/ppt/notesSlides/notesSlide27.xml" ContentType="application/vnd.openxmlformats-officedocument.presentationml.notesSlide+xml"/>
  <Override PartName="/ppt/theme/themeOverride27.xml" ContentType="application/vnd.openxmlformats-officedocument.themeOverr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11" saveSubsetFonts="1">
  <p:sldMasterIdLst>
    <p:sldMasterId id="2147483648" r:id="rId1"/>
    <p:sldMasterId id="2147483660" r:id="rId2"/>
  </p:sldMasterIdLst>
  <p:notesMasterIdLst>
    <p:notesMasterId r:id="rId31"/>
  </p:notesMasterIdLst>
  <p:handoutMasterIdLst>
    <p:handoutMasterId r:id="rId32"/>
  </p:handoutMasterIdLst>
  <p:sldIdLst>
    <p:sldId id="256" r:id="rId3"/>
    <p:sldId id="257" r:id="rId4"/>
    <p:sldId id="284" r:id="rId5"/>
    <p:sldId id="301" r:id="rId6"/>
    <p:sldId id="312" r:id="rId7"/>
    <p:sldId id="263" r:id="rId8"/>
    <p:sldId id="295" r:id="rId9"/>
    <p:sldId id="313" r:id="rId10"/>
    <p:sldId id="304" r:id="rId11"/>
    <p:sldId id="314" r:id="rId12"/>
    <p:sldId id="272" r:id="rId13"/>
    <p:sldId id="302" r:id="rId14"/>
    <p:sldId id="315" r:id="rId15"/>
    <p:sldId id="273" r:id="rId16"/>
    <p:sldId id="317" r:id="rId17"/>
    <p:sldId id="291" r:id="rId18"/>
    <p:sldId id="288" r:id="rId19"/>
    <p:sldId id="292" r:id="rId20"/>
    <p:sldId id="266" r:id="rId21"/>
    <p:sldId id="305" r:id="rId22"/>
    <p:sldId id="316" r:id="rId23"/>
    <p:sldId id="270" r:id="rId24"/>
    <p:sldId id="298" r:id="rId25"/>
    <p:sldId id="281" r:id="rId26"/>
    <p:sldId id="260" r:id="rId27"/>
    <p:sldId id="271" r:id="rId28"/>
    <p:sldId id="262" r:id="rId29"/>
    <p:sldId id="300" r:id="rId30"/>
  </p:sldIdLst>
  <p:sldSz cx="9145588" cy="5145088"/>
  <p:notesSz cx="6858000" cy="9144000"/>
  <p:custDataLst>
    <p:tags r:id="rId33"/>
  </p:custDataLst>
  <p:defaultTex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50" algn="l" rtl="0" fontAlgn="base">
      <a:spcBef>
        <a:spcPct val="0"/>
      </a:spcBef>
      <a:spcAft>
        <a:spcPct val="0"/>
      </a:spcAft>
      <a:defRPr kern="1200">
        <a:solidFill>
          <a:schemeClr val="tx1"/>
        </a:solidFill>
        <a:latin typeface="Calibri" pitchFamily="34" charset="0"/>
        <a:ea typeface="宋体" charset="-122"/>
        <a:cs typeface="+mn-cs"/>
      </a:defRPr>
    </a:lvl2pPr>
    <a:lvl3pPr marL="914499" algn="l" rtl="0" fontAlgn="base">
      <a:spcBef>
        <a:spcPct val="0"/>
      </a:spcBef>
      <a:spcAft>
        <a:spcPct val="0"/>
      </a:spcAft>
      <a:defRPr kern="1200">
        <a:solidFill>
          <a:schemeClr val="tx1"/>
        </a:solidFill>
        <a:latin typeface="Calibri" pitchFamily="34" charset="0"/>
        <a:ea typeface="宋体" charset="-122"/>
        <a:cs typeface="+mn-cs"/>
      </a:defRPr>
    </a:lvl3pPr>
    <a:lvl4pPr marL="1371748" algn="l" rtl="0" fontAlgn="base">
      <a:spcBef>
        <a:spcPct val="0"/>
      </a:spcBef>
      <a:spcAft>
        <a:spcPct val="0"/>
      </a:spcAft>
      <a:defRPr kern="1200">
        <a:solidFill>
          <a:schemeClr val="tx1"/>
        </a:solidFill>
        <a:latin typeface="Calibri" pitchFamily="34" charset="0"/>
        <a:ea typeface="宋体" charset="-122"/>
        <a:cs typeface="+mn-cs"/>
      </a:defRPr>
    </a:lvl4pPr>
    <a:lvl5pPr marL="1828998" algn="l" rtl="0" fontAlgn="base">
      <a:spcBef>
        <a:spcPct val="0"/>
      </a:spcBef>
      <a:spcAft>
        <a:spcPct val="0"/>
      </a:spcAft>
      <a:defRPr kern="1200">
        <a:solidFill>
          <a:schemeClr val="tx1"/>
        </a:solidFill>
        <a:latin typeface="Calibri" pitchFamily="34" charset="0"/>
        <a:ea typeface="宋体" charset="-122"/>
        <a:cs typeface="+mn-cs"/>
      </a:defRPr>
    </a:lvl5pPr>
    <a:lvl6pPr marL="2286248" algn="l" defTabSz="914499" rtl="0" eaLnBrk="1" latinLnBrk="0" hangingPunct="1">
      <a:defRPr kern="1200">
        <a:solidFill>
          <a:schemeClr val="tx1"/>
        </a:solidFill>
        <a:latin typeface="Calibri" pitchFamily="34" charset="0"/>
        <a:ea typeface="宋体" charset="-122"/>
        <a:cs typeface="+mn-cs"/>
      </a:defRPr>
    </a:lvl6pPr>
    <a:lvl7pPr marL="2743498" algn="l" defTabSz="914499" rtl="0" eaLnBrk="1" latinLnBrk="0" hangingPunct="1">
      <a:defRPr kern="1200">
        <a:solidFill>
          <a:schemeClr val="tx1"/>
        </a:solidFill>
        <a:latin typeface="Calibri" pitchFamily="34" charset="0"/>
        <a:ea typeface="宋体" charset="-122"/>
        <a:cs typeface="+mn-cs"/>
      </a:defRPr>
    </a:lvl7pPr>
    <a:lvl8pPr marL="3200746" algn="l" defTabSz="914499" rtl="0" eaLnBrk="1" latinLnBrk="0" hangingPunct="1">
      <a:defRPr kern="1200">
        <a:solidFill>
          <a:schemeClr val="tx1"/>
        </a:solidFill>
        <a:latin typeface="Calibri" pitchFamily="34" charset="0"/>
        <a:ea typeface="宋体" charset="-122"/>
        <a:cs typeface="+mn-cs"/>
      </a:defRPr>
    </a:lvl8pPr>
    <a:lvl9pPr marL="3657996" algn="l" defTabSz="914499" rtl="0" eaLnBrk="1" latinLnBrk="0" hangingPunct="1">
      <a:defRPr kern="1200">
        <a:solidFill>
          <a:schemeClr val="tx1"/>
        </a:solidFill>
        <a:latin typeface="Calibri" pitchFamily="34" charset="0"/>
        <a:ea typeface="宋体" charset="-122"/>
        <a:cs typeface="+mn-cs"/>
      </a:defRPr>
    </a:lvl9pPr>
  </p:defaultTextStyle>
  <p:extLst>
    <p:ext uri="{521415D9-36F7-43E2-AB2F-B90AF26B5E84}">
      <p14:sectionLst xmlns:p14="http://schemas.microsoft.com/office/powerpoint/2010/main">
        <p14:section name="无标题节" id="{56BAEB1B-606B-4102-AD4E-3FB8444EF677}">
          <p14:sldIdLst>
            <p14:sldId id="256"/>
            <p14:sldId id="257"/>
            <p14:sldId id="284"/>
            <p14:sldId id="301"/>
            <p14:sldId id="312"/>
            <p14:sldId id="263"/>
            <p14:sldId id="295"/>
            <p14:sldId id="313"/>
            <p14:sldId id="304"/>
            <p14:sldId id="314"/>
            <p14:sldId id="272"/>
            <p14:sldId id="302"/>
            <p14:sldId id="315"/>
            <p14:sldId id="273"/>
            <p14:sldId id="317"/>
            <p14:sldId id="291"/>
            <p14:sldId id="288"/>
            <p14:sldId id="292"/>
            <p14:sldId id="266"/>
            <p14:sldId id="305"/>
            <p14:sldId id="316"/>
            <p14:sldId id="270"/>
            <p14:sldId id="298"/>
            <p14:sldId id="281"/>
            <p14:sldId id="260"/>
            <p14:sldId id="271"/>
            <p14:sldId id="262"/>
            <p14:sldId id="30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42" userDrawn="1">
          <p15:clr>
            <a:srgbClr val="A4A3A4"/>
          </p15:clr>
        </p15:guide>
        <p15:guide id="4" pos="438" userDrawn="1">
          <p15:clr>
            <a:srgbClr val="A4A3A4"/>
          </p15:clr>
        </p15:guide>
        <p15:guide id="5" orient="horz" pos="1621">
          <p15:clr>
            <a:srgbClr val="A4A3A4"/>
          </p15:clr>
        </p15:guide>
        <p15:guide id="6" pos="2881">
          <p15:clr>
            <a:srgbClr val="A4A3A4"/>
          </p15:clr>
        </p15:guide>
        <p15:guide id="7" pos="5432">
          <p15:clr>
            <a:srgbClr val="A4A3A4"/>
          </p15:clr>
        </p15:guide>
        <p15:guide id="8" pos="32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807C"/>
    <a:srgbClr val="045B9E"/>
    <a:srgbClr val="D4DEE0"/>
    <a:srgbClr val="1F99A3"/>
    <a:srgbClr val="50C2E7"/>
    <a:srgbClr val="37A7D6"/>
    <a:srgbClr val="2573AC"/>
    <a:srgbClr val="E0AAA1"/>
    <a:srgbClr val="0661AA"/>
    <a:srgbClr val="DE35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9" autoAdjust="0"/>
    <p:restoredTop sz="95701" autoAdjust="0"/>
  </p:normalViewPr>
  <p:slideViewPr>
    <p:cSldViewPr>
      <p:cViewPr varScale="1">
        <p:scale>
          <a:sx n="121" d="100"/>
          <a:sy n="121" d="100"/>
        </p:scale>
        <p:origin x="182" y="72"/>
      </p:cViewPr>
      <p:guideLst>
        <p:guide orient="horz" pos="2160"/>
        <p:guide pos="3840"/>
        <p:guide pos="7242"/>
        <p:guide pos="438"/>
        <p:guide orient="horz" pos="1621"/>
        <p:guide pos="2881"/>
        <p:guide pos="5432"/>
        <p:guide pos="329"/>
      </p:guideLst>
    </p:cSldViewPr>
  </p:slideViewPr>
  <p:outlineViewPr>
    <p:cViewPr>
      <p:scale>
        <a:sx n="33" d="100"/>
        <a:sy n="33" d="100"/>
      </p:scale>
      <p:origin x="0" y="-2702"/>
    </p:cViewPr>
  </p:outlineViewPr>
  <p:notesTextViewPr>
    <p:cViewPr>
      <p:scale>
        <a:sx n="125" d="100"/>
        <a:sy n="125" d="100"/>
      </p:scale>
      <p:origin x="0" y="0"/>
    </p:cViewPr>
  </p:notesTextViewPr>
  <p:sorterViewPr>
    <p:cViewPr>
      <p:scale>
        <a:sx n="132" d="100"/>
        <a:sy n="132" d="100"/>
      </p:scale>
      <p:origin x="0" y="-6907"/>
    </p:cViewPr>
  </p:sorterViewPr>
  <p:notesViewPr>
    <p:cSldViewPr>
      <p:cViewPr varScale="1">
        <p:scale>
          <a:sx n="88" d="100"/>
          <a:sy n="88" d="100"/>
        </p:scale>
        <p:origin x="382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E595DC-16C6-4C76-BB58-A827E0352DA8}" type="datetimeFigureOut">
              <a:rPr lang="zh-CN" altLang="en-US" smtClean="0"/>
              <a:t>2025/12/11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FE509B1-F9DB-4E96-8EDB-BAFF5F872798}" type="slidenum">
              <a:rPr lang="zh-CN" altLang="en-US" smtClean="0"/>
              <a:t>‹#›</a:t>
            </a:fld>
            <a:endParaRPr lang="zh-CN" altLang="en-US"/>
          </a:p>
        </p:txBody>
      </p:sp>
    </p:spTree>
    <p:extLst>
      <p:ext uri="{BB962C8B-B14F-4D97-AF65-F5344CB8AC3E}">
        <p14:creationId xmlns:p14="http://schemas.microsoft.com/office/powerpoint/2010/main" val="2207696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3B58EF-4ABD-40F4-ACA4-FE81D742E6DD}" type="datetimeFigureOut">
              <a:rPr lang="zh-CN" altLang="en-US" smtClean="0"/>
              <a:t>2025/12/11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11FC198-2D83-4DFC-8CDD-7D23AF44D411}" type="slidenum">
              <a:rPr lang="zh-CN" altLang="en-US" smtClean="0"/>
              <a:t>‹#›</a:t>
            </a:fld>
            <a:endParaRPr lang="zh-CN" altLang="en-US"/>
          </a:p>
        </p:txBody>
      </p:sp>
    </p:spTree>
    <p:extLst>
      <p:ext uri="{BB962C8B-B14F-4D97-AF65-F5344CB8AC3E}">
        <p14:creationId xmlns:p14="http://schemas.microsoft.com/office/powerpoint/2010/main" val="2294111113"/>
      </p:ext>
    </p:extLst>
  </p:cSld>
  <p:clrMap bg1="lt1" tx1="dk1" bg2="lt2" tx2="dk2" accent1="accent1" accent2="accent2" accent3="accent3" accent4="accent4" accent5="accent5" accent6="accent6" hlink="hlink" folHlink="folHlink"/>
  <p:notesStyle>
    <a:lvl1pPr marL="0" algn="l" defTabSz="914499" rtl="0" eaLnBrk="1" latinLnBrk="0" hangingPunct="1">
      <a:defRPr sz="1200" kern="1200">
        <a:solidFill>
          <a:schemeClr val="tx1"/>
        </a:solidFill>
        <a:latin typeface="+mn-lt"/>
        <a:ea typeface="+mn-ea"/>
        <a:cs typeface="+mn-cs"/>
      </a:defRPr>
    </a:lvl1pPr>
    <a:lvl2pPr marL="457250" algn="l" defTabSz="914499" rtl="0" eaLnBrk="1" latinLnBrk="0" hangingPunct="1">
      <a:defRPr sz="1200" kern="1200">
        <a:solidFill>
          <a:schemeClr val="tx1"/>
        </a:solidFill>
        <a:latin typeface="+mn-lt"/>
        <a:ea typeface="+mn-ea"/>
        <a:cs typeface="+mn-cs"/>
      </a:defRPr>
    </a:lvl2pPr>
    <a:lvl3pPr marL="914499" algn="l" defTabSz="914499" rtl="0" eaLnBrk="1" latinLnBrk="0" hangingPunct="1">
      <a:defRPr sz="1200" kern="1200">
        <a:solidFill>
          <a:schemeClr val="tx1"/>
        </a:solidFill>
        <a:latin typeface="+mn-lt"/>
        <a:ea typeface="+mn-ea"/>
        <a:cs typeface="+mn-cs"/>
      </a:defRPr>
    </a:lvl3pPr>
    <a:lvl4pPr marL="1371748" algn="l" defTabSz="914499" rtl="0" eaLnBrk="1" latinLnBrk="0" hangingPunct="1">
      <a:defRPr sz="1200" kern="1200">
        <a:solidFill>
          <a:schemeClr val="tx1"/>
        </a:solidFill>
        <a:latin typeface="+mn-lt"/>
        <a:ea typeface="+mn-ea"/>
        <a:cs typeface="+mn-cs"/>
      </a:defRPr>
    </a:lvl4pPr>
    <a:lvl5pPr marL="1828998" algn="l" defTabSz="914499" rtl="0" eaLnBrk="1" latinLnBrk="0" hangingPunct="1">
      <a:defRPr sz="1200" kern="1200">
        <a:solidFill>
          <a:schemeClr val="tx1"/>
        </a:solidFill>
        <a:latin typeface="+mn-lt"/>
        <a:ea typeface="+mn-ea"/>
        <a:cs typeface="+mn-cs"/>
      </a:defRPr>
    </a:lvl5pPr>
    <a:lvl6pPr marL="2286248" algn="l" defTabSz="914499" rtl="0" eaLnBrk="1" latinLnBrk="0" hangingPunct="1">
      <a:defRPr sz="1200" kern="1200">
        <a:solidFill>
          <a:schemeClr val="tx1"/>
        </a:solidFill>
        <a:latin typeface="+mn-lt"/>
        <a:ea typeface="+mn-ea"/>
        <a:cs typeface="+mn-cs"/>
      </a:defRPr>
    </a:lvl6pPr>
    <a:lvl7pPr marL="2743498" algn="l" defTabSz="914499" rtl="0" eaLnBrk="1" latinLnBrk="0" hangingPunct="1">
      <a:defRPr sz="1200" kern="1200">
        <a:solidFill>
          <a:schemeClr val="tx1"/>
        </a:solidFill>
        <a:latin typeface="+mn-lt"/>
        <a:ea typeface="+mn-ea"/>
        <a:cs typeface="+mn-cs"/>
      </a:defRPr>
    </a:lvl7pPr>
    <a:lvl8pPr marL="3200746" algn="l" defTabSz="914499" rtl="0" eaLnBrk="1" latinLnBrk="0" hangingPunct="1">
      <a:defRPr sz="1200" kern="1200">
        <a:solidFill>
          <a:schemeClr val="tx1"/>
        </a:solidFill>
        <a:latin typeface="+mn-lt"/>
        <a:ea typeface="+mn-ea"/>
        <a:cs typeface="+mn-cs"/>
      </a:defRPr>
    </a:lvl8pPr>
    <a:lvl9pPr marL="3657996" algn="l" defTabSz="914499"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11</a:t>
            </a:fld>
            <a:endParaRPr lang="zh-CN" altLang="en-US"/>
          </a:p>
        </p:txBody>
      </p:sp>
    </p:spTree>
    <p:extLst>
      <p:ext uri="{BB962C8B-B14F-4D97-AF65-F5344CB8AC3E}">
        <p14:creationId xmlns:p14="http://schemas.microsoft.com/office/powerpoint/2010/main" val="995415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t>12</a:t>
            </a:fld>
            <a:endParaRPr lang="zh-CN" altLang="en-US"/>
          </a:p>
        </p:txBody>
      </p:sp>
    </p:spTree>
    <p:extLst>
      <p:ext uri="{BB962C8B-B14F-4D97-AF65-F5344CB8AC3E}">
        <p14:creationId xmlns:p14="http://schemas.microsoft.com/office/powerpoint/2010/main" val="1813946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13</a:t>
            </a:fld>
            <a:endParaRPr lang="zh-CN" altLang="en-US"/>
          </a:p>
        </p:txBody>
      </p:sp>
    </p:spTree>
    <p:extLst>
      <p:ext uri="{BB962C8B-B14F-4D97-AF65-F5344CB8AC3E}">
        <p14:creationId xmlns:p14="http://schemas.microsoft.com/office/powerpoint/2010/main" val="147381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14</a:t>
            </a:fld>
            <a:endParaRPr lang="zh-CN" altLang="en-US"/>
          </a:p>
        </p:txBody>
      </p:sp>
    </p:spTree>
    <p:extLst>
      <p:ext uri="{BB962C8B-B14F-4D97-AF65-F5344CB8AC3E}">
        <p14:creationId xmlns:p14="http://schemas.microsoft.com/office/powerpoint/2010/main" val="2515220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solidFill>
                  <a:prstClr val="black"/>
                </a:solidFill>
              </a:rPr>
              <a:pPr/>
              <a:t>15</a:t>
            </a:fld>
            <a:endParaRPr lang="zh-CN" altLang="en-US">
              <a:solidFill>
                <a:prstClr val="black"/>
              </a:solidFill>
            </a:endParaRPr>
          </a:p>
        </p:txBody>
      </p:sp>
    </p:spTree>
    <p:extLst>
      <p:ext uri="{BB962C8B-B14F-4D97-AF65-F5344CB8AC3E}">
        <p14:creationId xmlns:p14="http://schemas.microsoft.com/office/powerpoint/2010/main" val="32783822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16</a:t>
            </a:fld>
            <a:endParaRPr lang="zh-CN" altLang="en-US"/>
          </a:p>
        </p:txBody>
      </p:sp>
    </p:spTree>
    <p:extLst>
      <p:ext uri="{BB962C8B-B14F-4D97-AF65-F5344CB8AC3E}">
        <p14:creationId xmlns:p14="http://schemas.microsoft.com/office/powerpoint/2010/main" val="14401791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17</a:t>
            </a:fld>
            <a:endParaRPr lang="zh-CN" altLang="en-US"/>
          </a:p>
        </p:txBody>
      </p:sp>
    </p:spTree>
    <p:extLst>
      <p:ext uri="{BB962C8B-B14F-4D97-AF65-F5344CB8AC3E}">
        <p14:creationId xmlns:p14="http://schemas.microsoft.com/office/powerpoint/2010/main" val="1450623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solidFill>
                  <a:prstClr val="black"/>
                </a:solidFill>
              </a:rPr>
              <a:pPr/>
              <a:t>18</a:t>
            </a:fld>
            <a:endParaRPr lang="zh-CN" altLang="en-US">
              <a:solidFill>
                <a:prstClr val="black"/>
              </a:solidFill>
            </a:endParaRPr>
          </a:p>
        </p:txBody>
      </p:sp>
    </p:spTree>
    <p:extLst>
      <p:ext uri="{BB962C8B-B14F-4D97-AF65-F5344CB8AC3E}">
        <p14:creationId xmlns:p14="http://schemas.microsoft.com/office/powerpoint/2010/main" val="2249572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t>19</a:t>
            </a:fld>
            <a:endParaRPr lang="zh-CN" altLang="en-US"/>
          </a:p>
        </p:txBody>
      </p:sp>
    </p:spTree>
    <p:extLst>
      <p:ext uri="{BB962C8B-B14F-4D97-AF65-F5344CB8AC3E}">
        <p14:creationId xmlns:p14="http://schemas.microsoft.com/office/powerpoint/2010/main" val="2751119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solidFill>
                  <a:prstClr val="black"/>
                </a:solidFill>
              </a:rPr>
              <a:pPr/>
              <a:t>20</a:t>
            </a:fld>
            <a:endParaRPr lang="zh-CN" altLang="en-US">
              <a:solidFill>
                <a:prstClr val="black"/>
              </a:solidFill>
            </a:endParaRPr>
          </a:p>
        </p:txBody>
      </p:sp>
    </p:spTree>
    <p:extLst>
      <p:ext uri="{BB962C8B-B14F-4D97-AF65-F5344CB8AC3E}">
        <p14:creationId xmlns:p14="http://schemas.microsoft.com/office/powerpoint/2010/main" val="3071915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21</a:t>
            </a:fld>
            <a:endParaRPr lang="zh-CN" altLang="en-US"/>
          </a:p>
        </p:txBody>
      </p:sp>
    </p:spTree>
    <p:extLst>
      <p:ext uri="{BB962C8B-B14F-4D97-AF65-F5344CB8AC3E}">
        <p14:creationId xmlns:p14="http://schemas.microsoft.com/office/powerpoint/2010/main" val="14910397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22</a:t>
            </a:fld>
            <a:endParaRPr lang="zh-CN" altLang="en-US"/>
          </a:p>
        </p:txBody>
      </p:sp>
    </p:spTree>
    <p:extLst>
      <p:ext uri="{BB962C8B-B14F-4D97-AF65-F5344CB8AC3E}">
        <p14:creationId xmlns:p14="http://schemas.microsoft.com/office/powerpoint/2010/main" val="19086791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solidFill>
                  <a:prstClr val="black"/>
                </a:solidFill>
              </a:rPr>
              <a:pPr/>
              <a:t>23</a:t>
            </a:fld>
            <a:endParaRPr lang="zh-CN" altLang="en-US">
              <a:solidFill>
                <a:prstClr val="black"/>
              </a:solidFill>
            </a:endParaRPr>
          </a:p>
        </p:txBody>
      </p:sp>
    </p:spTree>
    <p:extLst>
      <p:ext uri="{BB962C8B-B14F-4D97-AF65-F5344CB8AC3E}">
        <p14:creationId xmlns:p14="http://schemas.microsoft.com/office/powerpoint/2010/main" val="10890593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t>24</a:t>
            </a:fld>
            <a:endParaRPr lang="zh-CN" altLang="en-US"/>
          </a:p>
        </p:txBody>
      </p:sp>
    </p:spTree>
    <p:extLst>
      <p:ext uri="{BB962C8B-B14F-4D97-AF65-F5344CB8AC3E}">
        <p14:creationId xmlns:p14="http://schemas.microsoft.com/office/powerpoint/2010/main" val="15626694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E3DCF-E3A2-9DED-306F-A070D44F92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FE5F71-7AEB-982C-421C-D746881804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2D5C5A-30AD-D646-4D61-6CC5F3E756A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4ECFF27-2A20-CCA8-E8D7-52A803989ED9}"/>
              </a:ext>
            </a:extLst>
          </p:cNvPr>
          <p:cNvSpPr>
            <a:spLocks noGrp="1"/>
          </p:cNvSpPr>
          <p:nvPr>
            <p:ph type="sldNum" sz="quarter" idx="10"/>
          </p:nvPr>
        </p:nvSpPr>
        <p:spPr/>
        <p:txBody>
          <a:bodyPr/>
          <a:lstStyle/>
          <a:p>
            <a:fld id="{A11FC198-2D83-4DFC-8CDD-7D23AF44D411}" type="slidenum">
              <a:rPr lang="zh-CN" altLang="en-US" smtClean="0"/>
              <a:t>25</a:t>
            </a:fld>
            <a:endParaRPr lang="zh-CN" altLang="en-US"/>
          </a:p>
        </p:txBody>
      </p:sp>
    </p:spTree>
    <p:extLst>
      <p:ext uri="{BB962C8B-B14F-4D97-AF65-F5344CB8AC3E}">
        <p14:creationId xmlns:p14="http://schemas.microsoft.com/office/powerpoint/2010/main" val="939369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26</a:t>
            </a:fld>
            <a:endParaRPr lang="zh-CN" altLang="en-US"/>
          </a:p>
        </p:txBody>
      </p:sp>
    </p:spTree>
    <p:extLst>
      <p:ext uri="{BB962C8B-B14F-4D97-AF65-F5344CB8AC3E}">
        <p14:creationId xmlns:p14="http://schemas.microsoft.com/office/powerpoint/2010/main" val="14983906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27</a:t>
            </a:fld>
            <a:endParaRPr lang="zh-CN" altLang="en-US"/>
          </a:p>
        </p:txBody>
      </p:sp>
    </p:spTree>
    <p:extLst>
      <p:ext uri="{BB962C8B-B14F-4D97-AF65-F5344CB8AC3E}">
        <p14:creationId xmlns:p14="http://schemas.microsoft.com/office/powerpoint/2010/main" val="3818513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28</a:t>
            </a:fld>
            <a:endParaRPr lang="zh-CN" altLang="en-US"/>
          </a:p>
        </p:txBody>
      </p:sp>
    </p:spTree>
    <p:extLst>
      <p:ext uri="{BB962C8B-B14F-4D97-AF65-F5344CB8AC3E}">
        <p14:creationId xmlns:p14="http://schemas.microsoft.com/office/powerpoint/2010/main" val="37536843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29</a:t>
            </a:fld>
            <a:endParaRPr lang="zh-CN" altLang="en-US"/>
          </a:p>
        </p:txBody>
      </p:sp>
    </p:spTree>
    <p:extLst>
      <p:ext uri="{BB962C8B-B14F-4D97-AF65-F5344CB8AC3E}">
        <p14:creationId xmlns:p14="http://schemas.microsoft.com/office/powerpoint/2010/main" val="17745402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30</a:t>
            </a:fld>
            <a:endParaRPr lang="zh-CN" altLang="en-US"/>
          </a:p>
        </p:txBody>
      </p:sp>
    </p:spTree>
    <p:extLst>
      <p:ext uri="{BB962C8B-B14F-4D97-AF65-F5344CB8AC3E}">
        <p14:creationId xmlns:p14="http://schemas.microsoft.com/office/powerpoint/2010/main" val="3935655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solidFill>
                  <a:prstClr val="black"/>
                </a:solidFill>
              </a:rPr>
              <a:pPr/>
              <a:t>31</a:t>
            </a:fld>
            <a:endParaRPr lang="zh-CN" altLang="en-US">
              <a:solidFill>
                <a:prstClr val="black"/>
              </a:solidFill>
            </a:endParaRPr>
          </a:p>
        </p:txBody>
      </p:sp>
    </p:spTree>
    <p:extLst>
      <p:ext uri="{BB962C8B-B14F-4D97-AF65-F5344CB8AC3E}">
        <p14:creationId xmlns:p14="http://schemas.microsoft.com/office/powerpoint/2010/main" val="14368367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32</a:t>
            </a:fld>
            <a:endParaRPr lang="zh-CN" altLang="en-US"/>
          </a:p>
        </p:txBody>
      </p:sp>
    </p:spTree>
    <p:extLst>
      <p:ext uri="{BB962C8B-B14F-4D97-AF65-F5344CB8AC3E}">
        <p14:creationId xmlns:p14="http://schemas.microsoft.com/office/powerpoint/2010/main" val="17002522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33</a:t>
            </a:fld>
            <a:endParaRPr lang="zh-CN" altLang="en-US"/>
          </a:p>
        </p:txBody>
      </p:sp>
    </p:spTree>
    <p:extLst>
      <p:ext uri="{BB962C8B-B14F-4D97-AF65-F5344CB8AC3E}">
        <p14:creationId xmlns:p14="http://schemas.microsoft.com/office/powerpoint/2010/main" val="38411223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t>34</a:t>
            </a:fld>
            <a:endParaRPr lang="zh-CN" altLang="en-US"/>
          </a:p>
        </p:txBody>
      </p:sp>
    </p:spTree>
    <p:extLst>
      <p:ext uri="{BB962C8B-B14F-4D97-AF65-F5344CB8AC3E}">
        <p14:creationId xmlns:p14="http://schemas.microsoft.com/office/powerpoint/2010/main" val="6449382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35</a:t>
            </a:fld>
            <a:endParaRPr lang="zh-CN" altLang="en-US"/>
          </a:p>
        </p:txBody>
      </p:sp>
    </p:spTree>
    <p:extLst>
      <p:ext uri="{BB962C8B-B14F-4D97-AF65-F5344CB8AC3E}">
        <p14:creationId xmlns:p14="http://schemas.microsoft.com/office/powerpoint/2010/main" val="527125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36</a:t>
            </a:fld>
            <a:endParaRPr lang="zh-CN" altLang="en-US"/>
          </a:p>
        </p:txBody>
      </p:sp>
    </p:spTree>
    <p:extLst>
      <p:ext uri="{BB962C8B-B14F-4D97-AF65-F5344CB8AC3E}">
        <p14:creationId xmlns:p14="http://schemas.microsoft.com/office/powerpoint/2010/main" val="25725081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t>37</a:t>
            </a:fld>
            <a:endParaRPr lang="zh-CN" altLang="en-US"/>
          </a:p>
        </p:txBody>
      </p:sp>
    </p:spTree>
    <p:extLst>
      <p:ext uri="{BB962C8B-B14F-4D97-AF65-F5344CB8AC3E}">
        <p14:creationId xmlns:p14="http://schemas.microsoft.com/office/powerpoint/2010/main" val="4041004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t>38</a:t>
            </a:fld>
            <a:endParaRPr lang="zh-CN" altLang="en-US"/>
          </a:p>
        </p:txBody>
      </p:sp>
    </p:spTree>
    <p:extLst>
      <p:ext uri="{BB962C8B-B14F-4D97-AF65-F5344CB8AC3E}">
        <p14:creationId xmlns:p14="http://schemas.microsoft.com/office/powerpoint/2010/main" val="409169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919" y="1598313"/>
            <a:ext cx="7773750" cy="1102859"/>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838" y="2915550"/>
            <a:ext cx="6401912" cy="1314856"/>
          </a:xfrm>
          <a:prstGeom prst="rect">
            <a:avLst/>
          </a:prstGeom>
        </p:spPr>
        <p:txBody>
          <a:bodyPr/>
          <a:lstStyle>
            <a:lvl1pPr marL="0" indent="0" algn="ctr">
              <a:buNone/>
              <a:defRPr>
                <a:solidFill>
                  <a:schemeClr val="tx1">
                    <a:tint val="75000"/>
                  </a:schemeClr>
                </a:solidFill>
              </a:defRPr>
            </a:lvl1pPr>
            <a:lvl2pPr marL="457250" indent="0" algn="ctr">
              <a:buNone/>
              <a:defRPr>
                <a:solidFill>
                  <a:schemeClr val="tx1">
                    <a:tint val="75000"/>
                  </a:schemeClr>
                </a:solidFill>
              </a:defRPr>
            </a:lvl2pPr>
            <a:lvl3pPr marL="914499" indent="0" algn="ctr">
              <a:buNone/>
              <a:defRPr>
                <a:solidFill>
                  <a:schemeClr val="tx1">
                    <a:tint val="75000"/>
                  </a:schemeClr>
                </a:solidFill>
              </a:defRPr>
            </a:lvl3pPr>
            <a:lvl4pPr marL="1371748" indent="0" algn="ctr">
              <a:buNone/>
              <a:defRPr>
                <a:solidFill>
                  <a:schemeClr val="tx1">
                    <a:tint val="75000"/>
                  </a:schemeClr>
                </a:solidFill>
              </a:defRPr>
            </a:lvl4pPr>
            <a:lvl5pPr marL="1828998" indent="0" algn="ctr">
              <a:buNone/>
              <a:defRPr>
                <a:solidFill>
                  <a:schemeClr val="tx1">
                    <a:tint val="75000"/>
                  </a:schemeClr>
                </a:solidFill>
              </a:defRPr>
            </a:lvl5pPr>
            <a:lvl6pPr marL="2286248" indent="0" algn="ctr">
              <a:buNone/>
              <a:defRPr>
                <a:solidFill>
                  <a:schemeClr val="tx1">
                    <a:tint val="75000"/>
                  </a:schemeClr>
                </a:solidFill>
              </a:defRPr>
            </a:lvl6pPr>
            <a:lvl7pPr marL="2743498" indent="0" algn="ctr">
              <a:buNone/>
              <a:defRPr>
                <a:solidFill>
                  <a:schemeClr val="tx1">
                    <a:tint val="75000"/>
                  </a:schemeClr>
                </a:solidFill>
              </a:defRPr>
            </a:lvl7pPr>
            <a:lvl8pPr marL="3200746" indent="0" algn="ctr">
              <a:buNone/>
              <a:defRPr>
                <a:solidFill>
                  <a:schemeClr val="tx1">
                    <a:tint val="75000"/>
                  </a:schemeClr>
                </a:solidFill>
              </a:defRPr>
            </a:lvl8pPr>
            <a:lvl9pPr marL="3657996"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79" y="4768735"/>
            <a:ext cx="2133971" cy="274722"/>
          </a:xfrm>
          <a:prstGeom prst="rect">
            <a:avLst/>
          </a:prstGeom>
        </p:spPr>
        <p:txBody>
          <a:bodyPr/>
          <a:lstStyle>
            <a:lvl1pPr>
              <a:defRPr/>
            </a:lvl1pPr>
          </a:lstStyle>
          <a:p>
            <a:pPr>
              <a:defRPr/>
            </a:pPr>
            <a:fld id="{F1DF8838-2596-481A-81BD-BA549497E720}" type="datetimeFigureOut">
              <a:rPr lang="zh-CN" altLang="en-US"/>
              <a:pPr>
                <a:defRPr/>
              </a:pPr>
              <a:t>2025/12/11</a:t>
            </a:fld>
            <a:endParaRPr lang="zh-CN" altLang="en-US"/>
          </a:p>
        </p:txBody>
      </p:sp>
      <p:sp>
        <p:nvSpPr>
          <p:cNvPr id="5" name="页脚占位符 4"/>
          <p:cNvSpPr>
            <a:spLocks noGrp="1"/>
          </p:cNvSpPr>
          <p:nvPr>
            <p:ph type="ftr" sz="quarter" idx="11"/>
          </p:nvPr>
        </p:nvSpPr>
        <p:spPr>
          <a:xfrm>
            <a:off x="3124743" y="4768735"/>
            <a:ext cx="2896103" cy="27472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4338" y="4768735"/>
            <a:ext cx="2133971" cy="274722"/>
          </a:xfrm>
          <a:prstGeom prst="rect">
            <a:avLst/>
          </a:prstGeom>
        </p:spPr>
        <p:txBody>
          <a:bodyPr/>
          <a:lstStyle>
            <a:lvl1pPr>
              <a:defRPr/>
            </a:lvl1pPr>
          </a:lstStyle>
          <a:p>
            <a:pPr>
              <a:defRPr/>
            </a:pPr>
            <a:fld id="{7F7507C5-9851-4EF6-82C9-5647805156C3}" type="slidenum">
              <a:rPr lang="zh-CN" altLang="en-US"/>
              <a:pPr>
                <a:defRPr/>
              </a:pPr>
              <a:t>‹#›</a:t>
            </a:fld>
            <a:endParaRPr lang="zh-CN" altLang="en-US"/>
          </a:p>
        </p:txBody>
      </p:sp>
    </p:spTree>
    <p:extLst>
      <p:ext uri="{BB962C8B-B14F-4D97-AF65-F5344CB8AC3E}">
        <p14:creationId xmlns:p14="http://schemas.microsoft.com/office/powerpoint/2010/main" val="2086661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gradFill flip="none" rotWithShape="1">
          <a:gsLst>
            <a:gs pos="26000">
              <a:srgbClr val="EBECF0"/>
            </a:gs>
            <a:gs pos="0">
              <a:srgbClr val="D7D9E1"/>
            </a:gs>
            <a:gs pos="100000">
              <a:schemeClr val="bg1"/>
            </a:gs>
          </a:gsLst>
          <a:lin ang="5400000" scaled="1"/>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7021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457279" y="4768735"/>
            <a:ext cx="2133971" cy="274722"/>
          </a:xfrm>
          <a:prstGeom prst="rect">
            <a:avLst/>
          </a:prstGeom>
        </p:spPr>
        <p:txBody>
          <a:bodyPr/>
          <a:lstStyle>
            <a:lvl1pPr>
              <a:defRPr/>
            </a:lvl1pPr>
          </a:lstStyle>
          <a:p>
            <a:pPr>
              <a:defRPr/>
            </a:pPr>
            <a:fld id="{AF102D13-023C-493B-946F-6334B1550202}" type="datetimeFigureOut">
              <a:rPr lang="zh-CN" altLang="en-US"/>
              <a:pPr>
                <a:defRPr/>
              </a:pPr>
              <a:t>2025/12/11</a:t>
            </a:fld>
            <a:endParaRPr lang="zh-CN" altLang="en-US"/>
          </a:p>
        </p:txBody>
      </p:sp>
      <p:sp>
        <p:nvSpPr>
          <p:cNvPr id="5" name="页脚占位符 4"/>
          <p:cNvSpPr>
            <a:spLocks noGrp="1"/>
          </p:cNvSpPr>
          <p:nvPr>
            <p:ph type="ftr" sz="quarter" idx="11"/>
          </p:nvPr>
        </p:nvSpPr>
        <p:spPr>
          <a:xfrm>
            <a:off x="3124743" y="4768735"/>
            <a:ext cx="2896103" cy="27472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4338" y="4768735"/>
            <a:ext cx="2133971" cy="274722"/>
          </a:xfrm>
          <a:prstGeom prst="rect">
            <a:avLst/>
          </a:prstGeom>
        </p:spPr>
        <p:txBody>
          <a:bodyPr/>
          <a:lstStyle>
            <a:lvl1pPr>
              <a:defRPr/>
            </a:lvl1pPr>
          </a:lstStyle>
          <a:p>
            <a:pPr>
              <a:defRPr/>
            </a:pPr>
            <a:fld id="{FB027665-4685-4CFB-A4DF-574C5BBB6387}" type="slidenum">
              <a:rPr lang="zh-CN" altLang="en-US"/>
              <a:pPr>
                <a:defRPr/>
              </a:pPr>
              <a:t>‹#›</a:t>
            </a:fld>
            <a:endParaRPr lang="zh-CN" altLang="en-US"/>
          </a:p>
        </p:txBody>
      </p:sp>
    </p:spTree>
    <p:extLst>
      <p:ext uri="{BB962C8B-B14F-4D97-AF65-F5344CB8AC3E}">
        <p14:creationId xmlns:p14="http://schemas.microsoft.com/office/powerpoint/2010/main" val="1876076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80" y="206439"/>
            <a:ext cx="8231029" cy="857515"/>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80" y="900392"/>
            <a:ext cx="4039301" cy="254634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9007" y="900392"/>
            <a:ext cx="4039301" cy="254634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a:xfrm>
            <a:off x="457279" y="4768735"/>
            <a:ext cx="2133971" cy="274722"/>
          </a:xfrm>
          <a:prstGeom prst="rect">
            <a:avLst/>
          </a:prstGeom>
        </p:spPr>
        <p:txBody>
          <a:bodyPr/>
          <a:lstStyle>
            <a:lvl1pPr>
              <a:defRPr/>
            </a:lvl1pPr>
          </a:lstStyle>
          <a:p>
            <a:pPr>
              <a:defRPr/>
            </a:pPr>
            <a:fld id="{D170EC45-3C31-4C3D-8B77-22FF0C9AAD4A}" type="datetimeFigureOut">
              <a:rPr lang="zh-CN" altLang="en-US"/>
              <a:pPr>
                <a:defRPr/>
              </a:pPr>
              <a:t>2025/12/11</a:t>
            </a:fld>
            <a:endParaRPr lang="zh-CN" altLang="en-US"/>
          </a:p>
        </p:txBody>
      </p:sp>
      <p:sp>
        <p:nvSpPr>
          <p:cNvPr id="6" name="页脚占位符 4"/>
          <p:cNvSpPr>
            <a:spLocks noGrp="1"/>
          </p:cNvSpPr>
          <p:nvPr>
            <p:ph type="ftr" sz="quarter" idx="11"/>
          </p:nvPr>
        </p:nvSpPr>
        <p:spPr>
          <a:xfrm>
            <a:off x="3124743" y="4768735"/>
            <a:ext cx="2896103" cy="274722"/>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6554338" y="4768735"/>
            <a:ext cx="2133971" cy="274722"/>
          </a:xfrm>
          <a:prstGeom prst="rect">
            <a:avLst/>
          </a:prstGeom>
        </p:spPr>
        <p:txBody>
          <a:bodyPr/>
          <a:lstStyle>
            <a:lvl1pPr>
              <a:defRPr/>
            </a:lvl1pPr>
          </a:lstStyle>
          <a:p>
            <a:pPr>
              <a:defRPr/>
            </a:pPr>
            <a:fld id="{0D4074A8-D729-49BB-A7BC-DB2359C77DB8}" type="slidenum">
              <a:rPr lang="zh-CN" altLang="en-US"/>
              <a:pPr>
                <a:defRPr/>
              </a:pPr>
              <a:t>‹#›</a:t>
            </a:fld>
            <a:endParaRPr lang="zh-CN" altLang="en-US"/>
          </a:p>
        </p:txBody>
      </p:sp>
    </p:spTree>
    <p:extLst>
      <p:ext uri="{BB962C8B-B14F-4D97-AF65-F5344CB8AC3E}">
        <p14:creationId xmlns:p14="http://schemas.microsoft.com/office/powerpoint/2010/main" val="1561664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80" y="206043"/>
            <a:ext cx="8231029" cy="857515"/>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80" y="1151691"/>
            <a:ext cx="4040889" cy="479970"/>
          </a:xfrm>
          <a:prstGeom prst="rect">
            <a:avLst/>
          </a:prstGeom>
        </p:spPr>
        <p:txBody>
          <a:bodyPr anchor="b"/>
          <a:lstStyle>
            <a:lvl1pPr marL="0" indent="0">
              <a:buNone/>
              <a:defRPr sz="2400" b="1"/>
            </a:lvl1pPr>
            <a:lvl2pPr marL="457250" indent="0">
              <a:buNone/>
              <a:defRPr sz="2000" b="1"/>
            </a:lvl2pPr>
            <a:lvl3pPr marL="914499" indent="0">
              <a:buNone/>
              <a:defRPr sz="1800" b="1"/>
            </a:lvl3pPr>
            <a:lvl4pPr marL="1371748" indent="0">
              <a:buNone/>
              <a:defRPr sz="1600" b="1"/>
            </a:lvl4pPr>
            <a:lvl5pPr marL="1828998" indent="0">
              <a:buNone/>
              <a:defRPr sz="1600" b="1"/>
            </a:lvl5pPr>
            <a:lvl6pPr marL="2286248" indent="0">
              <a:buNone/>
              <a:defRPr sz="1600" b="1"/>
            </a:lvl6pPr>
            <a:lvl7pPr marL="2743498" indent="0">
              <a:buNone/>
              <a:defRPr sz="1600" b="1"/>
            </a:lvl7pPr>
            <a:lvl8pPr marL="3200746" indent="0">
              <a:buNone/>
              <a:defRPr sz="1600" b="1"/>
            </a:lvl8pPr>
            <a:lvl9pPr marL="3657996"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80" y="1631660"/>
            <a:ext cx="4040889" cy="2964381"/>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834" y="1151691"/>
            <a:ext cx="4042477" cy="479970"/>
          </a:xfrm>
          <a:prstGeom prst="rect">
            <a:avLst/>
          </a:prstGeom>
        </p:spPr>
        <p:txBody>
          <a:bodyPr anchor="b"/>
          <a:lstStyle>
            <a:lvl1pPr marL="0" indent="0">
              <a:buNone/>
              <a:defRPr sz="2400" b="1"/>
            </a:lvl1pPr>
            <a:lvl2pPr marL="457250" indent="0">
              <a:buNone/>
              <a:defRPr sz="2000" b="1"/>
            </a:lvl2pPr>
            <a:lvl3pPr marL="914499" indent="0">
              <a:buNone/>
              <a:defRPr sz="1800" b="1"/>
            </a:lvl3pPr>
            <a:lvl4pPr marL="1371748" indent="0">
              <a:buNone/>
              <a:defRPr sz="1600" b="1"/>
            </a:lvl4pPr>
            <a:lvl5pPr marL="1828998" indent="0">
              <a:buNone/>
              <a:defRPr sz="1600" b="1"/>
            </a:lvl5pPr>
            <a:lvl6pPr marL="2286248" indent="0">
              <a:buNone/>
              <a:defRPr sz="1600" b="1"/>
            </a:lvl6pPr>
            <a:lvl7pPr marL="2743498" indent="0">
              <a:buNone/>
              <a:defRPr sz="1600" b="1"/>
            </a:lvl7pPr>
            <a:lvl8pPr marL="3200746" indent="0">
              <a:buNone/>
              <a:defRPr sz="1600" b="1"/>
            </a:lvl8pPr>
            <a:lvl9pPr marL="3657996"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834" y="1631660"/>
            <a:ext cx="4042477" cy="2964381"/>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a:xfrm>
            <a:off x="457279" y="4768735"/>
            <a:ext cx="2133971" cy="274722"/>
          </a:xfrm>
          <a:prstGeom prst="rect">
            <a:avLst/>
          </a:prstGeom>
        </p:spPr>
        <p:txBody>
          <a:bodyPr/>
          <a:lstStyle>
            <a:lvl1pPr>
              <a:defRPr/>
            </a:lvl1pPr>
          </a:lstStyle>
          <a:p>
            <a:pPr>
              <a:defRPr/>
            </a:pPr>
            <a:fld id="{36DE339D-55A7-444C-B9D1-1957295915E5}" type="datetimeFigureOut">
              <a:rPr lang="zh-CN" altLang="en-US"/>
              <a:pPr>
                <a:defRPr/>
              </a:pPr>
              <a:t>2025/12/11</a:t>
            </a:fld>
            <a:endParaRPr lang="zh-CN" altLang="en-US"/>
          </a:p>
        </p:txBody>
      </p:sp>
      <p:sp>
        <p:nvSpPr>
          <p:cNvPr id="8" name="页脚占位符 4"/>
          <p:cNvSpPr>
            <a:spLocks noGrp="1"/>
          </p:cNvSpPr>
          <p:nvPr>
            <p:ph type="ftr" sz="quarter" idx="11"/>
          </p:nvPr>
        </p:nvSpPr>
        <p:spPr>
          <a:xfrm>
            <a:off x="3124743" y="4768735"/>
            <a:ext cx="2896103" cy="274722"/>
          </a:xfrm>
          <a:prstGeom prst="rect">
            <a:avLst/>
          </a:prstGeom>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a:xfrm>
            <a:off x="6554338" y="4768735"/>
            <a:ext cx="2133971" cy="274722"/>
          </a:xfrm>
          <a:prstGeom prst="rect">
            <a:avLst/>
          </a:prstGeom>
        </p:spPr>
        <p:txBody>
          <a:bodyPr/>
          <a:lstStyle>
            <a:lvl1pPr>
              <a:defRPr/>
            </a:lvl1pPr>
          </a:lstStyle>
          <a:p>
            <a:pPr>
              <a:defRPr/>
            </a:pPr>
            <a:fld id="{FCB3A32D-1FCD-4730-805F-780D3DD87911}" type="slidenum">
              <a:rPr lang="zh-CN" altLang="en-US"/>
              <a:pPr>
                <a:defRPr/>
              </a:pPr>
              <a:t>‹#›</a:t>
            </a:fld>
            <a:endParaRPr lang="zh-CN" altLang="en-US"/>
          </a:p>
        </p:txBody>
      </p:sp>
    </p:spTree>
    <p:extLst>
      <p:ext uri="{BB962C8B-B14F-4D97-AF65-F5344CB8AC3E}">
        <p14:creationId xmlns:p14="http://schemas.microsoft.com/office/powerpoint/2010/main" val="202299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80" y="206439"/>
            <a:ext cx="8231029" cy="857515"/>
          </a:xfrm>
          <a:prstGeom prst="rect">
            <a:avLst/>
          </a:prstGeom>
        </p:spPr>
        <p:txBody>
          <a:bodyPr/>
          <a:lstStyle/>
          <a:p>
            <a:r>
              <a:rPr lang="zh-CN" altLang="en-US"/>
              <a:t>单击此处编辑母版标题样式</a:t>
            </a:r>
          </a:p>
        </p:txBody>
      </p:sp>
      <p:sp>
        <p:nvSpPr>
          <p:cNvPr id="3" name="日期占位符 3"/>
          <p:cNvSpPr>
            <a:spLocks noGrp="1"/>
          </p:cNvSpPr>
          <p:nvPr>
            <p:ph type="dt" sz="half" idx="10"/>
          </p:nvPr>
        </p:nvSpPr>
        <p:spPr>
          <a:xfrm>
            <a:off x="457279" y="4768735"/>
            <a:ext cx="2133971" cy="274722"/>
          </a:xfrm>
          <a:prstGeom prst="rect">
            <a:avLst/>
          </a:prstGeom>
        </p:spPr>
        <p:txBody>
          <a:bodyPr/>
          <a:lstStyle>
            <a:lvl1pPr>
              <a:defRPr/>
            </a:lvl1pPr>
          </a:lstStyle>
          <a:p>
            <a:pPr>
              <a:defRPr/>
            </a:pPr>
            <a:fld id="{1942A674-53CD-422B-9892-C4EF0827967E}" type="datetimeFigureOut">
              <a:rPr lang="zh-CN" altLang="en-US"/>
              <a:pPr>
                <a:defRPr/>
              </a:pPr>
              <a:t>2025/12/11</a:t>
            </a:fld>
            <a:endParaRPr lang="zh-CN" altLang="en-US"/>
          </a:p>
        </p:txBody>
      </p:sp>
      <p:sp>
        <p:nvSpPr>
          <p:cNvPr id="4" name="页脚占位符 4"/>
          <p:cNvSpPr>
            <a:spLocks noGrp="1"/>
          </p:cNvSpPr>
          <p:nvPr>
            <p:ph type="ftr" sz="quarter" idx="11"/>
          </p:nvPr>
        </p:nvSpPr>
        <p:spPr>
          <a:xfrm>
            <a:off x="3124743" y="4768735"/>
            <a:ext cx="2896103" cy="274722"/>
          </a:xfrm>
          <a:prstGeom prst="rect">
            <a:avLst/>
          </a:prstGeom>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a:xfrm>
            <a:off x="6554338" y="4768735"/>
            <a:ext cx="2133971" cy="274722"/>
          </a:xfrm>
          <a:prstGeom prst="rect">
            <a:avLst/>
          </a:prstGeom>
        </p:spPr>
        <p:txBody>
          <a:bodyPr/>
          <a:lstStyle>
            <a:lvl1pPr>
              <a:defRPr/>
            </a:lvl1pPr>
          </a:lstStyle>
          <a:p>
            <a:pPr>
              <a:defRPr/>
            </a:pPr>
            <a:fld id="{9AB350D4-CBC2-4A07-BB4A-B4CC231CE9C3}" type="slidenum">
              <a:rPr lang="zh-CN" altLang="en-US"/>
              <a:pPr>
                <a:defRPr/>
              </a:pPr>
              <a:t>‹#›</a:t>
            </a:fld>
            <a:endParaRPr lang="zh-CN" altLang="en-US"/>
          </a:p>
        </p:txBody>
      </p:sp>
    </p:spTree>
    <p:extLst>
      <p:ext uri="{BB962C8B-B14F-4D97-AF65-F5344CB8AC3E}">
        <p14:creationId xmlns:p14="http://schemas.microsoft.com/office/powerpoint/2010/main" val="475662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gradFill>
          <a:gsLst>
            <a:gs pos="50000">
              <a:srgbClr val="ECECEC"/>
            </a:gs>
            <a:gs pos="0">
              <a:srgbClr val="E2E2E2"/>
            </a:gs>
            <a:gs pos="100000">
              <a:schemeClr val="bg1"/>
            </a:gs>
          </a:gsLst>
          <a:lin ang="18900000" scaled="1"/>
        </a:gradFill>
        <a:effectLst/>
      </p:bgPr>
    </p:bg>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457279" y="4768735"/>
            <a:ext cx="2133971" cy="274722"/>
          </a:xfrm>
          <a:prstGeom prst="rect">
            <a:avLst/>
          </a:prstGeom>
        </p:spPr>
        <p:txBody>
          <a:bodyPr/>
          <a:lstStyle>
            <a:lvl1pPr>
              <a:defRPr/>
            </a:lvl1pPr>
          </a:lstStyle>
          <a:p>
            <a:pPr>
              <a:defRPr/>
            </a:pPr>
            <a:fld id="{E95118EC-EDEF-4F9C-852D-0A464BD53A70}" type="datetimeFigureOut">
              <a:rPr lang="zh-CN" altLang="en-US"/>
              <a:pPr>
                <a:defRPr/>
              </a:pPr>
              <a:t>2025/12/11</a:t>
            </a:fld>
            <a:endParaRPr lang="zh-CN" altLang="en-US"/>
          </a:p>
        </p:txBody>
      </p:sp>
      <p:sp>
        <p:nvSpPr>
          <p:cNvPr id="4" name="灯片编号占位符 5"/>
          <p:cNvSpPr>
            <a:spLocks noGrp="1"/>
          </p:cNvSpPr>
          <p:nvPr>
            <p:ph type="sldNum" sz="quarter" idx="12"/>
          </p:nvPr>
        </p:nvSpPr>
        <p:spPr>
          <a:xfrm>
            <a:off x="6554338" y="4768735"/>
            <a:ext cx="2133971" cy="274722"/>
          </a:xfrm>
          <a:prstGeom prst="rect">
            <a:avLst/>
          </a:prstGeom>
        </p:spPr>
        <p:txBody>
          <a:bodyPr/>
          <a:lstStyle>
            <a:lvl1pPr>
              <a:defRPr/>
            </a:lvl1pPr>
          </a:lstStyle>
          <a:p>
            <a:pPr>
              <a:defRPr/>
            </a:pPr>
            <a:fld id="{D2CC5073-A55C-4F3C-8D7B-130473455D17}" type="slidenum">
              <a:rPr lang="zh-CN" altLang="en-US"/>
              <a:pPr>
                <a:defRPr/>
              </a:pPr>
              <a:t>‹#›</a:t>
            </a:fld>
            <a:endParaRPr lang="zh-CN" altLang="en-US"/>
          </a:p>
        </p:txBody>
      </p:sp>
    </p:spTree>
    <p:extLst>
      <p:ext uri="{BB962C8B-B14F-4D97-AF65-F5344CB8AC3E}">
        <p14:creationId xmlns:p14="http://schemas.microsoft.com/office/powerpoint/2010/main" val="1171751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81" y="204851"/>
            <a:ext cx="3008835" cy="871807"/>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671" y="204853"/>
            <a:ext cx="5112638" cy="4391190"/>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81" y="1076659"/>
            <a:ext cx="3008835" cy="3519383"/>
          </a:xfrm>
          <a:prstGeom prst="rect">
            <a:avLst/>
          </a:prstGeom>
        </p:spPr>
        <p:txBody>
          <a:bodyPr/>
          <a:lstStyle>
            <a:lvl1pPr marL="0" indent="0">
              <a:buNone/>
              <a:defRPr sz="1400"/>
            </a:lvl1pPr>
            <a:lvl2pPr marL="457250" indent="0">
              <a:buNone/>
              <a:defRPr sz="1200"/>
            </a:lvl2pPr>
            <a:lvl3pPr marL="914499" indent="0">
              <a:buNone/>
              <a:defRPr sz="1000"/>
            </a:lvl3pPr>
            <a:lvl4pPr marL="1371748" indent="0">
              <a:buNone/>
              <a:defRPr sz="900"/>
            </a:lvl4pPr>
            <a:lvl5pPr marL="1828998" indent="0">
              <a:buNone/>
              <a:defRPr sz="900"/>
            </a:lvl5pPr>
            <a:lvl6pPr marL="2286248" indent="0">
              <a:buNone/>
              <a:defRPr sz="900"/>
            </a:lvl6pPr>
            <a:lvl7pPr marL="2743498" indent="0">
              <a:buNone/>
              <a:defRPr sz="900"/>
            </a:lvl7pPr>
            <a:lvl8pPr marL="3200746" indent="0">
              <a:buNone/>
              <a:defRPr sz="900"/>
            </a:lvl8pPr>
            <a:lvl9pPr marL="3657996"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a:xfrm>
            <a:off x="457279" y="4768735"/>
            <a:ext cx="2133971" cy="274722"/>
          </a:xfrm>
          <a:prstGeom prst="rect">
            <a:avLst/>
          </a:prstGeom>
        </p:spPr>
        <p:txBody>
          <a:bodyPr/>
          <a:lstStyle>
            <a:lvl1pPr>
              <a:defRPr/>
            </a:lvl1pPr>
          </a:lstStyle>
          <a:p>
            <a:pPr>
              <a:defRPr/>
            </a:pPr>
            <a:fld id="{173165C5-19AB-4D7E-BF4E-8030D4BC8E07}" type="datetimeFigureOut">
              <a:rPr lang="zh-CN" altLang="en-US"/>
              <a:pPr>
                <a:defRPr/>
              </a:pPr>
              <a:t>2025/12/11</a:t>
            </a:fld>
            <a:endParaRPr lang="zh-CN" altLang="en-US"/>
          </a:p>
        </p:txBody>
      </p:sp>
      <p:sp>
        <p:nvSpPr>
          <p:cNvPr id="6" name="页脚占位符 4"/>
          <p:cNvSpPr>
            <a:spLocks noGrp="1"/>
          </p:cNvSpPr>
          <p:nvPr>
            <p:ph type="ftr" sz="quarter" idx="11"/>
          </p:nvPr>
        </p:nvSpPr>
        <p:spPr>
          <a:xfrm>
            <a:off x="3124743" y="4768735"/>
            <a:ext cx="2896103" cy="274722"/>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6554338" y="4768735"/>
            <a:ext cx="2133971" cy="274722"/>
          </a:xfrm>
          <a:prstGeom prst="rect">
            <a:avLst/>
          </a:prstGeom>
        </p:spPr>
        <p:txBody>
          <a:bodyPr/>
          <a:lstStyle>
            <a:lvl1pPr>
              <a:defRPr/>
            </a:lvl1pPr>
          </a:lstStyle>
          <a:p>
            <a:pPr>
              <a:defRPr/>
            </a:pPr>
            <a:fld id="{C0C2AC4E-50CB-4334-996F-7EE8464BD267}" type="slidenum">
              <a:rPr lang="zh-CN" altLang="en-US"/>
              <a:pPr>
                <a:defRPr/>
              </a:pPr>
              <a:t>‹#›</a:t>
            </a:fld>
            <a:endParaRPr lang="zh-CN" altLang="en-US"/>
          </a:p>
        </p:txBody>
      </p:sp>
    </p:spTree>
    <p:extLst>
      <p:ext uri="{BB962C8B-B14F-4D97-AF65-F5344CB8AC3E}">
        <p14:creationId xmlns:p14="http://schemas.microsoft.com/office/powerpoint/2010/main" val="415485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599" y="3601562"/>
            <a:ext cx="5487353" cy="42518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599" y="459723"/>
            <a:ext cx="5487353" cy="3087053"/>
          </a:xfrm>
          <a:prstGeom prst="rect">
            <a:avLst/>
          </a:prstGeom>
        </p:spPr>
        <p:txBody>
          <a:bodyPr rtlCol="0">
            <a:normAutofit/>
          </a:bodyPr>
          <a:lstStyle>
            <a:lvl1pPr marL="0" indent="0">
              <a:buNone/>
              <a:defRPr sz="3200"/>
            </a:lvl1pPr>
            <a:lvl2pPr marL="457250" indent="0">
              <a:buNone/>
              <a:defRPr sz="2800"/>
            </a:lvl2pPr>
            <a:lvl3pPr marL="914499" indent="0">
              <a:buNone/>
              <a:defRPr sz="2400"/>
            </a:lvl3pPr>
            <a:lvl4pPr marL="1371748" indent="0">
              <a:buNone/>
              <a:defRPr sz="2000"/>
            </a:lvl4pPr>
            <a:lvl5pPr marL="1828998" indent="0">
              <a:buNone/>
              <a:defRPr sz="2000"/>
            </a:lvl5pPr>
            <a:lvl6pPr marL="2286248" indent="0">
              <a:buNone/>
              <a:defRPr sz="2000"/>
            </a:lvl6pPr>
            <a:lvl7pPr marL="2743498" indent="0">
              <a:buNone/>
              <a:defRPr sz="2000"/>
            </a:lvl7pPr>
            <a:lvl8pPr marL="3200746" indent="0">
              <a:buNone/>
              <a:defRPr sz="2000"/>
            </a:lvl8pPr>
            <a:lvl9pPr marL="3657996" indent="0">
              <a:buNone/>
              <a:defRPr sz="2000"/>
            </a:lvl9pPr>
          </a:lstStyle>
          <a:p>
            <a:pPr lvl="0"/>
            <a:endParaRPr lang="zh-CN" altLang="en-US" noProof="0"/>
          </a:p>
        </p:txBody>
      </p:sp>
      <p:sp>
        <p:nvSpPr>
          <p:cNvPr id="4" name="文本占位符 3"/>
          <p:cNvSpPr>
            <a:spLocks noGrp="1"/>
          </p:cNvSpPr>
          <p:nvPr>
            <p:ph type="body" sz="half" idx="2"/>
          </p:nvPr>
        </p:nvSpPr>
        <p:spPr>
          <a:xfrm>
            <a:off x="1792599" y="4026747"/>
            <a:ext cx="5487353" cy="603834"/>
          </a:xfrm>
          <a:prstGeom prst="rect">
            <a:avLst/>
          </a:prstGeom>
        </p:spPr>
        <p:txBody>
          <a:bodyPr/>
          <a:lstStyle>
            <a:lvl1pPr marL="0" indent="0">
              <a:buNone/>
              <a:defRPr sz="1400"/>
            </a:lvl1pPr>
            <a:lvl2pPr marL="457250" indent="0">
              <a:buNone/>
              <a:defRPr sz="1200"/>
            </a:lvl2pPr>
            <a:lvl3pPr marL="914499" indent="0">
              <a:buNone/>
              <a:defRPr sz="1000"/>
            </a:lvl3pPr>
            <a:lvl4pPr marL="1371748" indent="0">
              <a:buNone/>
              <a:defRPr sz="900"/>
            </a:lvl4pPr>
            <a:lvl5pPr marL="1828998" indent="0">
              <a:buNone/>
              <a:defRPr sz="900"/>
            </a:lvl5pPr>
            <a:lvl6pPr marL="2286248" indent="0">
              <a:buNone/>
              <a:defRPr sz="900"/>
            </a:lvl6pPr>
            <a:lvl7pPr marL="2743498" indent="0">
              <a:buNone/>
              <a:defRPr sz="900"/>
            </a:lvl7pPr>
            <a:lvl8pPr marL="3200746" indent="0">
              <a:buNone/>
              <a:defRPr sz="900"/>
            </a:lvl8pPr>
            <a:lvl9pPr marL="3657996"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a:xfrm>
            <a:off x="457279" y="4768735"/>
            <a:ext cx="2133971" cy="274722"/>
          </a:xfrm>
          <a:prstGeom prst="rect">
            <a:avLst/>
          </a:prstGeom>
        </p:spPr>
        <p:txBody>
          <a:bodyPr/>
          <a:lstStyle>
            <a:lvl1pPr>
              <a:defRPr/>
            </a:lvl1pPr>
          </a:lstStyle>
          <a:p>
            <a:pPr>
              <a:defRPr/>
            </a:pPr>
            <a:fld id="{76C6AEFD-D42C-445E-A078-69D256A721CC}" type="datetimeFigureOut">
              <a:rPr lang="zh-CN" altLang="en-US"/>
              <a:pPr>
                <a:defRPr/>
              </a:pPr>
              <a:t>2025/12/11</a:t>
            </a:fld>
            <a:endParaRPr lang="zh-CN" altLang="en-US"/>
          </a:p>
        </p:txBody>
      </p:sp>
      <p:sp>
        <p:nvSpPr>
          <p:cNvPr id="6" name="页脚占位符 4"/>
          <p:cNvSpPr>
            <a:spLocks noGrp="1"/>
          </p:cNvSpPr>
          <p:nvPr>
            <p:ph type="ftr" sz="quarter" idx="11"/>
          </p:nvPr>
        </p:nvSpPr>
        <p:spPr>
          <a:xfrm>
            <a:off x="3124743" y="4768735"/>
            <a:ext cx="2896103" cy="274722"/>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6554338" y="4768735"/>
            <a:ext cx="2133971" cy="274722"/>
          </a:xfrm>
          <a:prstGeom prst="rect">
            <a:avLst/>
          </a:prstGeom>
        </p:spPr>
        <p:txBody>
          <a:bodyPr/>
          <a:lstStyle>
            <a:lvl1pPr>
              <a:defRPr/>
            </a:lvl1pPr>
          </a:lstStyle>
          <a:p>
            <a:pPr>
              <a:defRPr/>
            </a:pPr>
            <a:fld id="{63B7A587-D83B-45BF-80B0-EB01029C5564}" type="slidenum">
              <a:rPr lang="zh-CN" altLang="en-US"/>
              <a:pPr>
                <a:defRPr/>
              </a:pPr>
              <a:t>‹#›</a:t>
            </a:fld>
            <a:endParaRPr lang="zh-CN" altLang="en-US"/>
          </a:p>
        </p:txBody>
      </p:sp>
    </p:spTree>
    <p:extLst>
      <p:ext uri="{BB962C8B-B14F-4D97-AF65-F5344CB8AC3E}">
        <p14:creationId xmlns:p14="http://schemas.microsoft.com/office/powerpoint/2010/main" val="1684016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80" y="206439"/>
            <a:ext cx="8231029" cy="85751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80" y="1200521"/>
            <a:ext cx="8231029" cy="339512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79" y="4768735"/>
            <a:ext cx="2133971" cy="274722"/>
          </a:xfrm>
          <a:prstGeom prst="rect">
            <a:avLst/>
          </a:prstGeom>
        </p:spPr>
        <p:txBody>
          <a:bodyPr/>
          <a:lstStyle>
            <a:lvl1pPr>
              <a:defRPr/>
            </a:lvl1pPr>
          </a:lstStyle>
          <a:p>
            <a:pPr>
              <a:defRPr/>
            </a:pPr>
            <a:fld id="{FF3F2B87-989E-4F4D-A3D6-9B10DAD785BB}" type="datetimeFigureOut">
              <a:rPr lang="zh-CN" altLang="en-US"/>
              <a:pPr>
                <a:defRPr/>
              </a:pPr>
              <a:t>2025/12/11</a:t>
            </a:fld>
            <a:endParaRPr lang="zh-CN" altLang="en-US"/>
          </a:p>
        </p:txBody>
      </p:sp>
      <p:sp>
        <p:nvSpPr>
          <p:cNvPr id="5" name="页脚占位符 4"/>
          <p:cNvSpPr>
            <a:spLocks noGrp="1"/>
          </p:cNvSpPr>
          <p:nvPr>
            <p:ph type="ftr" sz="quarter" idx="11"/>
          </p:nvPr>
        </p:nvSpPr>
        <p:spPr>
          <a:xfrm>
            <a:off x="3124743" y="4768735"/>
            <a:ext cx="2896103" cy="27472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4338" y="4768735"/>
            <a:ext cx="2133971" cy="274722"/>
          </a:xfrm>
          <a:prstGeom prst="rect">
            <a:avLst/>
          </a:prstGeom>
        </p:spPr>
        <p:txBody>
          <a:bodyPr/>
          <a:lstStyle>
            <a:lvl1pPr>
              <a:defRPr/>
            </a:lvl1pPr>
          </a:lstStyle>
          <a:p>
            <a:pPr>
              <a:defRPr/>
            </a:pPr>
            <a:fld id="{98954EB6-7BED-43FD-8483-DCA0766CC830}" type="slidenum">
              <a:rPr lang="zh-CN" altLang="en-US"/>
              <a:pPr>
                <a:defRPr/>
              </a:pPr>
              <a:t>‹#›</a:t>
            </a:fld>
            <a:endParaRPr lang="zh-CN" altLang="en-US"/>
          </a:p>
        </p:txBody>
      </p:sp>
    </p:spTree>
    <p:extLst>
      <p:ext uri="{BB962C8B-B14F-4D97-AF65-F5344CB8AC3E}">
        <p14:creationId xmlns:p14="http://schemas.microsoft.com/office/powerpoint/2010/main" val="2961131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551" y="154830"/>
            <a:ext cx="2057757" cy="3291904"/>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80" y="154830"/>
            <a:ext cx="6020845" cy="3291904"/>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79" y="4768735"/>
            <a:ext cx="2133971" cy="274722"/>
          </a:xfrm>
          <a:prstGeom prst="rect">
            <a:avLst/>
          </a:prstGeom>
        </p:spPr>
        <p:txBody>
          <a:bodyPr/>
          <a:lstStyle>
            <a:lvl1pPr>
              <a:defRPr/>
            </a:lvl1pPr>
          </a:lstStyle>
          <a:p>
            <a:pPr>
              <a:defRPr/>
            </a:pPr>
            <a:fld id="{ADDB09A5-729D-4B62-9A05-E166FB412201}" type="datetimeFigureOut">
              <a:rPr lang="zh-CN" altLang="en-US"/>
              <a:pPr>
                <a:defRPr/>
              </a:pPr>
              <a:t>2025/12/11</a:t>
            </a:fld>
            <a:endParaRPr lang="zh-CN" altLang="en-US"/>
          </a:p>
        </p:txBody>
      </p:sp>
      <p:sp>
        <p:nvSpPr>
          <p:cNvPr id="5" name="页脚占位符 4"/>
          <p:cNvSpPr>
            <a:spLocks noGrp="1"/>
          </p:cNvSpPr>
          <p:nvPr>
            <p:ph type="ftr" sz="quarter" idx="11"/>
          </p:nvPr>
        </p:nvSpPr>
        <p:spPr>
          <a:xfrm>
            <a:off x="3124743" y="4768735"/>
            <a:ext cx="2896103" cy="27472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4338" y="4768735"/>
            <a:ext cx="2133971" cy="274722"/>
          </a:xfrm>
          <a:prstGeom prst="rect">
            <a:avLst/>
          </a:prstGeom>
        </p:spPr>
        <p:txBody>
          <a:bodyPr/>
          <a:lstStyle>
            <a:lvl1pPr>
              <a:defRPr/>
            </a:lvl1pPr>
          </a:lstStyle>
          <a:p>
            <a:pPr>
              <a:defRPr/>
            </a:pPr>
            <a:fld id="{B2A21541-2C8E-4FE7-AD01-6AECC40AD2EC}" type="slidenum">
              <a:rPr lang="zh-CN" altLang="en-US"/>
              <a:pPr>
                <a:defRPr/>
              </a:pPr>
              <a:t>‹#›</a:t>
            </a:fld>
            <a:endParaRPr lang="zh-CN" altLang="en-US"/>
          </a:p>
        </p:txBody>
      </p:sp>
    </p:spTree>
    <p:extLst>
      <p:ext uri="{BB962C8B-B14F-4D97-AF65-F5344CB8AC3E}">
        <p14:creationId xmlns:p14="http://schemas.microsoft.com/office/powerpoint/2010/main" val="3015735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8850"/>
            <a:ext cx="2133600" cy="273050"/>
          </a:xfrm>
          <a:prstGeom prst="rect">
            <a:avLst/>
          </a:prstGeom>
        </p:spPr>
        <p:txBody>
          <a:bodyPr/>
          <a:lstStyle/>
          <a:p>
            <a:fld id="{E3EC7EAC-03E4-4402-825D-DCFC39D5C2AC}" type="datetimeFigureOut">
              <a:rPr lang="zh-CN" altLang="en-US" smtClean="0"/>
              <a:t>2025/12/11</a:t>
            </a:fld>
            <a:endParaRPr lang="zh-CN" altLang="en-US"/>
          </a:p>
        </p:txBody>
      </p:sp>
      <p:sp>
        <p:nvSpPr>
          <p:cNvPr id="3" name="页脚占位符 2"/>
          <p:cNvSpPr>
            <a:spLocks noGrp="1"/>
          </p:cNvSpPr>
          <p:nvPr>
            <p:ph type="ftr" sz="quarter" idx="11"/>
          </p:nvPr>
        </p:nvSpPr>
        <p:spPr>
          <a:xfrm>
            <a:off x="3124200" y="4768850"/>
            <a:ext cx="2897188" cy="273050"/>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4788" y="4768850"/>
            <a:ext cx="2133600" cy="273050"/>
          </a:xfrm>
          <a:prstGeom prst="rect">
            <a:avLst/>
          </a:prstGeom>
        </p:spPr>
        <p:txBody>
          <a:bodyPr/>
          <a:lstStyle/>
          <a:p>
            <a:fld id="{92C72128-C307-4755-85D3-F9BDA2236DCD}" type="slidenum">
              <a:rPr lang="zh-CN" altLang="en-US" smtClean="0"/>
              <a:t>‹#›</a:t>
            </a:fld>
            <a:endParaRPr lang="zh-CN" altLang="en-US"/>
          </a:p>
        </p:txBody>
      </p:sp>
    </p:spTree>
    <p:extLst>
      <p:ext uri="{BB962C8B-B14F-4D97-AF65-F5344CB8AC3E}">
        <p14:creationId xmlns:p14="http://schemas.microsoft.com/office/powerpoint/2010/main" val="1508461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9129623" cy="5145088"/>
          </a:xfrm>
          <a:prstGeom prst="rect">
            <a:avLst/>
          </a:prstGeom>
        </p:spPr>
      </p:pic>
      <p:pic>
        <p:nvPicPr>
          <p:cNvPr id="16" name="图片 15"/>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043" y="2068488"/>
            <a:ext cx="7103592" cy="3076599"/>
          </a:xfrm>
          <a:prstGeom prst="rect">
            <a:avLst/>
          </a:prstGeom>
        </p:spPr>
      </p:pic>
      <p:pic>
        <p:nvPicPr>
          <p:cNvPr id="18" name="图片 17"/>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6067349" y="0"/>
            <a:ext cx="3081646" cy="5145088"/>
          </a:xfrm>
          <a:prstGeom prst="rect">
            <a:avLst/>
          </a:prstGeom>
        </p:spPr>
      </p:pic>
      <p:sp>
        <p:nvSpPr>
          <p:cNvPr id="8" name="椭圆 7"/>
          <p:cNvSpPr/>
          <p:nvPr userDrawn="1"/>
        </p:nvSpPr>
        <p:spPr>
          <a:xfrm rot="16200000" flipV="1">
            <a:off x="379776" y="373380"/>
            <a:ext cx="266980" cy="266978"/>
          </a:xfrm>
          <a:prstGeom prst="ellipse">
            <a:avLst/>
          </a:prstGeom>
          <a:blipFill dpi="0" rotWithShape="1">
            <a:blip r:embed="rId16" cstate="print">
              <a:extLst>
                <a:ext uri="{28A0092B-C50C-407E-A947-70E740481C1C}">
                  <a14:useLocalDpi xmlns:a14="http://schemas.microsoft.com/office/drawing/2010/main" val="0"/>
                </a:ext>
              </a:extLst>
            </a:blip>
            <a:srcRect/>
            <a:stretch>
              <a:fillRect l="-1" t="-66201" r="-185107" b="-74714"/>
            </a:stretch>
          </a:blipFill>
          <a:ln w="9525" cap="flat" cmpd="sng" algn="ctr">
            <a:solidFill>
              <a:sysClr val="window" lastClr="FFFFFF">
                <a:lumMod val="75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entury Gothic"/>
              <a:ea typeface="幼圆"/>
              <a:cs typeface="+mn-cs"/>
            </a:endParaRPr>
          </a:p>
        </p:txBody>
      </p:sp>
      <p:cxnSp>
        <p:nvCxnSpPr>
          <p:cNvPr id="9" name="直接连接符 8"/>
          <p:cNvCxnSpPr/>
          <p:nvPr userDrawn="1"/>
        </p:nvCxnSpPr>
        <p:spPr>
          <a:xfrm>
            <a:off x="812237" y="700336"/>
            <a:ext cx="7576981" cy="0"/>
          </a:xfrm>
          <a:prstGeom prst="line">
            <a:avLst/>
          </a:prstGeom>
          <a:ln>
            <a:solidFill>
              <a:schemeClr val="bg1">
                <a:lumMod val="75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p:titleStyle>
    <p:bodyStyle>
      <a:lvl1pPr marL="342937" indent="-342937"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3030" indent="-285781"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124" indent="-228624"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374" indent="-228624"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623" indent="-228624"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872" indent="-228624" algn="l" defTabSz="914499"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2122" indent="-228624" algn="l" defTabSz="914499"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372" indent="-228624" algn="l" defTabSz="9144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621" indent="-228624" algn="l" defTabSz="914499"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99" rtl="0" eaLnBrk="1" latinLnBrk="0" hangingPunct="1">
        <a:defRPr sz="1800" kern="1200">
          <a:solidFill>
            <a:schemeClr val="tx1"/>
          </a:solidFill>
          <a:latin typeface="+mn-lt"/>
          <a:ea typeface="+mn-ea"/>
          <a:cs typeface="+mn-cs"/>
        </a:defRPr>
      </a:lvl1pPr>
      <a:lvl2pPr marL="457250" algn="l" defTabSz="914499" rtl="0" eaLnBrk="1" latinLnBrk="0" hangingPunct="1">
        <a:defRPr sz="1800" kern="1200">
          <a:solidFill>
            <a:schemeClr val="tx1"/>
          </a:solidFill>
          <a:latin typeface="+mn-lt"/>
          <a:ea typeface="+mn-ea"/>
          <a:cs typeface="+mn-cs"/>
        </a:defRPr>
      </a:lvl2pPr>
      <a:lvl3pPr marL="914499" algn="l" defTabSz="914499" rtl="0" eaLnBrk="1" latinLnBrk="0" hangingPunct="1">
        <a:defRPr sz="1800" kern="1200">
          <a:solidFill>
            <a:schemeClr val="tx1"/>
          </a:solidFill>
          <a:latin typeface="+mn-lt"/>
          <a:ea typeface="+mn-ea"/>
          <a:cs typeface="+mn-cs"/>
        </a:defRPr>
      </a:lvl3pPr>
      <a:lvl4pPr marL="1371748" algn="l" defTabSz="914499" rtl="0" eaLnBrk="1" latinLnBrk="0" hangingPunct="1">
        <a:defRPr sz="1800" kern="1200">
          <a:solidFill>
            <a:schemeClr val="tx1"/>
          </a:solidFill>
          <a:latin typeface="+mn-lt"/>
          <a:ea typeface="+mn-ea"/>
          <a:cs typeface="+mn-cs"/>
        </a:defRPr>
      </a:lvl4pPr>
      <a:lvl5pPr marL="1828998" algn="l" defTabSz="914499" rtl="0" eaLnBrk="1" latinLnBrk="0" hangingPunct="1">
        <a:defRPr sz="1800" kern="1200">
          <a:solidFill>
            <a:schemeClr val="tx1"/>
          </a:solidFill>
          <a:latin typeface="+mn-lt"/>
          <a:ea typeface="+mn-ea"/>
          <a:cs typeface="+mn-cs"/>
        </a:defRPr>
      </a:lvl5pPr>
      <a:lvl6pPr marL="2286248" algn="l" defTabSz="914499" rtl="0" eaLnBrk="1" latinLnBrk="0" hangingPunct="1">
        <a:defRPr sz="1800" kern="1200">
          <a:solidFill>
            <a:schemeClr val="tx1"/>
          </a:solidFill>
          <a:latin typeface="+mn-lt"/>
          <a:ea typeface="+mn-ea"/>
          <a:cs typeface="+mn-cs"/>
        </a:defRPr>
      </a:lvl6pPr>
      <a:lvl7pPr marL="2743498" algn="l" defTabSz="914499" rtl="0" eaLnBrk="1" latinLnBrk="0" hangingPunct="1">
        <a:defRPr sz="1800" kern="1200">
          <a:solidFill>
            <a:schemeClr val="tx1"/>
          </a:solidFill>
          <a:latin typeface="+mn-lt"/>
          <a:ea typeface="+mn-ea"/>
          <a:cs typeface="+mn-cs"/>
        </a:defRPr>
      </a:lvl7pPr>
      <a:lvl8pPr marL="3200746" algn="l" defTabSz="914499" rtl="0" eaLnBrk="1" latinLnBrk="0" hangingPunct="1">
        <a:defRPr sz="1800" kern="1200">
          <a:solidFill>
            <a:schemeClr val="tx1"/>
          </a:solidFill>
          <a:latin typeface="+mn-lt"/>
          <a:ea typeface="+mn-ea"/>
          <a:cs typeface="+mn-cs"/>
        </a:defRPr>
      </a:lvl8pPr>
      <a:lvl9pPr marL="3657996" algn="l" defTabSz="914499"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29623" cy="5145088"/>
          </a:xfrm>
          <a:prstGeom prst="rect">
            <a:avLst/>
          </a:prstGeom>
        </p:spPr>
      </p:pic>
    </p:spTree>
    <p:extLst>
      <p:ext uri="{BB962C8B-B14F-4D97-AF65-F5344CB8AC3E}">
        <p14:creationId xmlns:p14="http://schemas.microsoft.com/office/powerpoint/2010/main" val="2003005591"/>
      </p:ext>
    </p:extLst>
  </p:cSld>
  <p:clrMap bg1="lt1" tx1="dk1" bg2="lt2" tx2="dk2" accent1="accent1" accent2="accent2" accent3="accent3" accent4="accent4" accent5="accent5" accent6="accent6" hlink="hlink" folHlink="folHlink"/>
  <p:sldLayoutIdLst>
    <p:sldLayoutId id="2147483667"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7.png"/><Relationship Id="rId2" Type="http://schemas.openxmlformats.org/officeDocument/2006/relationships/slideLayout" Target="../slideLayouts/slideLayout12.xml"/><Relationship Id="rId1" Type="http://schemas.openxmlformats.org/officeDocument/2006/relationships/themeOverride" Target="../theme/themeOverride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hemeOverride" Target="../theme/themeOverride2.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hemeOverride" Target="../theme/themeOverride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hemeOverride" Target="../theme/themeOverride4.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hemeOverride" Target="../theme/themeOverride5.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hemeOverride" Target="../theme/themeOverride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hemeOverride" Target="../theme/themeOverride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themeOverride" Target="../theme/themeOverride8.xml"/><Relationship Id="rId5" Type="http://schemas.openxmlformats.org/officeDocument/2006/relationships/image" Target="../media/image6.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hemeOverride" Target="../theme/themeOverride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themeOverride" Target="../theme/themeOverride10.xml"/><Relationship Id="rId5" Type="http://schemas.openxmlformats.org/officeDocument/2006/relationships/image" Target="../media/image6.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3.xml"/><Relationship Id="rId7" Type="http://schemas.openxmlformats.org/officeDocument/2006/relationships/notesSlide" Target="../notesSlides/notesSlide11.xml"/><Relationship Id="rId2" Type="http://schemas.openxmlformats.org/officeDocument/2006/relationships/tags" Target="../tags/tag2.xml"/><Relationship Id="rId1" Type="http://schemas.openxmlformats.org/officeDocument/2006/relationships/themeOverride" Target="../theme/themeOverride11.xml"/><Relationship Id="rId6" Type="http://schemas.openxmlformats.org/officeDocument/2006/relationships/slideLayout" Target="../slideLayouts/slideLayout3.xml"/><Relationship Id="rId5" Type="http://schemas.openxmlformats.org/officeDocument/2006/relationships/tags" Target="../tags/tag5.xml"/><Relationship Id="rId4" Type="http://schemas.openxmlformats.org/officeDocument/2006/relationships/tags" Target="../tags/tag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hemeOverride" Target="../theme/themeOverride1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hemeOverride" Target="../theme/themeOverride13.xml"/><Relationship Id="rId5" Type="http://schemas.openxmlformats.org/officeDocument/2006/relationships/image" Target="../media/image6.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5.png"/><Relationship Id="rId3" Type="http://schemas.openxmlformats.org/officeDocument/2006/relationships/tags" Target="../tags/tag7.xml"/><Relationship Id="rId7" Type="http://schemas.openxmlformats.org/officeDocument/2006/relationships/notesSlide" Target="../notesSlides/notesSlide14.xml"/><Relationship Id="rId12" Type="http://schemas.openxmlformats.org/officeDocument/2006/relationships/image" Target="../media/image14.png"/><Relationship Id="rId2" Type="http://schemas.openxmlformats.org/officeDocument/2006/relationships/tags" Target="../tags/tag6.xml"/><Relationship Id="rId1" Type="http://schemas.openxmlformats.org/officeDocument/2006/relationships/themeOverride" Target="../theme/themeOverride14.xml"/><Relationship Id="rId6" Type="http://schemas.openxmlformats.org/officeDocument/2006/relationships/slideLayout" Target="../slideLayouts/slideLayout3.xml"/><Relationship Id="rId11" Type="http://schemas.microsoft.com/office/2007/relationships/hdphoto" Target="../media/hdphoto2.wdp"/><Relationship Id="rId5" Type="http://schemas.openxmlformats.org/officeDocument/2006/relationships/tags" Target="../tags/tag9.xml"/><Relationship Id="rId10" Type="http://schemas.openxmlformats.org/officeDocument/2006/relationships/image" Target="../media/image13.png"/><Relationship Id="rId4" Type="http://schemas.openxmlformats.org/officeDocument/2006/relationships/tags" Target="../tags/tag8.xml"/><Relationship Id="rId9" Type="http://schemas.microsoft.com/office/2007/relationships/hdphoto" Target="../media/hdphoto1.wdp"/><Relationship Id="rId1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11.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notesSlide" Target="../notesSlides/notesSlide15.xml"/><Relationship Id="rId5" Type="http://schemas.openxmlformats.org/officeDocument/2006/relationships/slideLayout" Target="../slideLayouts/slideLayout3.xml"/><Relationship Id="rId4" Type="http://schemas.openxmlformats.org/officeDocument/2006/relationships/tags" Target="../tags/tag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hemeOverride" Target="../theme/themeOverride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hemeOverride" Target="../theme/themeOverride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hemeOverride" Target="../theme/themeOverride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hemeOverride" Target="../theme/themeOverride18.xml"/></Relationships>
</file>

<file path=ppt/slides/_rels/slide20.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notesSlide" Target="../notesSlides/notesSlide20.xml"/><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slideLayout" Target="../slideLayouts/slideLayout3.xml"/><Relationship Id="rId2" Type="http://schemas.openxmlformats.org/officeDocument/2006/relationships/tags" Target="../tags/tag14.xml"/><Relationship Id="rId1" Type="http://schemas.openxmlformats.org/officeDocument/2006/relationships/themeOverride" Target="../theme/themeOverride19.xml"/><Relationship Id="rId6" Type="http://schemas.openxmlformats.org/officeDocument/2006/relationships/tags" Target="../tags/tag18.xml"/><Relationship Id="rId11" Type="http://schemas.openxmlformats.org/officeDocument/2006/relationships/tags" Target="../tags/tag23.xml"/><Relationship Id="rId5" Type="http://schemas.openxmlformats.org/officeDocument/2006/relationships/tags" Target="../tags/tag17.xml"/><Relationship Id="rId10" Type="http://schemas.openxmlformats.org/officeDocument/2006/relationships/tags" Target="../tags/tag22.xml"/><Relationship Id="rId4" Type="http://schemas.openxmlformats.org/officeDocument/2006/relationships/tags" Target="../tags/tag16.xml"/><Relationship Id="rId9"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themeOverride" Target="../theme/themeOverride20.xml"/><Relationship Id="rId5" Type="http://schemas.openxmlformats.org/officeDocument/2006/relationships/image" Target="../media/image6.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hemeOverride" Target="../theme/themeOverride21.xml"/><Relationship Id="rId5" Type="http://schemas.openxmlformats.org/officeDocument/2006/relationships/image" Target="../media/image11.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hemeOverride" Target="../theme/themeOverride2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themeOverride" Target="../theme/themeOverride2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jp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hemeOverride" Target="../theme/themeOverride2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themeOverride" Target="../theme/themeOverride2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themeOverride" Target="../theme/themeOverride2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hemeOverride" Target="../theme/themeOverr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65" y="-3029"/>
            <a:ext cx="9129623" cy="5145088"/>
          </a:xfrm>
          <a:prstGeom prst="rect">
            <a:avLst/>
          </a:prstGeom>
        </p:spPr>
      </p:pic>
      <p:pic>
        <p:nvPicPr>
          <p:cNvPr id="4" name="图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134" y="1103198"/>
            <a:ext cx="4792704" cy="4041889"/>
          </a:xfrm>
          <a:prstGeom prst="rect">
            <a:avLst/>
          </a:prstGeom>
        </p:spPr>
      </p:pic>
      <p:pic>
        <p:nvPicPr>
          <p:cNvPr id="5" name="图片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85827" y="0"/>
            <a:ext cx="3090860" cy="5145088"/>
          </a:xfrm>
          <a:prstGeom prst="rect">
            <a:avLst/>
          </a:prstGeom>
        </p:spPr>
      </p:pic>
      <p:sp>
        <p:nvSpPr>
          <p:cNvPr id="14" name="TextBox 389"/>
          <p:cNvSpPr txBox="1"/>
          <p:nvPr/>
        </p:nvSpPr>
        <p:spPr>
          <a:xfrm>
            <a:off x="1944502" y="1493640"/>
            <a:ext cx="5256584" cy="923330"/>
          </a:xfrm>
          <a:prstGeom prst="rect">
            <a:avLst/>
          </a:prstGeom>
          <a:noFill/>
        </p:spPr>
        <p:txBody>
          <a:bodyPr wrap="square" rtlCol="0">
            <a:spAutoFit/>
          </a:bodyPr>
          <a:lstStyle/>
          <a:p>
            <a:pPr algn="ctr"/>
            <a:r>
              <a:rPr lang="zh-CN" altLang="en-US" sz="5400" b="1" dirty="0">
                <a:solidFill>
                  <a:srgbClr val="C80A2A"/>
                </a:solidFill>
                <a:effectLst>
                  <a:reflection blurRad="6350" stA="25000" endPos="50000" dist="60007" dir="5400000" sy="-100000" algn="bl" rotWithShape="0"/>
                </a:effectLst>
                <a:latin typeface="+mj-ea"/>
                <a:ea typeface="+mj-ea"/>
                <a:cs typeface="+mn-ea"/>
                <a:sym typeface="+mn-lt"/>
              </a:rPr>
              <a:t>转正述职报告</a:t>
            </a:r>
            <a:endParaRPr lang="zh-CN" altLang="en-US" sz="5400" dirty="0">
              <a:solidFill>
                <a:schemeClr val="tx1">
                  <a:lumMod val="85000"/>
                  <a:lumOff val="15000"/>
                </a:schemeClr>
              </a:solidFill>
              <a:effectLst>
                <a:reflection blurRad="6350" stA="25000" endPos="50000" dist="60007" dir="5400000" sy="-100000" algn="bl" rotWithShape="0"/>
              </a:effectLst>
              <a:latin typeface="+mj-ea"/>
              <a:ea typeface="+mj-ea"/>
              <a:cs typeface="+mn-ea"/>
              <a:sym typeface="+mn-lt"/>
            </a:endParaRPr>
          </a:p>
        </p:txBody>
      </p:sp>
      <p:sp>
        <p:nvSpPr>
          <p:cNvPr id="15" name="TextBox 386"/>
          <p:cNvSpPr txBox="1"/>
          <p:nvPr/>
        </p:nvSpPr>
        <p:spPr>
          <a:xfrm>
            <a:off x="3060626" y="3113103"/>
            <a:ext cx="3270447" cy="369332"/>
          </a:xfrm>
          <a:prstGeom prst="rect">
            <a:avLst/>
          </a:prstGeom>
          <a:noFill/>
        </p:spPr>
        <p:txBody>
          <a:bodyPr wrap="none" rtlCol="0">
            <a:spAutoFit/>
          </a:bodyPr>
          <a:lstStyle/>
          <a:p>
            <a:r>
              <a:rPr lang="zh-CN" altLang="zh-CN" dirty="0"/>
              <a:t>南部中心</a:t>
            </a:r>
            <a:r>
              <a:rPr lang="en-US" altLang="zh-CN" dirty="0"/>
              <a:t>|</a:t>
            </a:r>
            <a:r>
              <a:rPr lang="zh-CN" altLang="zh-CN" dirty="0"/>
              <a:t>南部</a:t>
            </a:r>
            <a:r>
              <a:rPr lang="en-US" altLang="zh-CN" dirty="0"/>
              <a:t>1</a:t>
            </a:r>
            <a:r>
              <a:rPr lang="zh-CN" altLang="zh-CN" dirty="0"/>
              <a:t>组</a:t>
            </a:r>
            <a:r>
              <a:rPr lang="en-US" altLang="zh-CN" dirty="0"/>
              <a:t>-</a:t>
            </a:r>
            <a:r>
              <a:rPr lang="zh-CN" altLang="zh-CN" dirty="0"/>
              <a:t>交付组部门</a:t>
            </a:r>
            <a:endParaRPr lang="zh-CN" altLang="zh-CN" sz="1200" dirty="0">
              <a:effectLst/>
            </a:endParaRPr>
          </a:p>
        </p:txBody>
      </p:sp>
      <p:pic>
        <p:nvPicPr>
          <p:cNvPr id="3" name="图片 2">
            <a:extLst>
              <a:ext uri="{FF2B5EF4-FFF2-40B4-BE49-F238E27FC236}">
                <a16:creationId xmlns:a16="http://schemas.microsoft.com/office/drawing/2014/main" id="{AEB64E4D-486A-3FD5-9E21-BE69B925904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71897" y="-14474"/>
            <a:ext cx="3658378" cy="731676"/>
          </a:xfrm>
          <a:prstGeom prst="rect">
            <a:avLst/>
          </a:prstGeom>
        </p:spPr>
      </p:pic>
      <p:sp>
        <p:nvSpPr>
          <p:cNvPr id="6" name="TextBox 386">
            <a:extLst>
              <a:ext uri="{FF2B5EF4-FFF2-40B4-BE49-F238E27FC236}">
                <a16:creationId xmlns:a16="http://schemas.microsoft.com/office/drawing/2014/main" id="{9C9E22BA-8A2B-7F84-D74E-EB8C63EFCF21}"/>
              </a:ext>
            </a:extLst>
          </p:cNvPr>
          <p:cNvSpPr txBox="1"/>
          <p:nvPr/>
        </p:nvSpPr>
        <p:spPr>
          <a:xfrm>
            <a:off x="3425589" y="3857224"/>
            <a:ext cx="2263761" cy="369332"/>
          </a:xfrm>
          <a:prstGeom prst="rect">
            <a:avLst/>
          </a:prstGeom>
          <a:noFill/>
        </p:spPr>
        <p:txBody>
          <a:bodyPr wrap="none" rtlCol="0">
            <a:spAutoFit/>
          </a:bodyPr>
          <a:lstStyle/>
          <a:p>
            <a:pPr fontAlgn="auto"/>
            <a:r>
              <a:rPr lang="zh-CN" altLang="zh-CN" b="1" dirty="0"/>
              <a:t>述职人：魏</a:t>
            </a:r>
            <a:r>
              <a:rPr lang="en-US" altLang="zh-CN" b="1" dirty="0"/>
              <a:t>	</a:t>
            </a:r>
            <a:r>
              <a:rPr lang="zh-CN" altLang="zh-CN" b="1" dirty="0"/>
              <a:t>强</a:t>
            </a:r>
            <a:endParaRPr lang="zh-CN" altLang="zh-CN" dirty="0">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5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childTnLst>
                                </p:cTn>
                              </p:par>
                              <p:par>
                                <p:cTn id="13" presetID="22" presetClass="entr" presetSubtype="8" fill="hold" grpId="0" nodeType="withEffect">
                                  <p:stCondLst>
                                    <p:cond delay="25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1750"/>
                                        <p:tgtEl>
                                          <p:spTgt spid="14"/>
                                        </p:tgtEl>
                                      </p:cBhvr>
                                    </p:animEffect>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anim calcmode="lin" valueType="num">
                                      <p:cBhvr>
                                        <p:cTn id="26" dur="1000" fill="hold"/>
                                        <p:tgtEl>
                                          <p:spTgt spid="6"/>
                                        </p:tgtEl>
                                        <p:attrNameLst>
                                          <p:attrName>ppt_x</p:attrName>
                                        </p:attrNameLst>
                                      </p:cBhvr>
                                      <p:tavLst>
                                        <p:tav tm="0">
                                          <p:val>
                                            <p:strVal val="#ppt_x"/>
                                          </p:val>
                                        </p:tav>
                                        <p:tav tm="100000">
                                          <p:val>
                                            <p:strVal val="#ppt_x"/>
                                          </p:val>
                                        </p:tav>
                                      </p:tavLst>
                                    </p:anim>
                                    <p:anim calcmode="lin" valueType="num">
                                      <p:cBhvr>
                                        <p:cTn id="2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4" cstate="print">
            <a:extLst>
              <a:ext uri="{28A0092B-C50C-407E-A947-70E740481C1C}">
                <a14:useLocalDpi xmlns:a14="http://schemas.microsoft.com/office/drawing/2010/main" val="0"/>
              </a:ext>
            </a:extLst>
          </a:blip>
          <a:srcRect l="10189"/>
          <a:stretch/>
        </p:blipFill>
        <p:spPr>
          <a:xfrm>
            <a:off x="0" y="2918099"/>
            <a:ext cx="2867394" cy="2226989"/>
          </a:xfrm>
          <a:prstGeom prst="rect">
            <a:avLst/>
          </a:prstGeom>
        </p:spPr>
      </p:pic>
      <p:pic>
        <p:nvPicPr>
          <p:cNvPr id="14" name="图片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2320004" y="395806"/>
            <a:ext cx="6849446" cy="4749282"/>
          </a:xfrm>
          <a:prstGeom prst="rect">
            <a:avLst/>
          </a:prstGeom>
        </p:spPr>
      </p:pic>
      <p:sp>
        <p:nvSpPr>
          <p:cNvPr id="31" name="文本框 9"/>
          <p:cNvSpPr txBox="1"/>
          <p:nvPr/>
        </p:nvSpPr>
        <p:spPr>
          <a:xfrm>
            <a:off x="1687044" y="2396745"/>
            <a:ext cx="2165670" cy="261610"/>
          </a:xfrm>
          <a:prstGeom prst="rect">
            <a:avLst/>
          </a:prstGeom>
          <a:noFill/>
        </p:spPr>
        <p:txBody>
          <a:bodyPr wrap="square" lIns="0" tIns="0" rIns="0" bIns="0" rtlCol="0">
            <a:spAutoFit/>
          </a:bodyPr>
          <a:lstStyle/>
          <a:p>
            <a:pPr marL="0" lvl="1"/>
            <a:r>
              <a:rPr lang="zh-CN" altLang="en-US" sz="1700" dirty="0">
                <a:solidFill>
                  <a:schemeClr val="tx1">
                    <a:lumMod val="75000"/>
                    <a:lumOff val="25000"/>
                  </a:schemeClr>
                </a:solidFill>
                <a:latin typeface="+mn-lt"/>
                <a:ea typeface="+mn-ea"/>
                <a:cs typeface="+mn-ea"/>
                <a:sym typeface="+mn-lt"/>
              </a:rPr>
              <a:t>自我介绍</a:t>
            </a:r>
          </a:p>
        </p:txBody>
      </p:sp>
      <p:grpSp>
        <p:nvGrpSpPr>
          <p:cNvPr id="283" name="组合 282">
            <a:extLst>
              <a:ext uri="{FF2B5EF4-FFF2-40B4-BE49-F238E27FC236}">
                <a16:creationId xmlns:a16="http://schemas.microsoft.com/office/drawing/2014/main" id="{FBA9DD70-F31C-4ADF-8478-E80D1848217E}"/>
              </a:ext>
            </a:extLst>
          </p:cNvPr>
          <p:cNvGrpSpPr/>
          <p:nvPr/>
        </p:nvGrpSpPr>
        <p:grpSpPr>
          <a:xfrm>
            <a:off x="750344" y="916360"/>
            <a:ext cx="7278834" cy="996482"/>
            <a:chOff x="750344" y="701526"/>
            <a:chExt cx="7278834" cy="996482"/>
          </a:xfrm>
        </p:grpSpPr>
        <p:sp>
          <p:nvSpPr>
            <p:cNvPr id="284" name="文本框 283">
              <a:extLst>
                <a:ext uri="{FF2B5EF4-FFF2-40B4-BE49-F238E27FC236}">
                  <a16:creationId xmlns:a16="http://schemas.microsoft.com/office/drawing/2014/main" id="{A9320200-8D64-4588-92BD-57CAF47AF091}"/>
                </a:ext>
              </a:extLst>
            </p:cNvPr>
            <p:cNvSpPr txBox="1"/>
            <p:nvPr/>
          </p:nvSpPr>
          <p:spPr>
            <a:xfrm>
              <a:off x="750344" y="701526"/>
              <a:ext cx="1569660" cy="923330"/>
            </a:xfrm>
            <a:prstGeom prst="rect">
              <a:avLst/>
            </a:prstGeom>
            <a:noFill/>
          </p:spPr>
          <p:txBody>
            <a:bodyPr wrap="none" rtlCol="0">
              <a:spAutoFit/>
            </a:bodyPr>
            <a:lstStyle/>
            <a:p>
              <a:r>
                <a:rPr lang="zh-CN" altLang="en-US" sz="5400" b="1" dirty="0">
                  <a:solidFill>
                    <a:srgbClr val="C80A2A"/>
                  </a:solidFill>
                  <a:latin typeface="+mn-lt"/>
                  <a:ea typeface="+mn-ea"/>
                  <a:cs typeface="+mn-ea"/>
                  <a:sym typeface="+mn-lt"/>
                </a:rPr>
                <a:t>目录</a:t>
              </a:r>
            </a:p>
          </p:txBody>
        </p:sp>
        <p:grpSp>
          <p:nvGrpSpPr>
            <p:cNvPr id="285" name="组合 284">
              <a:extLst>
                <a:ext uri="{FF2B5EF4-FFF2-40B4-BE49-F238E27FC236}">
                  <a16:creationId xmlns:a16="http://schemas.microsoft.com/office/drawing/2014/main" id="{24843A67-9357-4650-9AA5-6DB2511216AD}"/>
                </a:ext>
              </a:extLst>
            </p:cNvPr>
            <p:cNvGrpSpPr/>
            <p:nvPr/>
          </p:nvGrpSpPr>
          <p:grpSpPr>
            <a:xfrm>
              <a:off x="2414827" y="1204913"/>
              <a:ext cx="452567" cy="292073"/>
              <a:chOff x="2414827" y="1271588"/>
              <a:chExt cx="452567" cy="292073"/>
            </a:xfrm>
          </p:grpSpPr>
          <p:sp>
            <p:nvSpPr>
              <p:cNvPr id="288" name="箭头: V 形 6">
                <a:extLst>
                  <a:ext uri="{FF2B5EF4-FFF2-40B4-BE49-F238E27FC236}">
                    <a16:creationId xmlns:a16="http://schemas.microsoft.com/office/drawing/2014/main" id="{C1ABD297-ACFC-49C0-AFFC-185A6F19D2ED}"/>
                  </a:ext>
                </a:extLst>
              </p:cNvPr>
              <p:cNvSpPr/>
              <p:nvPr/>
            </p:nvSpPr>
            <p:spPr>
              <a:xfrm>
                <a:off x="2414827" y="1271588"/>
                <a:ext cx="160169" cy="292073"/>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289" name="箭头: V 形 7">
                <a:extLst>
                  <a:ext uri="{FF2B5EF4-FFF2-40B4-BE49-F238E27FC236}">
                    <a16:creationId xmlns:a16="http://schemas.microsoft.com/office/drawing/2014/main" id="{4892AFD8-057D-4E5F-BF14-D48F91BA2514}"/>
                  </a:ext>
                </a:extLst>
              </p:cNvPr>
              <p:cNvSpPr/>
              <p:nvPr/>
            </p:nvSpPr>
            <p:spPr>
              <a:xfrm>
                <a:off x="2574996" y="1271588"/>
                <a:ext cx="160169" cy="292073"/>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290" name="箭头: V 形 8">
                <a:extLst>
                  <a:ext uri="{FF2B5EF4-FFF2-40B4-BE49-F238E27FC236}">
                    <a16:creationId xmlns:a16="http://schemas.microsoft.com/office/drawing/2014/main" id="{79269597-4BAB-4515-B21F-73E519E58903}"/>
                  </a:ext>
                </a:extLst>
              </p:cNvPr>
              <p:cNvSpPr/>
              <p:nvPr/>
            </p:nvSpPr>
            <p:spPr>
              <a:xfrm>
                <a:off x="2707225" y="1271588"/>
                <a:ext cx="160169" cy="292073"/>
              </a:xfrm>
              <a:prstGeom prst="chevron">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cxnSp>
          <p:nvCxnSpPr>
            <p:cNvPr id="286" name="直接连接符 285">
              <a:extLst>
                <a:ext uri="{FF2B5EF4-FFF2-40B4-BE49-F238E27FC236}">
                  <a16:creationId xmlns:a16="http://schemas.microsoft.com/office/drawing/2014/main" id="{E5E8C197-0178-4666-993D-2662D03E9318}"/>
                </a:ext>
              </a:extLst>
            </p:cNvPr>
            <p:cNvCxnSpPr/>
            <p:nvPr/>
          </p:nvCxnSpPr>
          <p:spPr>
            <a:xfrm>
              <a:off x="896112" y="1698008"/>
              <a:ext cx="713306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87" name="文本框 286">
              <a:extLst>
                <a:ext uri="{FF2B5EF4-FFF2-40B4-BE49-F238E27FC236}">
                  <a16:creationId xmlns:a16="http://schemas.microsoft.com/office/drawing/2014/main" id="{F9A01665-30A8-4A33-A0B4-F8017377F462}"/>
                </a:ext>
              </a:extLst>
            </p:cNvPr>
            <p:cNvSpPr txBox="1"/>
            <p:nvPr/>
          </p:nvSpPr>
          <p:spPr>
            <a:xfrm>
              <a:off x="2281889" y="846203"/>
              <a:ext cx="1334533" cy="338554"/>
            </a:xfrm>
            <a:prstGeom prst="rect">
              <a:avLst/>
            </a:prstGeom>
            <a:noFill/>
          </p:spPr>
          <p:txBody>
            <a:bodyPr wrap="none" rtlCol="0">
              <a:spAutoFit/>
            </a:bodyPr>
            <a:lstStyle/>
            <a:p>
              <a:r>
                <a:rPr lang="en-US" altLang="zh-CN" sz="1600" dirty="0">
                  <a:solidFill>
                    <a:schemeClr val="tx1">
                      <a:lumMod val="65000"/>
                      <a:lumOff val="35000"/>
                    </a:schemeClr>
                  </a:solidFill>
                  <a:latin typeface="+mn-lt"/>
                  <a:ea typeface="+mn-ea"/>
                  <a:cs typeface="+mn-ea"/>
                  <a:sym typeface="+mn-lt"/>
                </a:rPr>
                <a:t>CONTENTS</a:t>
              </a:r>
              <a:endParaRPr lang="zh-CN" altLang="en-US" sz="1600" dirty="0">
                <a:solidFill>
                  <a:schemeClr val="tx1">
                    <a:lumMod val="65000"/>
                    <a:lumOff val="35000"/>
                  </a:schemeClr>
                </a:solidFill>
                <a:latin typeface="+mn-lt"/>
                <a:ea typeface="+mn-ea"/>
                <a:cs typeface="+mn-ea"/>
                <a:sym typeface="+mn-lt"/>
              </a:endParaRPr>
            </a:p>
          </p:txBody>
        </p:sp>
      </p:grpSp>
      <p:grpSp>
        <p:nvGrpSpPr>
          <p:cNvPr id="12" name="组合 11"/>
          <p:cNvGrpSpPr/>
          <p:nvPr/>
        </p:nvGrpSpPr>
        <p:grpSpPr>
          <a:xfrm>
            <a:off x="918362" y="2192582"/>
            <a:ext cx="649784" cy="649784"/>
            <a:chOff x="910275" y="2123864"/>
            <a:chExt cx="792088" cy="792088"/>
          </a:xfrm>
        </p:grpSpPr>
        <p:sp>
          <p:nvSpPr>
            <p:cNvPr id="11" name="椭圆 10"/>
            <p:cNvSpPr/>
            <p:nvPr/>
          </p:nvSpPr>
          <p:spPr>
            <a:xfrm>
              <a:off x="910275" y="2123864"/>
              <a:ext cx="792088" cy="792088"/>
            </a:xfrm>
            <a:prstGeom prst="ellipse">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sp>
          <p:nvSpPr>
            <p:cNvPr id="300" name="文本框 9"/>
            <p:cNvSpPr txBox="1"/>
            <p:nvPr/>
          </p:nvSpPr>
          <p:spPr>
            <a:xfrm>
              <a:off x="1001314" y="2356520"/>
              <a:ext cx="610011" cy="375181"/>
            </a:xfrm>
            <a:prstGeom prst="rect">
              <a:avLst/>
            </a:prstGeom>
            <a:noFill/>
          </p:spPr>
          <p:txBody>
            <a:bodyPr wrap="square" lIns="0" tIns="0" rIns="0" bIns="0" rtlCol="0">
              <a:spAutoFit/>
            </a:bodyPr>
            <a:lstStyle/>
            <a:p>
              <a:pPr marL="0" lvl="1" algn="ctr"/>
              <a:r>
                <a:rPr lang="en-US" altLang="zh-CN" sz="2000" dirty="0">
                  <a:solidFill>
                    <a:srgbClr val="C80A2A"/>
                  </a:solidFill>
                  <a:latin typeface="+mn-lt"/>
                  <a:ea typeface="+mn-ea"/>
                  <a:cs typeface="+mn-ea"/>
                  <a:sym typeface="+mn-lt"/>
                </a:rPr>
                <a:t>01</a:t>
              </a:r>
              <a:endParaRPr lang="zh-CN" altLang="en-US" sz="2000" dirty="0">
                <a:solidFill>
                  <a:srgbClr val="C80A2A"/>
                </a:solidFill>
                <a:latin typeface="+mn-lt"/>
                <a:ea typeface="+mn-ea"/>
                <a:cs typeface="+mn-ea"/>
                <a:sym typeface="+mn-lt"/>
              </a:endParaRPr>
            </a:p>
          </p:txBody>
        </p:sp>
      </p:grpSp>
      <p:sp>
        <p:nvSpPr>
          <p:cNvPr id="312" name="文本框 9"/>
          <p:cNvSpPr txBox="1"/>
          <p:nvPr/>
        </p:nvSpPr>
        <p:spPr>
          <a:xfrm>
            <a:off x="3944527" y="2260432"/>
            <a:ext cx="1812902" cy="523220"/>
          </a:xfrm>
          <a:prstGeom prst="rect">
            <a:avLst/>
          </a:prstGeom>
          <a:noFill/>
        </p:spPr>
        <p:txBody>
          <a:bodyPr wrap="square" lIns="0" tIns="0" rIns="0" bIns="0" rtlCol="0">
            <a:spAutoFit/>
          </a:bodyPr>
          <a:lstStyle/>
          <a:p>
            <a:pPr marL="0" lvl="1"/>
            <a:r>
              <a:rPr lang="zh-CN" altLang="en-US" sz="1700" dirty="0">
                <a:solidFill>
                  <a:schemeClr val="tx1">
                    <a:lumMod val="75000"/>
                    <a:lumOff val="25000"/>
                  </a:schemeClr>
                </a:solidFill>
                <a:latin typeface="+mn-lt"/>
                <a:ea typeface="+mn-ea"/>
                <a:cs typeface="+mn-ea"/>
                <a:sym typeface="+mn-lt"/>
              </a:rPr>
              <a:t>部门职能理解与岗位认知</a:t>
            </a:r>
          </a:p>
        </p:txBody>
      </p:sp>
      <p:grpSp>
        <p:nvGrpSpPr>
          <p:cNvPr id="313" name="组合 312"/>
          <p:cNvGrpSpPr/>
          <p:nvPr/>
        </p:nvGrpSpPr>
        <p:grpSpPr>
          <a:xfrm>
            <a:off x="3175845" y="2195274"/>
            <a:ext cx="649784" cy="649784"/>
            <a:chOff x="910275" y="2123864"/>
            <a:chExt cx="792088" cy="792088"/>
          </a:xfrm>
        </p:grpSpPr>
        <p:sp>
          <p:nvSpPr>
            <p:cNvPr id="314" name="椭圆 313"/>
            <p:cNvSpPr/>
            <p:nvPr/>
          </p:nvSpPr>
          <p:spPr>
            <a:xfrm>
              <a:off x="910275" y="2123864"/>
              <a:ext cx="792088" cy="792088"/>
            </a:xfrm>
            <a:prstGeom prst="ellipse">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sp>
          <p:nvSpPr>
            <p:cNvPr id="315" name="文本框 9"/>
            <p:cNvSpPr txBox="1"/>
            <p:nvPr/>
          </p:nvSpPr>
          <p:spPr>
            <a:xfrm>
              <a:off x="1001314" y="2356520"/>
              <a:ext cx="610011" cy="375181"/>
            </a:xfrm>
            <a:prstGeom prst="rect">
              <a:avLst/>
            </a:prstGeom>
            <a:noFill/>
          </p:spPr>
          <p:txBody>
            <a:bodyPr wrap="square" lIns="0" tIns="0" rIns="0" bIns="0" rtlCol="0">
              <a:spAutoFit/>
            </a:bodyPr>
            <a:lstStyle/>
            <a:p>
              <a:pPr marL="0" lvl="1" algn="ctr"/>
              <a:r>
                <a:rPr lang="en-US" altLang="zh-CN" sz="2000" dirty="0">
                  <a:solidFill>
                    <a:srgbClr val="C80A2A"/>
                  </a:solidFill>
                  <a:latin typeface="+mn-lt"/>
                  <a:ea typeface="+mn-ea"/>
                  <a:cs typeface="+mn-ea"/>
                  <a:sym typeface="+mn-lt"/>
                </a:rPr>
                <a:t>02</a:t>
              </a:r>
              <a:endParaRPr lang="zh-CN" altLang="en-US" sz="2000" dirty="0">
                <a:solidFill>
                  <a:srgbClr val="C80A2A"/>
                </a:solidFill>
                <a:latin typeface="+mn-lt"/>
                <a:ea typeface="+mn-ea"/>
                <a:cs typeface="+mn-ea"/>
                <a:sym typeface="+mn-lt"/>
              </a:endParaRPr>
            </a:p>
          </p:txBody>
        </p:sp>
      </p:grpSp>
      <p:sp>
        <p:nvSpPr>
          <p:cNvPr id="316" name="文本框 9"/>
          <p:cNvSpPr txBox="1"/>
          <p:nvPr/>
        </p:nvSpPr>
        <p:spPr>
          <a:xfrm>
            <a:off x="6727604" y="2353707"/>
            <a:ext cx="2165670" cy="261610"/>
          </a:xfrm>
          <a:prstGeom prst="rect">
            <a:avLst/>
          </a:prstGeom>
          <a:noFill/>
        </p:spPr>
        <p:txBody>
          <a:bodyPr wrap="square" lIns="0" tIns="0" rIns="0" bIns="0" rtlCol="0">
            <a:spAutoFit/>
          </a:bodyPr>
          <a:lstStyle/>
          <a:p>
            <a:pPr marL="0" lvl="1"/>
            <a:r>
              <a:rPr lang="zh-CN" altLang="en-US" sz="1700" dirty="0">
                <a:solidFill>
                  <a:schemeClr val="tx1">
                    <a:lumMod val="75000"/>
                    <a:lumOff val="25000"/>
                  </a:schemeClr>
                </a:solidFill>
                <a:latin typeface="+mn-lt"/>
                <a:ea typeface="+mn-ea"/>
                <a:cs typeface="+mn-ea"/>
                <a:sym typeface="+mn-lt"/>
              </a:rPr>
              <a:t>试用期成长轨迹</a:t>
            </a:r>
          </a:p>
        </p:txBody>
      </p:sp>
      <p:grpSp>
        <p:nvGrpSpPr>
          <p:cNvPr id="317" name="组合 316"/>
          <p:cNvGrpSpPr/>
          <p:nvPr/>
        </p:nvGrpSpPr>
        <p:grpSpPr>
          <a:xfrm>
            <a:off x="5958922" y="2192582"/>
            <a:ext cx="649784" cy="649784"/>
            <a:chOff x="910275" y="2123864"/>
            <a:chExt cx="792088" cy="792088"/>
          </a:xfrm>
        </p:grpSpPr>
        <p:sp>
          <p:nvSpPr>
            <p:cNvPr id="318" name="椭圆 317"/>
            <p:cNvSpPr/>
            <p:nvPr/>
          </p:nvSpPr>
          <p:spPr>
            <a:xfrm>
              <a:off x="910275" y="2123864"/>
              <a:ext cx="792088" cy="792088"/>
            </a:xfrm>
            <a:prstGeom prst="ellipse">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sp>
          <p:nvSpPr>
            <p:cNvPr id="319" name="文本框 9"/>
            <p:cNvSpPr txBox="1"/>
            <p:nvPr/>
          </p:nvSpPr>
          <p:spPr>
            <a:xfrm>
              <a:off x="1001314" y="2356520"/>
              <a:ext cx="610011" cy="375181"/>
            </a:xfrm>
            <a:prstGeom prst="rect">
              <a:avLst/>
            </a:prstGeom>
            <a:noFill/>
          </p:spPr>
          <p:txBody>
            <a:bodyPr wrap="square" lIns="0" tIns="0" rIns="0" bIns="0" rtlCol="0">
              <a:spAutoFit/>
            </a:bodyPr>
            <a:lstStyle/>
            <a:p>
              <a:pPr marL="0" lvl="1" algn="ctr"/>
              <a:r>
                <a:rPr lang="en-US" altLang="zh-CN" sz="2000" dirty="0">
                  <a:solidFill>
                    <a:srgbClr val="C80A2A"/>
                  </a:solidFill>
                  <a:latin typeface="+mn-lt"/>
                  <a:ea typeface="+mn-ea"/>
                  <a:cs typeface="+mn-ea"/>
                  <a:sym typeface="+mn-lt"/>
                </a:rPr>
                <a:t>03</a:t>
              </a:r>
              <a:endParaRPr lang="zh-CN" altLang="en-US" sz="2000" dirty="0">
                <a:solidFill>
                  <a:srgbClr val="C80A2A"/>
                </a:solidFill>
                <a:latin typeface="+mn-lt"/>
                <a:ea typeface="+mn-ea"/>
                <a:cs typeface="+mn-ea"/>
                <a:sym typeface="+mn-lt"/>
              </a:endParaRPr>
            </a:p>
          </p:txBody>
        </p:sp>
      </p:grpSp>
      <p:sp>
        <p:nvSpPr>
          <p:cNvPr id="320" name="文本框 9"/>
          <p:cNvSpPr txBox="1"/>
          <p:nvPr/>
        </p:nvSpPr>
        <p:spPr>
          <a:xfrm>
            <a:off x="1687044" y="3289694"/>
            <a:ext cx="2165670" cy="261610"/>
          </a:xfrm>
          <a:prstGeom prst="rect">
            <a:avLst/>
          </a:prstGeom>
          <a:noFill/>
        </p:spPr>
        <p:txBody>
          <a:bodyPr wrap="square" lIns="0" tIns="0" rIns="0" bIns="0" rtlCol="0">
            <a:spAutoFit/>
          </a:bodyPr>
          <a:lstStyle/>
          <a:p>
            <a:pPr marL="0" lvl="1"/>
            <a:r>
              <a:rPr lang="zh-CN" altLang="en-US" sz="1700" dirty="0">
                <a:solidFill>
                  <a:schemeClr val="tx1">
                    <a:lumMod val="75000"/>
                    <a:lumOff val="25000"/>
                  </a:schemeClr>
                </a:solidFill>
                <a:latin typeface="+mn-lt"/>
                <a:ea typeface="+mn-ea"/>
                <a:cs typeface="+mn-ea"/>
                <a:sym typeface="+mn-lt"/>
              </a:rPr>
              <a:t>自我评价</a:t>
            </a:r>
          </a:p>
        </p:txBody>
      </p:sp>
      <p:grpSp>
        <p:nvGrpSpPr>
          <p:cNvPr id="321" name="组合 320"/>
          <p:cNvGrpSpPr/>
          <p:nvPr/>
        </p:nvGrpSpPr>
        <p:grpSpPr>
          <a:xfrm>
            <a:off x="918362" y="3056182"/>
            <a:ext cx="649784" cy="649784"/>
            <a:chOff x="910275" y="2123864"/>
            <a:chExt cx="792088" cy="792088"/>
          </a:xfrm>
        </p:grpSpPr>
        <p:sp>
          <p:nvSpPr>
            <p:cNvPr id="322" name="椭圆 321"/>
            <p:cNvSpPr/>
            <p:nvPr/>
          </p:nvSpPr>
          <p:spPr>
            <a:xfrm>
              <a:off x="910275" y="2123864"/>
              <a:ext cx="792088" cy="792088"/>
            </a:xfrm>
            <a:prstGeom prst="ellipse">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sp>
          <p:nvSpPr>
            <p:cNvPr id="323" name="文本框 9"/>
            <p:cNvSpPr txBox="1"/>
            <p:nvPr/>
          </p:nvSpPr>
          <p:spPr>
            <a:xfrm>
              <a:off x="1001314" y="2356520"/>
              <a:ext cx="610011" cy="375181"/>
            </a:xfrm>
            <a:prstGeom prst="rect">
              <a:avLst/>
            </a:prstGeom>
            <a:noFill/>
          </p:spPr>
          <p:txBody>
            <a:bodyPr wrap="square" lIns="0" tIns="0" rIns="0" bIns="0" rtlCol="0">
              <a:spAutoFit/>
            </a:bodyPr>
            <a:lstStyle/>
            <a:p>
              <a:pPr marL="0" lvl="1" algn="ctr"/>
              <a:r>
                <a:rPr lang="en-US" altLang="zh-CN" sz="2000" dirty="0">
                  <a:solidFill>
                    <a:srgbClr val="C80A2A"/>
                  </a:solidFill>
                  <a:latin typeface="+mn-lt"/>
                  <a:ea typeface="+mn-ea"/>
                  <a:cs typeface="+mn-ea"/>
                  <a:sym typeface="+mn-lt"/>
                </a:rPr>
                <a:t>04</a:t>
              </a:r>
              <a:endParaRPr lang="zh-CN" altLang="en-US" sz="2000" dirty="0">
                <a:solidFill>
                  <a:srgbClr val="C80A2A"/>
                </a:solidFill>
                <a:latin typeface="+mn-lt"/>
                <a:ea typeface="+mn-ea"/>
                <a:cs typeface="+mn-ea"/>
                <a:sym typeface="+mn-lt"/>
              </a:endParaRPr>
            </a:p>
          </p:txBody>
        </p:sp>
      </p:grpSp>
      <p:sp>
        <p:nvSpPr>
          <p:cNvPr id="324" name="文本框 9"/>
          <p:cNvSpPr txBox="1"/>
          <p:nvPr/>
        </p:nvSpPr>
        <p:spPr>
          <a:xfrm>
            <a:off x="3919775" y="3185190"/>
            <a:ext cx="1872303" cy="523220"/>
          </a:xfrm>
          <a:prstGeom prst="rect">
            <a:avLst/>
          </a:prstGeom>
          <a:noFill/>
        </p:spPr>
        <p:txBody>
          <a:bodyPr wrap="square" lIns="0" tIns="0" rIns="0" bIns="0" rtlCol="0">
            <a:spAutoFit/>
          </a:bodyPr>
          <a:lstStyle/>
          <a:p>
            <a:pPr marL="0" lvl="1"/>
            <a:r>
              <a:rPr lang="zh-CN" altLang="en-US" sz="1700" dirty="0">
                <a:solidFill>
                  <a:schemeClr val="tx1">
                    <a:lumMod val="75000"/>
                    <a:lumOff val="25000"/>
                  </a:schemeClr>
                </a:solidFill>
                <a:latin typeface="+mn-lt"/>
                <a:ea typeface="+mn-ea"/>
                <a:cs typeface="+mn-ea"/>
                <a:sym typeface="+mn-lt"/>
              </a:rPr>
              <a:t>对部门及公司的建议</a:t>
            </a:r>
          </a:p>
        </p:txBody>
      </p:sp>
      <p:grpSp>
        <p:nvGrpSpPr>
          <p:cNvPr id="325" name="组合 324"/>
          <p:cNvGrpSpPr/>
          <p:nvPr/>
        </p:nvGrpSpPr>
        <p:grpSpPr>
          <a:xfrm>
            <a:off x="3163683" y="3095607"/>
            <a:ext cx="649784" cy="649784"/>
            <a:chOff x="910275" y="2123864"/>
            <a:chExt cx="792088" cy="792088"/>
          </a:xfrm>
        </p:grpSpPr>
        <p:sp>
          <p:nvSpPr>
            <p:cNvPr id="326" name="椭圆 325"/>
            <p:cNvSpPr/>
            <p:nvPr/>
          </p:nvSpPr>
          <p:spPr>
            <a:xfrm>
              <a:off x="910275" y="2123864"/>
              <a:ext cx="792088" cy="792088"/>
            </a:xfrm>
            <a:prstGeom prst="ellipse">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sp>
          <p:nvSpPr>
            <p:cNvPr id="327" name="文本框 9"/>
            <p:cNvSpPr txBox="1"/>
            <p:nvPr/>
          </p:nvSpPr>
          <p:spPr>
            <a:xfrm>
              <a:off x="1001314" y="2356520"/>
              <a:ext cx="610011" cy="375181"/>
            </a:xfrm>
            <a:prstGeom prst="rect">
              <a:avLst/>
            </a:prstGeom>
            <a:noFill/>
          </p:spPr>
          <p:txBody>
            <a:bodyPr wrap="square" lIns="0" tIns="0" rIns="0" bIns="0" rtlCol="0">
              <a:spAutoFit/>
            </a:bodyPr>
            <a:lstStyle/>
            <a:p>
              <a:pPr marL="0" lvl="1" algn="ctr"/>
              <a:r>
                <a:rPr lang="en-US" altLang="zh-CN" sz="2000" dirty="0">
                  <a:solidFill>
                    <a:srgbClr val="C80A2A"/>
                  </a:solidFill>
                  <a:latin typeface="+mn-lt"/>
                  <a:ea typeface="+mn-ea"/>
                  <a:cs typeface="+mn-ea"/>
                  <a:sym typeface="+mn-lt"/>
                </a:rPr>
                <a:t>05</a:t>
              </a:r>
              <a:endParaRPr lang="zh-CN" altLang="en-US" sz="2000" dirty="0">
                <a:solidFill>
                  <a:srgbClr val="C80A2A"/>
                </a:solidFill>
                <a:latin typeface="+mn-lt"/>
                <a:ea typeface="+mn-ea"/>
                <a:cs typeface="+mn-ea"/>
                <a:sym typeface="+mn-lt"/>
              </a:endParaRPr>
            </a:p>
          </p:txBody>
        </p:sp>
      </p:grpSp>
      <p:sp>
        <p:nvSpPr>
          <p:cNvPr id="328" name="文本框 9"/>
          <p:cNvSpPr txBox="1"/>
          <p:nvPr/>
        </p:nvSpPr>
        <p:spPr>
          <a:xfrm>
            <a:off x="6727604" y="3289694"/>
            <a:ext cx="2165670" cy="261610"/>
          </a:xfrm>
          <a:prstGeom prst="rect">
            <a:avLst/>
          </a:prstGeom>
          <a:noFill/>
        </p:spPr>
        <p:txBody>
          <a:bodyPr wrap="square" lIns="0" tIns="0" rIns="0" bIns="0" rtlCol="0">
            <a:spAutoFit/>
          </a:bodyPr>
          <a:lstStyle/>
          <a:p>
            <a:pPr marL="0" lvl="1"/>
            <a:r>
              <a:rPr lang="zh-CN" altLang="en-US" sz="1700" dirty="0">
                <a:solidFill>
                  <a:schemeClr val="tx1">
                    <a:lumMod val="75000"/>
                    <a:lumOff val="25000"/>
                  </a:schemeClr>
                </a:solidFill>
                <a:latin typeface="+mn-lt"/>
                <a:ea typeface="+mn-ea"/>
                <a:cs typeface="+mn-ea"/>
                <a:sym typeface="+mn-lt"/>
              </a:rPr>
              <a:t>在公司职业发展规划</a:t>
            </a:r>
          </a:p>
        </p:txBody>
      </p:sp>
      <p:grpSp>
        <p:nvGrpSpPr>
          <p:cNvPr id="329" name="组合 328"/>
          <p:cNvGrpSpPr/>
          <p:nvPr/>
        </p:nvGrpSpPr>
        <p:grpSpPr>
          <a:xfrm>
            <a:off x="5958922" y="3056182"/>
            <a:ext cx="649784" cy="649784"/>
            <a:chOff x="910275" y="2123864"/>
            <a:chExt cx="792088" cy="792088"/>
          </a:xfrm>
        </p:grpSpPr>
        <p:sp>
          <p:nvSpPr>
            <p:cNvPr id="330" name="椭圆 329"/>
            <p:cNvSpPr/>
            <p:nvPr/>
          </p:nvSpPr>
          <p:spPr>
            <a:xfrm>
              <a:off x="910275" y="2123864"/>
              <a:ext cx="792088" cy="792088"/>
            </a:xfrm>
            <a:prstGeom prst="ellipse">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sp>
          <p:nvSpPr>
            <p:cNvPr id="331" name="文本框 9"/>
            <p:cNvSpPr txBox="1"/>
            <p:nvPr/>
          </p:nvSpPr>
          <p:spPr>
            <a:xfrm>
              <a:off x="1001314" y="2356520"/>
              <a:ext cx="610011" cy="375181"/>
            </a:xfrm>
            <a:prstGeom prst="rect">
              <a:avLst/>
            </a:prstGeom>
            <a:noFill/>
          </p:spPr>
          <p:txBody>
            <a:bodyPr wrap="square" lIns="0" tIns="0" rIns="0" bIns="0" rtlCol="0">
              <a:spAutoFit/>
            </a:bodyPr>
            <a:lstStyle/>
            <a:p>
              <a:pPr marL="0" lvl="1" algn="ctr"/>
              <a:r>
                <a:rPr lang="en-US" altLang="zh-CN" sz="2000" dirty="0">
                  <a:solidFill>
                    <a:srgbClr val="C80A2A"/>
                  </a:solidFill>
                  <a:latin typeface="+mn-lt"/>
                  <a:ea typeface="+mn-ea"/>
                  <a:cs typeface="+mn-ea"/>
                  <a:sym typeface="+mn-lt"/>
                </a:rPr>
                <a:t>06</a:t>
              </a:r>
              <a:endParaRPr lang="zh-CN" altLang="en-US" sz="2000" dirty="0">
                <a:solidFill>
                  <a:srgbClr val="C80A2A"/>
                </a:solidFill>
                <a:latin typeface="+mn-lt"/>
                <a:ea typeface="+mn-ea"/>
                <a:cs typeface="+mn-ea"/>
                <a:sym typeface="+mn-lt"/>
              </a:endParaRPr>
            </a:p>
          </p:txBody>
        </p:sp>
      </p:grpSp>
      <p:pic>
        <p:nvPicPr>
          <p:cNvPr id="2" name="图片 1">
            <a:extLst>
              <a:ext uri="{FF2B5EF4-FFF2-40B4-BE49-F238E27FC236}">
                <a16:creationId xmlns:a16="http://schemas.microsoft.com/office/drawing/2014/main" id="{D7B2A6A0-75DC-D5A4-179F-26BB6D5A319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36890" y="2401"/>
            <a:ext cx="3658378" cy="731676"/>
          </a:xfrm>
          <a:prstGeom prst="rect">
            <a:avLst/>
          </a:prstGeom>
        </p:spPr>
      </p:pic>
    </p:spTree>
    <p:extLst>
      <p:ext uri="{BB962C8B-B14F-4D97-AF65-F5344CB8AC3E}">
        <p14:creationId xmlns:p14="http://schemas.microsoft.com/office/powerpoint/2010/main" val="19723928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83"/>
                                        </p:tgtEl>
                                        <p:attrNameLst>
                                          <p:attrName>style.visibility</p:attrName>
                                        </p:attrNameLst>
                                      </p:cBhvr>
                                      <p:to>
                                        <p:strVal val="visible"/>
                                      </p:to>
                                    </p:set>
                                    <p:animEffect transition="in" filter="barn(inVertical)">
                                      <p:cBhvr>
                                        <p:cTn id="7" dur="500"/>
                                        <p:tgtEl>
                                          <p:spTgt spid="283"/>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100" fill="hold"/>
                                        <p:tgtEl>
                                          <p:spTgt spid="12"/>
                                        </p:tgtEl>
                                        <p:attrNameLst>
                                          <p:attrName>ppt_w</p:attrName>
                                        </p:attrNameLst>
                                      </p:cBhvr>
                                      <p:tavLst>
                                        <p:tav tm="0">
                                          <p:val>
                                            <p:fltVal val="0"/>
                                          </p:val>
                                        </p:tav>
                                        <p:tav tm="100000">
                                          <p:val>
                                            <p:strVal val="#ppt_w"/>
                                          </p:val>
                                        </p:tav>
                                      </p:tavLst>
                                    </p:anim>
                                    <p:anim calcmode="lin" valueType="num">
                                      <p:cBhvr>
                                        <p:cTn id="12" dur="100" fill="hold"/>
                                        <p:tgtEl>
                                          <p:spTgt spid="12"/>
                                        </p:tgtEl>
                                        <p:attrNameLst>
                                          <p:attrName>ppt_h</p:attrName>
                                        </p:attrNameLst>
                                      </p:cBhvr>
                                      <p:tavLst>
                                        <p:tav tm="0">
                                          <p:val>
                                            <p:fltVal val="0"/>
                                          </p:val>
                                        </p:tav>
                                        <p:tav tm="100000">
                                          <p:val>
                                            <p:strVal val="#ppt_h"/>
                                          </p:val>
                                        </p:tav>
                                      </p:tavLst>
                                    </p:anim>
                                    <p:animEffect transition="in" filter="fade">
                                      <p:cBhvr>
                                        <p:cTn id="13" dur="100"/>
                                        <p:tgtEl>
                                          <p:spTgt spid="12"/>
                                        </p:tgtEl>
                                      </p:cBhvr>
                                    </p:animEffect>
                                  </p:childTnLst>
                                </p:cTn>
                              </p:par>
                              <p:par>
                                <p:cTn id="14" presetID="6" presetClass="emph" presetSubtype="0" fill="hold" nodeType="withEffect">
                                  <p:stCondLst>
                                    <p:cond delay="100"/>
                                  </p:stCondLst>
                                  <p:childTnLst>
                                    <p:animScale>
                                      <p:cBhvr>
                                        <p:cTn id="15" dur="100" fill="hold"/>
                                        <p:tgtEl>
                                          <p:spTgt spid="12"/>
                                        </p:tgtEl>
                                      </p:cBhvr>
                                      <p:by x="110000" y="110000"/>
                                    </p:animScale>
                                  </p:childTnLst>
                                </p:cTn>
                              </p:par>
                              <p:par>
                                <p:cTn id="16" presetID="6" presetClass="emph" presetSubtype="0" fill="hold" nodeType="withEffect">
                                  <p:stCondLst>
                                    <p:cond delay="200"/>
                                  </p:stCondLst>
                                  <p:childTnLst>
                                    <p:animScale>
                                      <p:cBhvr>
                                        <p:cTn id="17" dur="200" fill="hold"/>
                                        <p:tgtEl>
                                          <p:spTgt spid="12"/>
                                        </p:tgtEl>
                                      </p:cBhvr>
                                      <p:by x="90000" y="90000"/>
                                    </p:animScale>
                                  </p:childTnLst>
                                </p:cTn>
                              </p:par>
                              <p:par>
                                <p:cTn id="18" presetID="6" presetClass="emph" presetSubtype="0" fill="hold" nodeType="withEffect">
                                  <p:stCondLst>
                                    <p:cond delay="400"/>
                                  </p:stCondLst>
                                  <p:childTnLst>
                                    <p:animScale>
                                      <p:cBhvr>
                                        <p:cTn id="19" dur="100" fill="hold"/>
                                        <p:tgtEl>
                                          <p:spTgt spid="12"/>
                                        </p:tgtEl>
                                      </p:cBhvr>
                                      <p:by x="105000" y="105000"/>
                                    </p:animScale>
                                  </p:childTnLst>
                                </p:cTn>
                              </p:par>
                              <p:par>
                                <p:cTn id="20" presetID="6" presetClass="emph" presetSubtype="0" fill="hold" nodeType="withEffect">
                                  <p:stCondLst>
                                    <p:cond delay="500"/>
                                  </p:stCondLst>
                                  <p:childTnLst>
                                    <p:animScale>
                                      <p:cBhvr>
                                        <p:cTn id="21" dur="200" fill="hold"/>
                                        <p:tgtEl>
                                          <p:spTgt spid="12"/>
                                        </p:tgtEl>
                                      </p:cBhvr>
                                      <p:by x="95000" y="95000"/>
                                    </p:animScale>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wipe(left)">
                                      <p:cBhvr>
                                        <p:cTn id="26" dur="500"/>
                                        <p:tgtEl>
                                          <p:spTgt spid="31"/>
                                        </p:tgtEl>
                                      </p:cBhvr>
                                    </p:animEffect>
                                  </p:childTnLst>
                                </p:cTn>
                              </p:par>
                            </p:childTnLst>
                          </p:cTn>
                        </p:par>
                        <p:par>
                          <p:cTn id="27" fill="hold">
                            <p:stCondLst>
                              <p:cond delay="500"/>
                            </p:stCondLst>
                            <p:childTnLst>
                              <p:par>
                                <p:cTn id="28" presetID="53" presetClass="entr" presetSubtype="16" fill="hold" nodeType="afterEffect">
                                  <p:stCondLst>
                                    <p:cond delay="0"/>
                                  </p:stCondLst>
                                  <p:childTnLst>
                                    <p:set>
                                      <p:cBhvr>
                                        <p:cTn id="29" dur="1" fill="hold">
                                          <p:stCondLst>
                                            <p:cond delay="0"/>
                                          </p:stCondLst>
                                        </p:cTn>
                                        <p:tgtEl>
                                          <p:spTgt spid="313"/>
                                        </p:tgtEl>
                                        <p:attrNameLst>
                                          <p:attrName>style.visibility</p:attrName>
                                        </p:attrNameLst>
                                      </p:cBhvr>
                                      <p:to>
                                        <p:strVal val="visible"/>
                                      </p:to>
                                    </p:set>
                                    <p:anim calcmode="lin" valueType="num">
                                      <p:cBhvr>
                                        <p:cTn id="30" dur="100" fill="hold"/>
                                        <p:tgtEl>
                                          <p:spTgt spid="313"/>
                                        </p:tgtEl>
                                        <p:attrNameLst>
                                          <p:attrName>ppt_w</p:attrName>
                                        </p:attrNameLst>
                                      </p:cBhvr>
                                      <p:tavLst>
                                        <p:tav tm="0">
                                          <p:val>
                                            <p:fltVal val="0"/>
                                          </p:val>
                                        </p:tav>
                                        <p:tav tm="100000">
                                          <p:val>
                                            <p:strVal val="#ppt_w"/>
                                          </p:val>
                                        </p:tav>
                                      </p:tavLst>
                                    </p:anim>
                                    <p:anim calcmode="lin" valueType="num">
                                      <p:cBhvr>
                                        <p:cTn id="31" dur="100" fill="hold"/>
                                        <p:tgtEl>
                                          <p:spTgt spid="313"/>
                                        </p:tgtEl>
                                        <p:attrNameLst>
                                          <p:attrName>ppt_h</p:attrName>
                                        </p:attrNameLst>
                                      </p:cBhvr>
                                      <p:tavLst>
                                        <p:tav tm="0">
                                          <p:val>
                                            <p:fltVal val="0"/>
                                          </p:val>
                                        </p:tav>
                                        <p:tav tm="100000">
                                          <p:val>
                                            <p:strVal val="#ppt_h"/>
                                          </p:val>
                                        </p:tav>
                                      </p:tavLst>
                                    </p:anim>
                                    <p:animEffect transition="in" filter="fade">
                                      <p:cBhvr>
                                        <p:cTn id="32" dur="100"/>
                                        <p:tgtEl>
                                          <p:spTgt spid="313"/>
                                        </p:tgtEl>
                                      </p:cBhvr>
                                    </p:animEffect>
                                  </p:childTnLst>
                                </p:cTn>
                              </p:par>
                              <p:par>
                                <p:cTn id="33" presetID="6" presetClass="emph" presetSubtype="0" fill="hold" nodeType="withEffect">
                                  <p:stCondLst>
                                    <p:cond delay="100"/>
                                  </p:stCondLst>
                                  <p:childTnLst>
                                    <p:animScale>
                                      <p:cBhvr>
                                        <p:cTn id="34" dur="100" fill="hold"/>
                                        <p:tgtEl>
                                          <p:spTgt spid="313"/>
                                        </p:tgtEl>
                                      </p:cBhvr>
                                      <p:by x="110000" y="110000"/>
                                    </p:animScale>
                                  </p:childTnLst>
                                </p:cTn>
                              </p:par>
                              <p:par>
                                <p:cTn id="35" presetID="6" presetClass="emph" presetSubtype="0" fill="hold" nodeType="withEffect">
                                  <p:stCondLst>
                                    <p:cond delay="200"/>
                                  </p:stCondLst>
                                  <p:childTnLst>
                                    <p:animScale>
                                      <p:cBhvr>
                                        <p:cTn id="36" dur="200" fill="hold"/>
                                        <p:tgtEl>
                                          <p:spTgt spid="313"/>
                                        </p:tgtEl>
                                      </p:cBhvr>
                                      <p:by x="90000" y="90000"/>
                                    </p:animScale>
                                  </p:childTnLst>
                                </p:cTn>
                              </p:par>
                              <p:par>
                                <p:cTn id="37" presetID="6" presetClass="emph" presetSubtype="0" fill="hold" nodeType="withEffect">
                                  <p:stCondLst>
                                    <p:cond delay="400"/>
                                  </p:stCondLst>
                                  <p:childTnLst>
                                    <p:animScale>
                                      <p:cBhvr>
                                        <p:cTn id="38" dur="100" fill="hold"/>
                                        <p:tgtEl>
                                          <p:spTgt spid="313"/>
                                        </p:tgtEl>
                                      </p:cBhvr>
                                      <p:by x="105000" y="105000"/>
                                    </p:animScale>
                                  </p:childTnLst>
                                </p:cTn>
                              </p:par>
                              <p:par>
                                <p:cTn id="39" presetID="6" presetClass="emph" presetSubtype="0" fill="hold" nodeType="withEffect">
                                  <p:stCondLst>
                                    <p:cond delay="500"/>
                                  </p:stCondLst>
                                  <p:childTnLst>
                                    <p:animScale>
                                      <p:cBhvr>
                                        <p:cTn id="40" dur="200" fill="hold"/>
                                        <p:tgtEl>
                                          <p:spTgt spid="313"/>
                                        </p:tgtEl>
                                      </p:cBhvr>
                                      <p:by x="95000" y="95000"/>
                                    </p:animScale>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12"/>
                                        </p:tgtEl>
                                        <p:attrNameLst>
                                          <p:attrName>style.visibility</p:attrName>
                                        </p:attrNameLst>
                                      </p:cBhvr>
                                      <p:to>
                                        <p:strVal val="visible"/>
                                      </p:to>
                                    </p:set>
                                    <p:animEffect transition="in" filter="wipe(left)">
                                      <p:cBhvr>
                                        <p:cTn id="45" dur="500"/>
                                        <p:tgtEl>
                                          <p:spTgt spid="312"/>
                                        </p:tgtEl>
                                      </p:cBhvr>
                                    </p:animEffect>
                                  </p:childTnLst>
                                </p:cTn>
                              </p:par>
                            </p:childTnLst>
                          </p:cTn>
                        </p:par>
                        <p:par>
                          <p:cTn id="46" fill="hold">
                            <p:stCondLst>
                              <p:cond delay="500"/>
                            </p:stCondLst>
                            <p:childTnLst>
                              <p:par>
                                <p:cTn id="47" presetID="53" presetClass="entr" presetSubtype="16" fill="hold" nodeType="afterEffect">
                                  <p:stCondLst>
                                    <p:cond delay="0"/>
                                  </p:stCondLst>
                                  <p:childTnLst>
                                    <p:set>
                                      <p:cBhvr>
                                        <p:cTn id="48" dur="1" fill="hold">
                                          <p:stCondLst>
                                            <p:cond delay="0"/>
                                          </p:stCondLst>
                                        </p:cTn>
                                        <p:tgtEl>
                                          <p:spTgt spid="317"/>
                                        </p:tgtEl>
                                        <p:attrNameLst>
                                          <p:attrName>style.visibility</p:attrName>
                                        </p:attrNameLst>
                                      </p:cBhvr>
                                      <p:to>
                                        <p:strVal val="visible"/>
                                      </p:to>
                                    </p:set>
                                    <p:anim calcmode="lin" valueType="num">
                                      <p:cBhvr>
                                        <p:cTn id="49" dur="100" fill="hold"/>
                                        <p:tgtEl>
                                          <p:spTgt spid="317"/>
                                        </p:tgtEl>
                                        <p:attrNameLst>
                                          <p:attrName>ppt_w</p:attrName>
                                        </p:attrNameLst>
                                      </p:cBhvr>
                                      <p:tavLst>
                                        <p:tav tm="0">
                                          <p:val>
                                            <p:fltVal val="0"/>
                                          </p:val>
                                        </p:tav>
                                        <p:tav tm="100000">
                                          <p:val>
                                            <p:strVal val="#ppt_w"/>
                                          </p:val>
                                        </p:tav>
                                      </p:tavLst>
                                    </p:anim>
                                    <p:anim calcmode="lin" valueType="num">
                                      <p:cBhvr>
                                        <p:cTn id="50" dur="100" fill="hold"/>
                                        <p:tgtEl>
                                          <p:spTgt spid="317"/>
                                        </p:tgtEl>
                                        <p:attrNameLst>
                                          <p:attrName>ppt_h</p:attrName>
                                        </p:attrNameLst>
                                      </p:cBhvr>
                                      <p:tavLst>
                                        <p:tav tm="0">
                                          <p:val>
                                            <p:fltVal val="0"/>
                                          </p:val>
                                        </p:tav>
                                        <p:tav tm="100000">
                                          <p:val>
                                            <p:strVal val="#ppt_h"/>
                                          </p:val>
                                        </p:tav>
                                      </p:tavLst>
                                    </p:anim>
                                    <p:animEffect transition="in" filter="fade">
                                      <p:cBhvr>
                                        <p:cTn id="51" dur="100"/>
                                        <p:tgtEl>
                                          <p:spTgt spid="317"/>
                                        </p:tgtEl>
                                      </p:cBhvr>
                                    </p:animEffect>
                                  </p:childTnLst>
                                </p:cTn>
                              </p:par>
                              <p:par>
                                <p:cTn id="52" presetID="6" presetClass="emph" presetSubtype="0" fill="hold" nodeType="withEffect">
                                  <p:stCondLst>
                                    <p:cond delay="100"/>
                                  </p:stCondLst>
                                  <p:childTnLst>
                                    <p:animScale>
                                      <p:cBhvr>
                                        <p:cTn id="53" dur="100" fill="hold"/>
                                        <p:tgtEl>
                                          <p:spTgt spid="317"/>
                                        </p:tgtEl>
                                      </p:cBhvr>
                                      <p:by x="110000" y="110000"/>
                                    </p:animScale>
                                  </p:childTnLst>
                                </p:cTn>
                              </p:par>
                              <p:par>
                                <p:cTn id="54" presetID="6" presetClass="emph" presetSubtype="0" fill="hold" nodeType="withEffect">
                                  <p:stCondLst>
                                    <p:cond delay="200"/>
                                  </p:stCondLst>
                                  <p:childTnLst>
                                    <p:animScale>
                                      <p:cBhvr>
                                        <p:cTn id="55" dur="200" fill="hold"/>
                                        <p:tgtEl>
                                          <p:spTgt spid="317"/>
                                        </p:tgtEl>
                                      </p:cBhvr>
                                      <p:by x="90000" y="90000"/>
                                    </p:animScale>
                                  </p:childTnLst>
                                </p:cTn>
                              </p:par>
                              <p:par>
                                <p:cTn id="56" presetID="6" presetClass="emph" presetSubtype="0" fill="hold" nodeType="withEffect">
                                  <p:stCondLst>
                                    <p:cond delay="400"/>
                                  </p:stCondLst>
                                  <p:childTnLst>
                                    <p:animScale>
                                      <p:cBhvr>
                                        <p:cTn id="57" dur="100" fill="hold"/>
                                        <p:tgtEl>
                                          <p:spTgt spid="317"/>
                                        </p:tgtEl>
                                      </p:cBhvr>
                                      <p:by x="105000" y="105000"/>
                                    </p:animScale>
                                  </p:childTnLst>
                                </p:cTn>
                              </p:par>
                              <p:par>
                                <p:cTn id="58" presetID="6" presetClass="emph" presetSubtype="0" fill="hold" nodeType="withEffect">
                                  <p:stCondLst>
                                    <p:cond delay="500"/>
                                  </p:stCondLst>
                                  <p:childTnLst>
                                    <p:animScale>
                                      <p:cBhvr>
                                        <p:cTn id="59" dur="200" fill="hold"/>
                                        <p:tgtEl>
                                          <p:spTgt spid="317"/>
                                        </p:tgtEl>
                                      </p:cBhvr>
                                      <p:by x="95000" y="95000"/>
                                    </p:animScale>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316"/>
                                        </p:tgtEl>
                                        <p:attrNameLst>
                                          <p:attrName>style.visibility</p:attrName>
                                        </p:attrNameLst>
                                      </p:cBhvr>
                                      <p:to>
                                        <p:strVal val="visible"/>
                                      </p:to>
                                    </p:set>
                                    <p:animEffect transition="in" filter="wipe(left)">
                                      <p:cBhvr>
                                        <p:cTn id="64" dur="500"/>
                                        <p:tgtEl>
                                          <p:spTgt spid="316"/>
                                        </p:tgtEl>
                                      </p:cBhvr>
                                    </p:animEffect>
                                  </p:childTnLst>
                                </p:cTn>
                              </p:par>
                            </p:childTnLst>
                          </p:cTn>
                        </p:par>
                        <p:par>
                          <p:cTn id="65" fill="hold">
                            <p:stCondLst>
                              <p:cond delay="500"/>
                            </p:stCondLst>
                            <p:childTnLst>
                              <p:par>
                                <p:cTn id="66" presetID="53" presetClass="entr" presetSubtype="16" fill="hold" nodeType="afterEffect">
                                  <p:stCondLst>
                                    <p:cond delay="0"/>
                                  </p:stCondLst>
                                  <p:childTnLst>
                                    <p:set>
                                      <p:cBhvr>
                                        <p:cTn id="67" dur="1" fill="hold">
                                          <p:stCondLst>
                                            <p:cond delay="0"/>
                                          </p:stCondLst>
                                        </p:cTn>
                                        <p:tgtEl>
                                          <p:spTgt spid="321"/>
                                        </p:tgtEl>
                                        <p:attrNameLst>
                                          <p:attrName>style.visibility</p:attrName>
                                        </p:attrNameLst>
                                      </p:cBhvr>
                                      <p:to>
                                        <p:strVal val="visible"/>
                                      </p:to>
                                    </p:set>
                                    <p:anim calcmode="lin" valueType="num">
                                      <p:cBhvr>
                                        <p:cTn id="68" dur="100" fill="hold"/>
                                        <p:tgtEl>
                                          <p:spTgt spid="321"/>
                                        </p:tgtEl>
                                        <p:attrNameLst>
                                          <p:attrName>ppt_w</p:attrName>
                                        </p:attrNameLst>
                                      </p:cBhvr>
                                      <p:tavLst>
                                        <p:tav tm="0">
                                          <p:val>
                                            <p:fltVal val="0"/>
                                          </p:val>
                                        </p:tav>
                                        <p:tav tm="100000">
                                          <p:val>
                                            <p:strVal val="#ppt_w"/>
                                          </p:val>
                                        </p:tav>
                                      </p:tavLst>
                                    </p:anim>
                                    <p:anim calcmode="lin" valueType="num">
                                      <p:cBhvr>
                                        <p:cTn id="69" dur="100" fill="hold"/>
                                        <p:tgtEl>
                                          <p:spTgt spid="321"/>
                                        </p:tgtEl>
                                        <p:attrNameLst>
                                          <p:attrName>ppt_h</p:attrName>
                                        </p:attrNameLst>
                                      </p:cBhvr>
                                      <p:tavLst>
                                        <p:tav tm="0">
                                          <p:val>
                                            <p:fltVal val="0"/>
                                          </p:val>
                                        </p:tav>
                                        <p:tav tm="100000">
                                          <p:val>
                                            <p:strVal val="#ppt_h"/>
                                          </p:val>
                                        </p:tav>
                                      </p:tavLst>
                                    </p:anim>
                                    <p:animEffect transition="in" filter="fade">
                                      <p:cBhvr>
                                        <p:cTn id="70" dur="100"/>
                                        <p:tgtEl>
                                          <p:spTgt spid="321"/>
                                        </p:tgtEl>
                                      </p:cBhvr>
                                    </p:animEffect>
                                  </p:childTnLst>
                                </p:cTn>
                              </p:par>
                              <p:par>
                                <p:cTn id="71" presetID="6" presetClass="emph" presetSubtype="0" fill="hold" nodeType="withEffect">
                                  <p:stCondLst>
                                    <p:cond delay="100"/>
                                  </p:stCondLst>
                                  <p:childTnLst>
                                    <p:animScale>
                                      <p:cBhvr>
                                        <p:cTn id="72" dur="100" fill="hold"/>
                                        <p:tgtEl>
                                          <p:spTgt spid="321"/>
                                        </p:tgtEl>
                                      </p:cBhvr>
                                      <p:by x="110000" y="110000"/>
                                    </p:animScale>
                                  </p:childTnLst>
                                </p:cTn>
                              </p:par>
                              <p:par>
                                <p:cTn id="73" presetID="6" presetClass="emph" presetSubtype="0" fill="hold" nodeType="withEffect">
                                  <p:stCondLst>
                                    <p:cond delay="200"/>
                                  </p:stCondLst>
                                  <p:childTnLst>
                                    <p:animScale>
                                      <p:cBhvr>
                                        <p:cTn id="74" dur="200" fill="hold"/>
                                        <p:tgtEl>
                                          <p:spTgt spid="321"/>
                                        </p:tgtEl>
                                      </p:cBhvr>
                                      <p:by x="90000" y="90000"/>
                                    </p:animScale>
                                  </p:childTnLst>
                                </p:cTn>
                              </p:par>
                              <p:par>
                                <p:cTn id="75" presetID="6" presetClass="emph" presetSubtype="0" fill="hold" nodeType="withEffect">
                                  <p:stCondLst>
                                    <p:cond delay="400"/>
                                  </p:stCondLst>
                                  <p:childTnLst>
                                    <p:animScale>
                                      <p:cBhvr>
                                        <p:cTn id="76" dur="100" fill="hold"/>
                                        <p:tgtEl>
                                          <p:spTgt spid="321"/>
                                        </p:tgtEl>
                                      </p:cBhvr>
                                      <p:by x="105000" y="105000"/>
                                    </p:animScale>
                                  </p:childTnLst>
                                </p:cTn>
                              </p:par>
                              <p:par>
                                <p:cTn id="77" presetID="6" presetClass="emph" presetSubtype="0" fill="hold" nodeType="withEffect">
                                  <p:stCondLst>
                                    <p:cond delay="500"/>
                                  </p:stCondLst>
                                  <p:childTnLst>
                                    <p:animScale>
                                      <p:cBhvr>
                                        <p:cTn id="78" dur="200" fill="hold"/>
                                        <p:tgtEl>
                                          <p:spTgt spid="321"/>
                                        </p:tgtEl>
                                      </p:cBhvr>
                                      <p:by x="95000" y="95000"/>
                                    </p:animScale>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320"/>
                                        </p:tgtEl>
                                        <p:attrNameLst>
                                          <p:attrName>style.visibility</p:attrName>
                                        </p:attrNameLst>
                                      </p:cBhvr>
                                      <p:to>
                                        <p:strVal val="visible"/>
                                      </p:to>
                                    </p:set>
                                    <p:animEffect transition="in" filter="wipe(left)">
                                      <p:cBhvr>
                                        <p:cTn id="83" dur="500"/>
                                        <p:tgtEl>
                                          <p:spTgt spid="320"/>
                                        </p:tgtEl>
                                      </p:cBhvr>
                                    </p:animEffect>
                                  </p:childTnLst>
                                </p:cTn>
                              </p:par>
                            </p:childTnLst>
                          </p:cTn>
                        </p:par>
                        <p:par>
                          <p:cTn id="84" fill="hold">
                            <p:stCondLst>
                              <p:cond delay="500"/>
                            </p:stCondLst>
                            <p:childTnLst>
                              <p:par>
                                <p:cTn id="85" presetID="53" presetClass="entr" presetSubtype="16" fill="hold" nodeType="afterEffect">
                                  <p:stCondLst>
                                    <p:cond delay="0"/>
                                  </p:stCondLst>
                                  <p:childTnLst>
                                    <p:set>
                                      <p:cBhvr>
                                        <p:cTn id="86" dur="1" fill="hold">
                                          <p:stCondLst>
                                            <p:cond delay="0"/>
                                          </p:stCondLst>
                                        </p:cTn>
                                        <p:tgtEl>
                                          <p:spTgt spid="325"/>
                                        </p:tgtEl>
                                        <p:attrNameLst>
                                          <p:attrName>style.visibility</p:attrName>
                                        </p:attrNameLst>
                                      </p:cBhvr>
                                      <p:to>
                                        <p:strVal val="visible"/>
                                      </p:to>
                                    </p:set>
                                    <p:anim calcmode="lin" valueType="num">
                                      <p:cBhvr>
                                        <p:cTn id="87" dur="100" fill="hold"/>
                                        <p:tgtEl>
                                          <p:spTgt spid="325"/>
                                        </p:tgtEl>
                                        <p:attrNameLst>
                                          <p:attrName>ppt_w</p:attrName>
                                        </p:attrNameLst>
                                      </p:cBhvr>
                                      <p:tavLst>
                                        <p:tav tm="0">
                                          <p:val>
                                            <p:fltVal val="0"/>
                                          </p:val>
                                        </p:tav>
                                        <p:tav tm="100000">
                                          <p:val>
                                            <p:strVal val="#ppt_w"/>
                                          </p:val>
                                        </p:tav>
                                      </p:tavLst>
                                    </p:anim>
                                    <p:anim calcmode="lin" valueType="num">
                                      <p:cBhvr>
                                        <p:cTn id="88" dur="100" fill="hold"/>
                                        <p:tgtEl>
                                          <p:spTgt spid="325"/>
                                        </p:tgtEl>
                                        <p:attrNameLst>
                                          <p:attrName>ppt_h</p:attrName>
                                        </p:attrNameLst>
                                      </p:cBhvr>
                                      <p:tavLst>
                                        <p:tav tm="0">
                                          <p:val>
                                            <p:fltVal val="0"/>
                                          </p:val>
                                        </p:tav>
                                        <p:tav tm="100000">
                                          <p:val>
                                            <p:strVal val="#ppt_h"/>
                                          </p:val>
                                        </p:tav>
                                      </p:tavLst>
                                    </p:anim>
                                    <p:animEffect transition="in" filter="fade">
                                      <p:cBhvr>
                                        <p:cTn id="89" dur="100"/>
                                        <p:tgtEl>
                                          <p:spTgt spid="325"/>
                                        </p:tgtEl>
                                      </p:cBhvr>
                                    </p:animEffect>
                                  </p:childTnLst>
                                </p:cTn>
                              </p:par>
                              <p:par>
                                <p:cTn id="90" presetID="6" presetClass="emph" presetSubtype="0" fill="hold" nodeType="withEffect">
                                  <p:stCondLst>
                                    <p:cond delay="100"/>
                                  </p:stCondLst>
                                  <p:childTnLst>
                                    <p:animScale>
                                      <p:cBhvr>
                                        <p:cTn id="91" dur="100" fill="hold"/>
                                        <p:tgtEl>
                                          <p:spTgt spid="325"/>
                                        </p:tgtEl>
                                      </p:cBhvr>
                                      <p:by x="110000" y="110000"/>
                                    </p:animScale>
                                  </p:childTnLst>
                                </p:cTn>
                              </p:par>
                              <p:par>
                                <p:cTn id="92" presetID="6" presetClass="emph" presetSubtype="0" fill="hold" nodeType="withEffect">
                                  <p:stCondLst>
                                    <p:cond delay="200"/>
                                  </p:stCondLst>
                                  <p:childTnLst>
                                    <p:animScale>
                                      <p:cBhvr>
                                        <p:cTn id="93" dur="200" fill="hold"/>
                                        <p:tgtEl>
                                          <p:spTgt spid="325"/>
                                        </p:tgtEl>
                                      </p:cBhvr>
                                      <p:by x="90000" y="90000"/>
                                    </p:animScale>
                                  </p:childTnLst>
                                </p:cTn>
                              </p:par>
                              <p:par>
                                <p:cTn id="94" presetID="6" presetClass="emph" presetSubtype="0" fill="hold" nodeType="withEffect">
                                  <p:stCondLst>
                                    <p:cond delay="400"/>
                                  </p:stCondLst>
                                  <p:childTnLst>
                                    <p:animScale>
                                      <p:cBhvr>
                                        <p:cTn id="95" dur="100" fill="hold"/>
                                        <p:tgtEl>
                                          <p:spTgt spid="325"/>
                                        </p:tgtEl>
                                      </p:cBhvr>
                                      <p:by x="105000" y="105000"/>
                                    </p:animScale>
                                  </p:childTnLst>
                                </p:cTn>
                              </p:par>
                              <p:par>
                                <p:cTn id="96" presetID="6" presetClass="emph" presetSubtype="0" fill="hold" nodeType="withEffect">
                                  <p:stCondLst>
                                    <p:cond delay="500"/>
                                  </p:stCondLst>
                                  <p:childTnLst>
                                    <p:animScale>
                                      <p:cBhvr>
                                        <p:cTn id="97" dur="200" fill="hold"/>
                                        <p:tgtEl>
                                          <p:spTgt spid="325"/>
                                        </p:tgtEl>
                                      </p:cBhvr>
                                      <p:by x="95000" y="95000"/>
                                    </p:animScale>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324"/>
                                        </p:tgtEl>
                                        <p:attrNameLst>
                                          <p:attrName>style.visibility</p:attrName>
                                        </p:attrNameLst>
                                      </p:cBhvr>
                                      <p:to>
                                        <p:strVal val="visible"/>
                                      </p:to>
                                    </p:set>
                                    <p:animEffect transition="in" filter="wipe(left)">
                                      <p:cBhvr>
                                        <p:cTn id="102" dur="500"/>
                                        <p:tgtEl>
                                          <p:spTgt spid="324"/>
                                        </p:tgtEl>
                                      </p:cBhvr>
                                    </p:animEffect>
                                  </p:childTnLst>
                                </p:cTn>
                              </p:par>
                            </p:childTnLst>
                          </p:cTn>
                        </p:par>
                        <p:par>
                          <p:cTn id="103" fill="hold">
                            <p:stCondLst>
                              <p:cond delay="500"/>
                            </p:stCondLst>
                            <p:childTnLst>
                              <p:par>
                                <p:cTn id="104" presetID="53" presetClass="entr" presetSubtype="16" fill="hold" nodeType="afterEffect">
                                  <p:stCondLst>
                                    <p:cond delay="0"/>
                                  </p:stCondLst>
                                  <p:childTnLst>
                                    <p:set>
                                      <p:cBhvr>
                                        <p:cTn id="105" dur="1" fill="hold">
                                          <p:stCondLst>
                                            <p:cond delay="0"/>
                                          </p:stCondLst>
                                        </p:cTn>
                                        <p:tgtEl>
                                          <p:spTgt spid="329"/>
                                        </p:tgtEl>
                                        <p:attrNameLst>
                                          <p:attrName>style.visibility</p:attrName>
                                        </p:attrNameLst>
                                      </p:cBhvr>
                                      <p:to>
                                        <p:strVal val="visible"/>
                                      </p:to>
                                    </p:set>
                                    <p:anim calcmode="lin" valueType="num">
                                      <p:cBhvr>
                                        <p:cTn id="106" dur="100" fill="hold"/>
                                        <p:tgtEl>
                                          <p:spTgt spid="329"/>
                                        </p:tgtEl>
                                        <p:attrNameLst>
                                          <p:attrName>ppt_w</p:attrName>
                                        </p:attrNameLst>
                                      </p:cBhvr>
                                      <p:tavLst>
                                        <p:tav tm="0">
                                          <p:val>
                                            <p:fltVal val="0"/>
                                          </p:val>
                                        </p:tav>
                                        <p:tav tm="100000">
                                          <p:val>
                                            <p:strVal val="#ppt_w"/>
                                          </p:val>
                                        </p:tav>
                                      </p:tavLst>
                                    </p:anim>
                                    <p:anim calcmode="lin" valueType="num">
                                      <p:cBhvr>
                                        <p:cTn id="107" dur="100" fill="hold"/>
                                        <p:tgtEl>
                                          <p:spTgt spid="329"/>
                                        </p:tgtEl>
                                        <p:attrNameLst>
                                          <p:attrName>ppt_h</p:attrName>
                                        </p:attrNameLst>
                                      </p:cBhvr>
                                      <p:tavLst>
                                        <p:tav tm="0">
                                          <p:val>
                                            <p:fltVal val="0"/>
                                          </p:val>
                                        </p:tav>
                                        <p:tav tm="100000">
                                          <p:val>
                                            <p:strVal val="#ppt_h"/>
                                          </p:val>
                                        </p:tav>
                                      </p:tavLst>
                                    </p:anim>
                                    <p:animEffect transition="in" filter="fade">
                                      <p:cBhvr>
                                        <p:cTn id="108" dur="100"/>
                                        <p:tgtEl>
                                          <p:spTgt spid="329"/>
                                        </p:tgtEl>
                                      </p:cBhvr>
                                    </p:animEffect>
                                  </p:childTnLst>
                                </p:cTn>
                              </p:par>
                              <p:par>
                                <p:cTn id="109" presetID="6" presetClass="emph" presetSubtype="0" fill="hold" nodeType="withEffect">
                                  <p:stCondLst>
                                    <p:cond delay="100"/>
                                  </p:stCondLst>
                                  <p:childTnLst>
                                    <p:animScale>
                                      <p:cBhvr>
                                        <p:cTn id="110" dur="100" fill="hold"/>
                                        <p:tgtEl>
                                          <p:spTgt spid="329"/>
                                        </p:tgtEl>
                                      </p:cBhvr>
                                      <p:by x="110000" y="110000"/>
                                    </p:animScale>
                                  </p:childTnLst>
                                </p:cTn>
                              </p:par>
                              <p:par>
                                <p:cTn id="111" presetID="6" presetClass="emph" presetSubtype="0" fill="hold" nodeType="withEffect">
                                  <p:stCondLst>
                                    <p:cond delay="200"/>
                                  </p:stCondLst>
                                  <p:childTnLst>
                                    <p:animScale>
                                      <p:cBhvr>
                                        <p:cTn id="112" dur="200" fill="hold"/>
                                        <p:tgtEl>
                                          <p:spTgt spid="329"/>
                                        </p:tgtEl>
                                      </p:cBhvr>
                                      <p:by x="90000" y="90000"/>
                                    </p:animScale>
                                  </p:childTnLst>
                                </p:cTn>
                              </p:par>
                              <p:par>
                                <p:cTn id="113" presetID="6" presetClass="emph" presetSubtype="0" fill="hold" nodeType="withEffect">
                                  <p:stCondLst>
                                    <p:cond delay="400"/>
                                  </p:stCondLst>
                                  <p:childTnLst>
                                    <p:animScale>
                                      <p:cBhvr>
                                        <p:cTn id="114" dur="100" fill="hold"/>
                                        <p:tgtEl>
                                          <p:spTgt spid="329"/>
                                        </p:tgtEl>
                                      </p:cBhvr>
                                      <p:by x="105000" y="105000"/>
                                    </p:animScale>
                                  </p:childTnLst>
                                </p:cTn>
                              </p:par>
                              <p:par>
                                <p:cTn id="115" presetID="6" presetClass="emph" presetSubtype="0" fill="hold" nodeType="withEffect">
                                  <p:stCondLst>
                                    <p:cond delay="500"/>
                                  </p:stCondLst>
                                  <p:childTnLst>
                                    <p:animScale>
                                      <p:cBhvr>
                                        <p:cTn id="116" dur="200" fill="hold"/>
                                        <p:tgtEl>
                                          <p:spTgt spid="329"/>
                                        </p:tgtEl>
                                      </p:cBhvr>
                                      <p:by x="95000" y="95000"/>
                                    </p:animScale>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328"/>
                                        </p:tgtEl>
                                        <p:attrNameLst>
                                          <p:attrName>style.visibility</p:attrName>
                                        </p:attrNameLst>
                                      </p:cBhvr>
                                      <p:to>
                                        <p:strVal val="visible"/>
                                      </p:to>
                                    </p:set>
                                    <p:animEffect transition="in" filter="wipe(left)">
                                      <p:cBhvr>
                                        <p:cTn id="121" dur="500"/>
                                        <p:tgtEl>
                                          <p:spTgt spid="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12" grpId="0"/>
      <p:bldP spid="316" grpId="0"/>
      <p:bldP spid="320" grpId="0"/>
      <p:bldP spid="324" grpId="0"/>
      <p:bldP spid="3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椭圆 11"/>
          <p:cNvSpPr/>
          <p:nvPr/>
        </p:nvSpPr>
        <p:spPr>
          <a:xfrm>
            <a:off x="837257" y="1010733"/>
            <a:ext cx="2981690" cy="2981690"/>
          </a:xfrm>
          <a:prstGeom prst="ellipse">
            <a:avLst/>
          </a:prstGeom>
          <a:blipFill dpi="0" rotWithShape="1">
            <a:blip r:embed="rId4" cstate="print">
              <a:extLst>
                <a:ext uri="{28A0092B-C50C-407E-A947-70E740481C1C}">
                  <a14:useLocalDpi xmlns:a14="http://schemas.microsoft.com/office/drawing/2010/main" val="0"/>
                </a:ext>
              </a:extLst>
            </a:blip>
            <a:srcRect/>
            <a:stretch>
              <a:fillRect r="-18344"/>
            </a:stretch>
          </a:blipFill>
          <a:ln w="9525" cap="flat" cmpd="sng" algn="ctr">
            <a:solidFill>
              <a:sysClr val="window" lastClr="FFFFFF">
                <a:lumMod val="75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mn-lt"/>
              <a:ea typeface="+mn-ea"/>
              <a:cs typeface="+mn-ea"/>
              <a:sym typeface="+mn-lt"/>
            </a:endParaRPr>
          </a:p>
        </p:txBody>
      </p:sp>
      <p:pic>
        <p:nvPicPr>
          <p:cNvPr id="44" name="图片 4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93618" y="0"/>
            <a:ext cx="2851970" cy="5145088"/>
          </a:xfrm>
          <a:prstGeom prst="rect">
            <a:avLst/>
          </a:prstGeom>
        </p:spPr>
      </p:pic>
      <p:sp>
        <p:nvSpPr>
          <p:cNvPr id="13" name="矩形 12"/>
          <p:cNvSpPr/>
          <p:nvPr/>
        </p:nvSpPr>
        <p:spPr>
          <a:xfrm>
            <a:off x="1956089" y="1748471"/>
            <a:ext cx="2019546" cy="1431161"/>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8700" kern="0" dirty="0">
                <a:solidFill>
                  <a:srgbClr val="C80A2A"/>
                </a:solidFill>
                <a:latin typeface="+mn-lt"/>
                <a:ea typeface="+mn-ea"/>
                <a:cs typeface="+mn-ea"/>
                <a:sym typeface="+mn-lt"/>
              </a:rPr>
              <a:t>01</a:t>
            </a:r>
            <a:endParaRPr lang="zh-CN" altLang="en-US" sz="8700" kern="0" dirty="0">
              <a:solidFill>
                <a:srgbClr val="C80A2A"/>
              </a:solidFill>
              <a:latin typeface="+mn-lt"/>
              <a:ea typeface="+mn-ea"/>
              <a:cs typeface="+mn-ea"/>
              <a:sym typeface="+mn-lt"/>
            </a:endParaRPr>
          </a:p>
        </p:txBody>
      </p:sp>
      <p:sp>
        <p:nvSpPr>
          <p:cNvPr id="14" name="矩形 13"/>
          <p:cNvSpPr/>
          <p:nvPr/>
        </p:nvSpPr>
        <p:spPr>
          <a:xfrm>
            <a:off x="1126825" y="2315536"/>
            <a:ext cx="1202894" cy="553998"/>
          </a:xfrm>
          <a:prstGeom prst="rect">
            <a:avLst/>
          </a:prstGeom>
        </p:spPr>
        <p:txBody>
          <a:bodyPr wrap="none">
            <a:spAutoFit/>
            <a:scene3d>
              <a:camera prst="orthographicFront"/>
              <a:lightRig rig="threePt" dir="t"/>
            </a:scene3d>
            <a:sp3d contourW="12700"/>
          </a:bodyPr>
          <a:lstStyle/>
          <a:p>
            <a:pPr algn="r" fontAlgn="auto">
              <a:spcBef>
                <a:spcPts val="0"/>
              </a:spcBef>
              <a:spcAft>
                <a:spcPts val="0"/>
              </a:spcAft>
            </a:pPr>
            <a:r>
              <a:rPr lang="en-US" altLang="zh-CN" sz="3000" b="1" dirty="0">
                <a:solidFill>
                  <a:schemeClr val="tx1">
                    <a:lumMod val="75000"/>
                    <a:lumOff val="25000"/>
                  </a:schemeClr>
                </a:solidFill>
                <a:latin typeface="+mn-lt"/>
                <a:ea typeface="+mn-ea"/>
                <a:cs typeface="+mn-ea"/>
                <a:sym typeface="+mn-lt"/>
              </a:rPr>
              <a:t>PART</a:t>
            </a:r>
            <a:endParaRPr lang="zh-CN" altLang="en-US" sz="3000" b="1" dirty="0">
              <a:solidFill>
                <a:schemeClr val="tx1">
                  <a:lumMod val="75000"/>
                  <a:lumOff val="25000"/>
                </a:schemeClr>
              </a:solidFill>
              <a:latin typeface="+mn-lt"/>
              <a:ea typeface="+mn-ea"/>
              <a:cs typeface="+mn-ea"/>
              <a:sym typeface="+mn-lt"/>
            </a:endParaRPr>
          </a:p>
        </p:txBody>
      </p:sp>
      <p:sp>
        <p:nvSpPr>
          <p:cNvPr id="15" name="矩形 14"/>
          <p:cNvSpPr/>
          <p:nvPr/>
        </p:nvSpPr>
        <p:spPr>
          <a:xfrm>
            <a:off x="3996730" y="2068488"/>
            <a:ext cx="3858985" cy="707886"/>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4000" kern="0" dirty="0">
                <a:solidFill>
                  <a:srgbClr val="C80A2A"/>
                </a:solidFill>
                <a:latin typeface="+mn-lt"/>
                <a:ea typeface="+mn-ea"/>
                <a:cs typeface="+mn-ea"/>
                <a:sym typeface="+mn-lt"/>
              </a:rPr>
              <a:t>自我介绍</a:t>
            </a:r>
          </a:p>
        </p:txBody>
      </p:sp>
      <p:pic>
        <p:nvPicPr>
          <p:cNvPr id="8" name="图片 7">
            <a:extLst>
              <a:ext uri="{FF2B5EF4-FFF2-40B4-BE49-F238E27FC236}">
                <a16:creationId xmlns:a16="http://schemas.microsoft.com/office/drawing/2014/main" id="{B30FAA79-23CB-994A-08CA-278B032411A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71897" y="-14474"/>
            <a:ext cx="3658378" cy="731676"/>
          </a:xfrm>
          <a:prstGeom prst="rect">
            <a:avLst/>
          </a:prstGeom>
        </p:spPr>
      </p:pic>
    </p:spTree>
    <p:extLst>
      <p:ext uri="{BB962C8B-B14F-4D97-AF65-F5344CB8AC3E}">
        <p14:creationId xmlns:p14="http://schemas.microsoft.com/office/powerpoint/2010/main" val="216057962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500"/>
                                        <p:tgtEl>
                                          <p:spTgt spid="12"/>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500" fill="hold"/>
                                        <p:tgtEl>
                                          <p:spTgt spid="13"/>
                                        </p:tgtEl>
                                        <p:attrNameLst>
                                          <p:attrName>ppt_w</p:attrName>
                                        </p:attrNameLst>
                                      </p:cBhvr>
                                      <p:tavLst>
                                        <p:tav tm="0">
                                          <p:val>
                                            <p:fltVal val="0"/>
                                          </p:val>
                                        </p:tav>
                                        <p:tav tm="100000">
                                          <p:val>
                                            <p:strVal val="#ppt_w"/>
                                          </p:val>
                                        </p:tav>
                                      </p:tavLst>
                                    </p:anim>
                                    <p:anim calcmode="lin" valueType="num">
                                      <p:cBhvr>
                                        <p:cTn id="16" dur="500" fill="hold"/>
                                        <p:tgtEl>
                                          <p:spTgt spid="13"/>
                                        </p:tgtEl>
                                        <p:attrNameLst>
                                          <p:attrName>ppt_h</p:attrName>
                                        </p:attrNameLst>
                                      </p:cBhvr>
                                      <p:tavLst>
                                        <p:tav tm="0">
                                          <p:val>
                                            <p:fltVal val="0"/>
                                          </p:val>
                                        </p:tav>
                                        <p:tav tm="100000">
                                          <p:val>
                                            <p:strVal val="#ppt_h"/>
                                          </p:val>
                                        </p:tav>
                                      </p:tavLst>
                                    </p:anim>
                                    <p:animEffect transition="in" filter="fade">
                                      <p:cBhvr>
                                        <p:cTn id="17" dur="500"/>
                                        <p:tgtEl>
                                          <p:spTgt spid="13"/>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par>
                          <p:cTn id="23" fill="hold">
                            <p:stCondLst>
                              <p:cond delay="1500"/>
                            </p:stCondLst>
                            <p:childTnLst>
                              <p:par>
                                <p:cTn id="24" presetID="53" presetClass="entr" presetSubtype="16" fill="hold" grpId="0" nodeType="afterEffect">
                                  <p:stCondLst>
                                    <p:cond delay="0"/>
                                  </p:stCondLst>
                                  <p:iterate type="lt">
                                    <p:tmPct val="10000"/>
                                  </p:iterate>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fltVal val="0"/>
                                          </p:val>
                                        </p:tav>
                                        <p:tav tm="100000">
                                          <p:val>
                                            <p:strVal val="#ppt_w"/>
                                          </p:val>
                                        </p:tav>
                                      </p:tavLst>
                                    </p:anim>
                                    <p:anim calcmode="lin" valueType="num">
                                      <p:cBhvr>
                                        <p:cTn id="27" dur="500" fill="hold"/>
                                        <p:tgtEl>
                                          <p:spTgt spid="15"/>
                                        </p:tgtEl>
                                        <p:attrNameLst>
                                          <p:attrName>ppt_h</p:attrName>
                                        </p:attrNameLst>
                                      </p:cBhvr>
                                      <p:tavLst>
                                        <p:tav tm="0">
                                          <p:val>
                                            <p:fltVal val="0"/>
                                          </p:val>
                                        </p:tav>
                                        <p:tav tm="100000">
                                          <p:val>
                                            <p:strVal val="#ppt_h"/>
                                          </p:val>
                                        </p:tav>
                                      </p:tavLst>
                                    </p:anim>
                                    <p:animEffect transition="in" filter="fade">
                                      <p:cBhvr>
                                        <p:cTn id="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D76E023A-D82C-9364-2187-B349006D22F2}"/>
              </a:ext>
            </a:extLst>
          </p:cNvPr>
          <p:cNvGrpSpPr/>
          <p:nvPr/>
        </p:nvGrpSpPr>
        <p:grpSpPr>
          <a:xfrm>
            <a:off x="828378" y="986906"/>
            <a:ext cx="7632848" cy="505518"/>
            <a:chOff x="828378" y="986906"/>
            <a:chExt cx="4559835" cy="505518"/>
          </a:xfrm>
        </p:grpSpPr>
        <p:sp>
          <p:nvSpPr>
            <p:cNvPr id="44" name="TextBox 7"/>
            <p:cNvSpPr txBox="1"/>
            <p:nvPr/>
          </p:nvSpPr>
          <p:spPr>
            <a:xfrm>
              <a:off x="1683599" y="986906"/>
              <a:ext cx="1551830" cy="462066"/>
            </a:xfrm>
            <a:prstGeom prst="rect">
              <a:avLst/>
            </a:prstGeom>
          </p:spPr>
          <p:txBody>
            <a:bodyPr lIns="0" tIns="0" rIns="0" bIns="0" anchor="t"/>
            <a:lstStyle>
              <a:defPPr>
                <a:defRPr lang="zh-CN"/>
              </a:defPPr>
              <a:lvl1pPr>
                <a:spcBef>
                  <a:spcPct val="0"/>
                </a:spcBef>
                <a:defRPr b="1" cap="all">
                  <a:solidFill>
                    <a:schemeClr val="accent5"/>
                  </a:solidFill>
                  <a:latin typeface="微软雅黑" pitchFamily="34" charset="-122"/>
                  <a:ea typeface="微软雅黑" pitchFamily="34" charset="-122"/>
                  <a:cs typeface="+mj-cs"/>
                </a:defRPr>
              </a:lvl1pPr>
            </a:lstStyle>
            <a:p>
              <a:r>
                <a:rPr lang="zh-CN" altLang="en-US" sz="2400" b="0" dirty="0">
                  <a:solidFill>
                    <a:schemeClr val="tx1">
                      <a:lumMod val="75000"/>
                      <a:lumOff val="25000"/>
                    </a:schemeClr>
                  </a:solidFill>
                  <a:latin typeface="+mn-lt"/>
                  <a:ea typeface="+mn-ea"/>
                  <a:cs typeface="+mn-ea"/>
                  <a:sym typeface="+mn-lt"/>
                </a:rPr>
                <a:t>魏</a:t>
              </a:r>
              <a:r>
                <a:rPr lang="en-US" altLang="zh-CN" sz="2400" b="0" dirty="0">
                  <a:solidFill>
                    <a:schemeClr val="tx1">
                      <a:lumMod val="75000"/>
                      <a:lumOff val="25000"/>
                    </a:schemeClr>
                  </a:solidFill>
                  <a:latin typeface="+mn-lt"/>
                  <a:ea typeface="+mn-ea"/>
                  <a:cs typeface="+mn-ea"/>
                  <a:sym typeface="+mn-lt"/>
                </a:rPr>
                <a:t>	</a:t>
              </a:r>
              <a:r>
                <a:rPr lang="zh-CN" altLang="en-US" sz="2400" b="0" dirty="0">
                  <a:solidFill>
                    <a:schemeClr val="tx1">
                      <a:lumMod val="75000"/>
                      <a:lumOff val="25000"/>
                    </a:schemeClr>
                  </a:solidFill>
                  <a:latin typeface="+mn-lt"/>
                  <a:ea typeface="+mn-ea"/>
                  <a:cs typeface="+mn-ea"/>
                  <a:sym typeface="+mn-lt"/>
                </a:rPr>
                <a:t>强</a:t>
              </a:r>
              <a:endParaRPr lang="en-US" altLang="zh-CN" sz="2400" b="0" dirty="0">
                <a:solidFill>
                  <a:schemeClr val="tx1">
                    <a:lumMod val="75000"/>
                    <a:lumOff val="25000"/>
                  </a:schemeClr>
                </a:solidFill>
                <a:latin typeface="+mn-lt"/>
                <a:ea typeface="+mn-ea"/>
                <a:cs typeface="+mn-ea"/>
                <a:sym typeface="+mn-lt"/>
              </a:endParaRPr>
            </a:p>
          </p:txBody>
        </p:sp>
        <p:sp>
          <p:nvSpPr>
            <p:cNvPr id="45" name="矩形 44"/>
            <p:cNvSpPr>
              <a:spLocks noChangeArrowheads="1"/>
            </p:cNvSpPr>
            <p:nvPr/>
          </p:nvSpPr>
          <p:spPr bwMode="auto">
            <a:xfrm>
              <a:off x="828378" y="993552"/>
              <a:ext cx="1551830" cy="33294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lstStyle/>
            <a:p>
              <a:pPr>
                <a:spcBef>
                  <a:spcPct val="0"/>
                </a:spcBef>
              </a:pPr>
              <a:r>
                <a:rPr lang="zh-CN" altLang="en-US" sz="2100" b="1" cap="all" dirty="0">
                  <a:solidFill>
                    <a:srgbClr val="EF4136"/>
                  </a:solidFill>
                  <a:latin typeface="+mn-lt"/>
                  <a:ea typeface="+mn-ea"/>
                  <a:cs typeface="+mn-ea"/>
                  <a:sym typeface="+mn-lt"/>
                </a:rPr>
                <a:t>姓名：</a:t>
              </a:r>
              <a:endParaRPr lang="en-US" altLang="zh-CN" sz="2100" b="1" cap="all" dirty="0">
                <a:solidFill>
                  <a:srgbClr val="EF4136"/>
                </a:solidFill>
                <a:latin typeface="+mn-lt"/>
                <a:ea typeface="+mn-ea"/>
                <a:cs typeface="+mn-ea"/>
                <a:sym typeface="+mn-lt"/>
              </a:endParaRPr>
            </a:p>
          </p:txBody>
        </p:sp>
        <p:cxnSp>
          <p:nvCxnSpPr>
            <p:cNvPr id="46" name="直接连接符 45"/>
            <p:cNvCxnSpPr/>
            <p:nvPr/>
          </p:nvCxnSpPr>
          <p:spPr>
            <a:xfrm>
              <a:off x="828378" y="1492424"/>
              <a:ext cx="4559835"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sp>
        <p:nvSpPr>
          <p:cNvPr id="47" name="TextBox 11"/>
          <p:cNvSpPr txBox="1">
            <a:spLocks noChangeArrowheads="1"/>
          </p:cNvSpPr>
          <p:nvPr/>
        </p:nvSpPr>
        <p:spPr bwMode="auto">
          <a:xfrm flipH="1">
            <a:off x="1131724" y="4477704"/>
            <a:ext cx="7473518" cy="413831"/>
          </a:xfrm>
          <a:prstGeom prst="rect">
            <a:avLst/>
          </a:prstGeom>
          <a:noFill/>
          <a:ln>
            <a:noFill/>
          </a:ln>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lang="zh-CN" altLang="en-US" sz="1600" kern="0" dirty="0">
                <a:solidFill>
                  <a:sysClr val="window" lastClr="FFFFFF">
                    <a:lumMod val="50000"/>
                  </a:sysClr>
                </a:solidFill>
                <a:latin typeface="+mn-lt"/>
                <a:ea typeface="+mn-ea"/>
                <a:cs typeface="+mn-ea"/>
                <a:sym typeface="+mn-lt"/>
              </a:rPr>
              <a:t>户外活动，长途旅行，爬山等</a:t>
            </a:r>
          </a:p>
        </p:txBody>
      </p:sp>
      <p:sp>
        <p:nvSpPr>
          <p:cNvPr id="29"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个人介绍</a:t>
            </a:r>
          </a:p>
        </p:txBody>
      </p:sp>
      <p:sp>
        <p:nvSpPr>
          <p:cNvPr id="33" name="TextBox 11"/>
          <p:cNvSpPr txBox="1">
            <a:spLocks noChangeArrowheads="1"/>
          </p:cNvSpPr>
          <p:nvPr/>
        </p:nvSpPr>
        <p:spPr bwMode="auto">
          <a:xfrm flipH="1">
            <a:off x="1131723" y="3694632"/>
            <a:ext cx="7399999" cy="338554"/>
          </a:xfrm>
          <a:prstGeom prst="rect">
            <a:avLst/>
          </a:prstGeom>
          <a:noFill/>
          <a:ln>
            <a:noFill/>
          </a:ln>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zh-CN" sz="1600" kern="0" dirty="0">
                <a:solidFill>
                  <a:sysClr val="window" lastClr="FFFFFF">
                    <a:lumMod val="50000"/>
                  </a:sysClr>
                </a:solidFill>
                <a:latin typeface="+mn-lt"/>
                <a:ea typeface="+mn-ea"/>
                <a:cs typeface="+mn-ea"/>
              </a:rPr>
              <a:t>善于团队协作，乐于沟通，同时注重细节和执行力</a:t>
            </a:r>
            <a:endParaRPr lang="en-US" altLang="zh-CN" sz="1600" kern="0" dirty="0">
              <a:solidFill>
                <a:sysClr val="window" lastClr="FFFFFF">
                  <a:lumMod val="50000"/>
                </a:sysClr>
              </a:solidFill>
              <a:latin typeface="+mn-lt"/>
              <a:ea typeface="+mn-ea"/>
              <a:cs typeface="+mn-ea"/>
            </a:endParaRPr>
          </a:p>
        </p:txBody>
      </p:sp>
      <p:grpSp>
        <p:nvGrpSpPr>
          <p:cNvPr id="7" name="组合 6">
            <a:extLst>
              <a:ext uri="{FF2B5EF4-FFF2-40B4-BE49-F238E27FC236}">
                <a16:creationId xmlns:a16="http://schemas.microsoft.com/office/drawing/2014/main" id="{A9598F1F-1372-81B8-B3E5-AD01BC2E6FC9}"/>
              </a:ext>
            </a:extLst>
          </p:cNvPr>
          <p:cNvGrpSpPr/>
          <p:nvPr/>
        </p:nvGrpSpPr>
        <p:grpSpPr>
          <a:xfrm>
            <a:off x="778508" y="1770209"/>
            <a:ext cx="7732588" cy="505518"/>
            <a:chOff x="828378" y="986906"/>
            <a:chExt cx="4559835" cy="505518"/>
          </a:xfrm>
        </p:grpSpPr>
        <p:sp>
          <p:nvSpPr>
            <p:cNvPr id="8" name="TextBox 7">
              <a:extLst>
                <a:ext uri="{FF2B5EF4-FFF2-40B4-BE49-F238E27FC236}">
                  <a16:creationId xmlns:a16="http://schemas.microsoft.com/office/drawing/2014/main" id="{26093A8E-1A5A-ADD6-12ED-9F4B7F593FD9}"/>
                </a:ext>
              </a:extLst>
            </p:cNvPr>
            <p:cNvSpPr txBox="1"/>
            <p:nvPr/>
          </p:nvSpPr>
          <p:spPr>
            <a:xfrm>
              <a:off x="1683598" y="986906"/>
              <a:ext cx="3204959" cy="462066"/>
            </a:xfrm>
            <a:prstGeom prst="rect">
              <a:avLst/>
            </a:prstGeom>
          </p:spPr>
          <p:txBody>
            <a:bodyPr lIns="0" tIns="0" rIns="0" bIns="0" anchor="t"/>
            <a:lstStyle>
              <a:defPPr>
                <a:defRPr lang="zh-CN"/>
              </a:defPPr>
              <a:lvl1pPr>
                <a:spcBef>
                  <a:spcPct val="0"/>
                </a:spcBef>
                <a:defRPr b="1" cap="all">
                  <a:solidFill>
                    <a:schemeClr val="accent5"/>
                  </a:solidFill>
                  <a:latin typeface="微软雅黑" pitchFamily="34" charset="-122"/>
                  <a:ea typeface="微软雅黑" pitchFamily="34" charset="-122"/>
                  <a:cs typeface="+mj-cs"/>
                </a:defRPr>
              </a:lvl1pPr>
            </a:lstStyle>
            <a:p>
              <a:r>
                <a:rPr lang="zh-CN" altLang="en-US" sz="2400" b="0" dirty="0">
                  <a:solidFill>
                    <a:schemeClr val="tx1">
                      <a:lumMod val="75000"/>
                      <a:lumOff val="25000"/>
                    </a:schemeClr>
                  </a:solidFill>
                  <a:latin typeface="+mn-lt"/>
                  <a:ea typeface="+mn-ea"/>
                  <a:cs typeface="+mn-ea"/>
                  <a:sym typeface="+mn-lt"/>
                </a:rPr>
                <a:t>南部一组交付组</a:t>
              </a:r>
              <a:endParaRPr lang="en-US" altLang="zh-CN" sz="2400" b="0" dirty="0">
                <a:solidFill>
                  <a:schemeClr val="tx1">
                    <a:lumMod val="75000"/>
                    <a:lumOff val="25000"/>
                  </a:schemeClr>
                </a:solidFill>
                <a:latin typeface="+mn-lt"/>
                <a:ea typeface="+mn-ea"/>
                <a:cs typeface="+mn-ea"/>
                <a:sym typeface="+mn-lt"/>
              </a:endParaRPr>
            </a:p>
          </p:txBody>
        </p:sp>
        <p:sp>
          <p:nvSpPr>
            <p:cNvPr id="9" name="矩形 8">
              <a:extLst>
                <a:ext uri="{FF2B5EF4-FFF2-40B4-BE49-F238E27FC236}">
                  <a16:creationId xmlns:a16="http://schemas.microsoft.com/office/drawing/2014/main" id="{15D69B36-4F6F-5CEA-23D7-0B283BAE5C53}"/>
                </a:ext>
              </a:extLst>
            </p:cNvPr>
            <p:cNvSpPr>
              <a:spLocks noChangeArrowheads="1"/>
            </p:cNvSpPr>
            <p:nvPr/>
          </p:nvSpPr>
          <p:spPr bwMode="auto">
            <a:xfrm>
              <a:off x="828378" y="993552"/>
              <a:ext cx="1551830" cy="33294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lstStyle/>
            <a:p>
              <a:pPr>
                <a:spcBef>
                  <a:spcPct val="0"/>
                </a:spcBef>
              </a:pPr>
              <a:r>
                <a:rPr lang="zh-CN" altLang="en-US" sz="2100" b="1" cap="all" dirty="0">
                  <a:solidFill>
                    <a:srgbClr val="EF4136"/>
                  </a:solidFill>
                  <a:latin typeface="+mn-lt"/>
                  <a:ea typeface="+mn-ea"/>
                  <a:cs typeface="+mn-ea"/>
                  <a:sym typeface="+mn-lt"/>
                </a:rPr>
                <a:t>部门：</a:t>
              </a:r>
              <a:endParaRPr lang="en-US" altLang="zh-CN" sz="2100" b="1" cap="all" dirty="0">
                <a:solidFill>
                  <a:srgbClr val="EF4136"/>
                </a:solidFill>
                <a:latin typeface="+mn-lt"/>
                <a:ea typeface="+mn-ea"/>
                <a:cs typeface="+mn-ea"/>
                <a:sym typeface="+mn-lt"/>
              </a:endParaRPr>
            </a:p>
          </p:txBody>
        </p:sp>
        <p:cxnSp>
          <p:nvCxnSpPr>
            <p:cNvPr id="10" name="直接连接符 9">
              <a:extLst>
                <a:ext uri="{FF2B5EF4-FFF2-40B4-BE49-F238E27FC236}">
                  <a16:creationId xmlns:a16="http://schemas.microsoft.com/office/drawing/2014/main" id="{CE235BB8-D5D9-6687-0CA9-5F18E364BDCC}"/>
                </a:ext>
              </a:extLst>
            </p:cNvPr>
            <p:cNvCxnSpPr/>
            <p:nvPr/>
          </p:nvCxnSpPr>
          <p:spPr>
            <a:xfrm>
              <a:off x="828378" y="1492424"/>
              <a:ext cx="4559835"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13DDD2DC-438E-439C-6A0C-76678929CA32}"/>
              </a:ext>
            </a:extLst>
          </p:cNvPr>
          <p:cNvGrpSpPr/>
          <p:nvPr/>
        </p:nvGrpSpPr>
        <p:grpSpPr>
          <a:xfrm>
            <a:off x="767878" y="2565658"/>
            <a:ext cx="7732588" cy="505518"/>
            <a:chOff x="828378" y="986906"/>
            <a:chExt cx="4559835" cy="505518"/>
          </a:xfrm>
        </p:grpSpPr>
        <p:sp>
          <p:nvSpPr>
            <p:cNvPr id="12" name="TextBox 7">
              <a:extLst>
                <a:ext uri="{FF2B5EF4-FFF2-40B4-BE49-F238E27FC236}">
                  <a16:creationId xmlns:a16="http://schemas.microsoft.com/office/drawing/2014/main" id="{BAE25A33-8627-F596-B578-3CF64D16EEB6}"/>
                </a:ext>
              </a:extLst>
            </p:cNvPr>
            <p:cNvSpPr txBox="1"/>
            <p:nvPr/>
          </p:nvSpPr>
          <p:spPr>
            <a:xfrm>
              <a:off x="1683598" y="986906"/>
              <a:ext cx="3204959" cy="462066"/>
            </a:xfrm>
            <a:prstGeom prst="rect">
              <a:avLst/>
            </a:prstGeom>
          </p:spPr>
          <p:txBody>
            <a:bodyPr lIns="0" tIns="0" rIns="0" bIns="0" anchor="t"/>
            <a:lstStyle>
              <a:defPPr>
                <a:defRPr lang="zh-CN"/>
              </a:defPPr>
              <a:lvl1pPr>
                <a:spcBef>
                  <a:spcPct val="0"/>
                </a:spcBef>
                <a:defRPr b="1" cap="all">
                  <a:solidFill>
                    <a:schemeClr val="accent5"/>
                  </a:solidFill>
                  <a:latin typeface="微软雅黑" pitchFamily="34" charset="-122"/>
                  <a:ea typeface="微软雅黑" pitchFamily="34" charset="-122"/>
                  <a:cs typeface="+mj-cs"/>
                </a:defRPr>
              </a:lvl1pPr>
            </a:lstStyle>
            <a:p>
              <a:r>
                <a:rPr lang="zh-CN" altLang="en-US" sz="2400" b="0" dirty="0">
                  <a:solidFill>
                    <a:schemeClr val="tx1">
                      <a:lumMod val="75000"/>
                      <a:lumOff val="25000"/>
                    </a:schemeClr>
                  </a:solidFill>
                  <a:latin typeface="+mn-lt"/>
                  <a:ea typeface="+mn-ea"/>
                  <a:cs typeface="+mn-ea"/>
                  <a:sym typeface="+mn-lt"/>
                </a:rPr>
                <a:t>实施工程师</a:t>
              </a:r>
              <a:endParaRPr lang="en-US" altLang="zh-CN" sz="2400" b="0" dirty="0">
                <a:solidFill>
                  <a:schemeClr val="tx1">
                    <a:lumMod val="75000"/>
                    <a:lumOff val="25000"/>
                  </a:schemeClr>
                </a:solidFill>
                <a:latin typeface="+mn-lt"/>
                <a:ea typeface="+mn-ea"/>
                <a:cs typeface="+mn-ea"/>
                <a:sym typeface="+mn-lt"/>
              </a:endParaRPr>
            </a:p>
          </p:txBody>
        </p:sp>
        <p:sp>
          <p:nvSpPr>
            <p:cNvPr id="13" name="矩形 12">
              <a:extLst>
                <a:ext uri="{FF2B5EF4-FFF2-40B4-BE49-F238E27FC236}">
                  <a16:creationId xmlns:a16="http://schemas.microsoft.com/office/drawing/2014/main" id="{2F877B77-75C2-AAA2-379A-38AC32EB6238}"/>
                </a:ext>
              </a:extLst>
            </p:cNvPr>
            <p:cNvSpPr>
              <a:spLocks noChangeArrowheads="1"/>
            </p:cNvSpPr>
            <p:nvPr/>
          </p:nvSpPr>
          <p:spPr bwMode="auto">
            <a:xfrm>
              <a:off x="828378" y="993552"/>
              <a:ext cx="1551830" cy="33294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lstStyle/>
            <a:p>
              <a:pPr>
                <a:spcBef>
                  <a:spcPct val="0"/>
                </a:spcBef>
              </a:pPr>
              <a:r>
                <a:rPr lang="zh-CN" altLang="en-US" sz="2100" b="1" cap="all" dirty="0">
                  <a:solidFill>
                    <a:srgbClr val="EF4136"/>
                  </a:solidFill>
                  <a:latin typeface="+mn-lt"/>
                  <a:ea typeface="+mn-ea"/>
                  <a:cs typeface="+mn-ea"/>
                  <a:sym typeface="+mn-lt"/>
                </a:rPr>
                <a:t>岗位：</a:t>
              </a:r>
              <a:endParaRPr lang="en-US" altLang="zh-CN" sz="2100" b="1" cap="all" dirty="0">
                <a:solidFill>
                  <a:srgbClr val="EF4136"/>
                </a:solidFill>
                <a:latin typeface="+mn-lt"/>
                <a:ea typeface="+mn-ea"/>
                <a:cs typeface="+mn-ea"/>
                <a:sym typeface="+mn-lt"/>
              </a:endParaRPr>
            </a:p>
          </p:txBody>
        </p:sp>
        <p:cxnSp>
          <p:nvCxnSpPr>
            <p:cNvPr id="14" name="直接连接符 13">
              <a:extLst>
                <a:ext uri="{FF2B5EF4-FFF2-40B4-BE49-F238E27FC236}">
                  <a16:creationId xmlns:a16="http://schemas.microsoft.com/office/drawing/2014/main" id="{50659C1F-DBBD-F9B2-70D9-B456CD8E51B6}"/>
                </a:ext>
              </a:extLst>
            </p:cNvPr>
            <p:cNvCxnSpPr/>
            <p:nvPr/>
          </p:nvCxnSpPr>
          <p:spPr>
            <a:xfrm>
              <a:off x="828378" y="1492424"/>
              <a:ext cx="4559835"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sp>
        <p:nvSpPr>
          <p:cNvPr id="17" name="矩形 16">
            <a:extLst>
              <a:ext uri="{FF2B5EF4-FFF2-40B4-BE49-F238E27FC236}">
                <a16:creationId xmlns:a16="http://schemas.microsoft.com/office/drawing/2014/main" id="{BCC86C91-BB9E-788E-6A81-3896C0C7E75E}"/>
              </a:ext>
            </a:extLst>
          </p:cNvPr>
          <p:cNvSpPr>
            <a:spLocks noChangeArrowheads="1"/>
          </p:cNvSpPr>
          <p:nvPr/>
        </p:nvSpPr>
        <p:spPr bwMode="auto">
          <a:xfrm>
            <a:off x="767878" y="3318770"/>
            <a:ext cx="1551830" cy="33294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lstStyle/>
          <a:p>
            <a:pPr>
              <a:spcBef>
                <a:spcPct val="0"/>
              </a:spcBef>
            </a:pPr>
            <a:r>
              <a:rPr lang="zh-CN" altLang="en-US" sz="2100" b="1" cap="all" dirty="0">
                <a:solidFill>
                  <a:srgbClr val="EF4136"/>
                </a:solidFill>
                <a:latin typeface="+mn-lt"/>
                <a:ea typeface="+mn-ea"/>
                <a:cs typeface="+mn-ea"/>
                <a:sym typeface="+mn-lt"/>
              </a:rPr>
              <a:t>性格：</a:t>
            </a:r>
            <a:endParaRPr lang="en-US" altLang="zh-CN" sz="2100" b="1" cap="all" dirty="0">
              <a:solidFill>
                <a:srgbClr val="EF4136"/>
              </a:solidFill>
              <a:latin typeface="+mn-lt"/>
              <a:ea typeface="+mn-ea"/>
              <a:cs typeface="+mn-ea"/>
              <a:sym typeface="+mn-lt"/>
            </a:endParaRPr>
          </a:p>
        </p:txBody>
      </p:sp>
      <p:sp>
        <p:nvSpPr>
          <p:cNvPr id="19" name="矩形 18">
            <a:extLst>
              <a:ext uri="{FF2B5EF4-FFF2-40B4-BE49-F238E27FC236}">
                <a16:creationId xmlns:a16="http://schemas.microsoft.com/office/drawing/2014/main" id="{56515E4D-D484-699C-8EEF-B08EFE6F5A84}"/>
              </a:ext>
            </a:extLst>
          </p:cNvPr>
          <p:cNvSpPr>
            <a:spLocks noChangeArrowheads="1"/>
          </p:cNvSpPr>
          <p:nvPr/>
        </p:nvSpPr>
        <p:spPr bwMode="auto">
          <a:xfrm>
            <a:off x="767878" y="4146907"/>
            <a:ext cx="1551830" cy="33294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lstStyle/>
          <a:p>
            <a:pPr>
              <a:spcBef>
                <a:spcPct val="0"/>
              </a:spcBef>
            </a:pPr>
            <a:r>
              <a:rPr lang="zh-CN" altLang="en-US" sz="2100" b="1" cap="all" dirty="0">
                <a:solidFill>
                  <a:srgbClr val="EF4136"/>
                </a:solidFill>
                <a:latin typeface="+mn-lt"/>
                <a:ea typeface="+mn-ea"/>
                <a:cs typeface="+mn-ea"/>
                <a:sym typeface="+mn-lt"/>
              </a:rPr>
              <a:t>兴趣爱好：</a:t>
            </a:r>
            <a:endParaRPr lang="en-US" altLang="zh-CN" sz="2100" b="1" cap="all" dirty="0">
              <a:solidFill>
                <a:srgbClr val="EF4136"/>
              </a:solidFill>
              <a:latin typeface="+mn-lt"/>
              <a:ea typeface="+mn-ea"/>
              <a:cs typeface="+mn-ea"/>
              <a:sym typeface="+mn-lt"/>
            </a:endParaRPr>
          </a:p>
        </p:txBody>
      </p:sp>
      <p:grpSp>
        <p:nvGrpSpPr>
          <p:cNvPr id="20" name="组合 19">
            <a:extLst>
              <a:ext uri="{FF2B5EF4-FFF2-40B4-BE49-F238E27FC236}">
                <a16:creationId xmlns:a16="http://schemas.microsoft.com/office/drawing/2014/main" id="{464D7E85-67A6-A6A9-5721-EE290AA32668}"/>
              </a:ext>
            </a:extLst>
          </p:cNvPr>
          <p:cNvGrpSpPr/>
          <p:nvPr/>
        </p:nvGrpSpPr>
        <p:grpSpPr>
          <a:xfrm>
            <a:off x="4743338" y="31526"/>
            <a:ext cx="4356770" cy="488896"/>
            <a:chOff x="5295273" y="122395"/>
            <a:chExt cx="3946796" cy="355983"/>
          </a:xfrm>
          <a:gradFill flip="none" rotWithShape="1">
            <a:gsLst>
              <a:gs pos="74000">
                <a:schemeClr val="accent2">
                  <a:lumMod val="75000"/>
                </a:schemeClr>
              </a:gs>
              <a:gs pos="100000">
                <a:schemeClr val="bg1">
                  <a:lumMod val="95000"/>
                </a:schemeClr>
              </a:gs>
            </a:gsLst>
            <a:path path="circle">
              <a:fillToRect l="50000" t="130000" r="50000" b="-30000"/>
            </a:path>
            <a:tileRect/>
          </a:gradFill>
        </p:grpSpPr>
        <p:sp>
          <p:nvSpPr>
            <p:cNvPr id="22" name="矩形 21">
              <a:extLst>
                <a:ext uri="{FF2B5EF4-FFF2-40B4-BE49-F238E27FC236}">
                  <a16:creationId xmlns:a16="http://schemas.microsoft.com/office/drawing/2014/main" id="{5B5772DD-74CD-5A11-8399-228F7AD58E71}"/>
                </a:ext>
              </a:extLst>
            </p:cNvPr>
            <p:cNvSpPr/>
            <p:nvPr/>
          </p:nvSpPr>
          <p:spPr>
            <a:xfrm>
              <a:off x="5295273" y="122395"/>
              <a:ext cx="3946796" cy="35598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dirty="0">
                <a:solidFill>
                  <a:schemeClr val="bg1"/>
                </a:solidFill>
                <a:highlight>
                  <a:srgbClr val="FFFF00"/>
                </a:highlight>
                <a:sym typeface="+mn-ea"/>
              </a:endParaRPr>
            </a:p>
          </p:txBody>
        </p:sp>
        <p:pic>
          <p:nvPicPr>
            <p:cNvPr id="23" name="图片 22">
              <a:extLst>
                <a:ext uri="{FF2B5EF4-FFF2-40B4-BE49-F238E27FC236}">
                  <a16:creationId xmlns:a16="http://schemas.microsoft.com/office/drawing/2014/main" id="{1DF943BF-BFCD-6A21-C2C2-C50049E7C1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54218" y="140450"/>
              <a:ext cx="1819100" cy="337927"/>
            </a:xfrm>
            <a:prstGeom prst="rect">
              <a:avLst/>
            </a:prstGeom>
            <a:grpFill/>
            <a:effectLst/>
          </p:spPr>
        </p:pic>
        <p:sp>
          <p:nvSpPr>
            <p:cNvPr id="24" name="TextBox 7">
              <a:extLst>
                <a:ext uri="{FF2B5EF4-FFF2-40B4-BE49-F238E27FC236}">
                  <a16:creationId xmlns:a16="http://schemas.microsoft.com/office/drawing/2014/main" id="{34944936-BC99-27E5-92E6-CFBEFABA61F2}"/>
                </a:ext>
              </a:extLst>
            </p:cNvPr>
            <p:cNvSpPr txBox="1"/>
            <p:nvPr/>
          </p:nvSpPr>
          <p:spPr>
            <a:xfrm>
              <a:off x="7432262" y="186156"/>
              <a:ext cx="1648958" cy="246514"/>
            </a:xfrm>
            <a:prstGeom prst="rect">
              <a:avLst/>
            </a:prstGeom>
            <a:grpFill/>
          </p:spPr>
          <p:txBody>
            <a:bodyPr wrap="square" rtlCol="0">
              <a:spAutoFit/>
            </a:bodyPr>
            <a:lstStyle/>
            <a:p>
              <a:r>
                <a:rPr lang="en-US" altLang="zh-CN" sz="1600" b="1" dirty="0">
                  <a:solidFill>
                    <a:schemeClr val="bg1"/>
                  </a:solidFill>
                  <a:latin typeface="微软雅黑" panose="020B0503020204020204" charset="-122"/>
                  <a:ea typeface="微软雅黑" panose="020B0503020204020204" charset="-122"/>
                </a:rPr>
                <a:t>|   </a:t>
              </a:r>
              <a:r>
                <a:rPr lang="zh-CN" altLang="en-US" sz="1600" b="1" dirty="0">
                  <a:solidFill>
                    <a:schemeClr val="bg1"/>
                  </a:solidFill>
                  <a:latin typeface="微软雅黑" panose="020B0503020204020204" charset="-122"/>
                  <a:ea typeface="微软雅黑" panose="020B0503020204020204" charset="-122"/>
                </a:rPr>
                <a:t>南部一组部门</a:t>
              </a:r>
            </a:p>
          </p:txBody>
        </p:sp>
      </p:grpSp>
    </p:spTree>
    <p:extLst>
      <p:ext uri="{BB962C8B-B14F-4D97-AF65-F5344CB8AC3E}">
        <p14:creationId xmlns:p14="http://schemas.microsoft.com/office/powerpoint/2010/main" val="134585764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up)">
                                      <p:cBhvr>
                                        <p:cTn id="7" dur="500"/>
                                        <p:tgtEl>
                                          <p:spTgt spid="4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up)">
                                      <p:cBhvr>
                                        <p:cTn id="1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3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图片 4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3618" y="0"/>
            <a:ext cx="2851970" cy="5145088"/>
          </a:xfrm>
          <a:prstGeom prst="rect">
            <a:avLst/>
          </a:prstGeom>
        </p:spPr>
      </p:pic>
      <p:sp>
        <p:nvSpPr>
          <p:cNvPr id="39" name="椭圆 38"/>
          <p:cNvSpPr/>
          <p:nvPr/>
        </p:nvSpPr>
        <p:spPr>
          <a:xfrm>
            <a:off x="837257" y="1010733"/>
            <a:ext cx="2981690" cy="2981690"/>
          </a:xfrm>
          <a:prstGeom prst="ellipse">
            <a:avLst/>
          </a:prstGeom>
          <a:blipFill dpi="0" rotWithShape="1">
            <a:blip r:embed="rId5" cstate="print">
              <a:extLst>
                <a:ext uri="{28A0092B-C50C-407E-A947-70E740481C1C}">
                  <a14:useLocalDpi xmlns:a14="http://schemas.microsoft.com/office/drawing/2010/main" val="0"/>
                </a:ext>
              </a:extLst>
            </a:blip>
            <a:srcRect/>
            <a:stretch>
              <a:fillRect r="-18344"/>
            </a:stretch>
          </a:blipFill>
          <a:ln w="9525" cap="flat" cmpd="sng" algn="ctr">
            <a:solidFill>
              <a:sysClr val="window" lastClr="FFFFFF">
                <a:lumMod val="75000"/>
              </a:sysClr>
            </a:solidFill>
            <a:prstDash val="solid"/>
          </a:ln>
          <a:effectLst/>
        </p:spPr>
        <p:txBody>
          <a:bodyPr rtlCol="0" anchor="ctr"/>
          <a:lstStyle/>
          <a:p>
            <a:pPr algn="ctr" fontAlgn="auto">
              <a:spcBef>
                <a:spcPts val="0"/>
              </a:spcBef>
              <a:spcAft>
                <a:spcPts val="0"/>
              </a:spcAft>
              <a:defRPr/>
            </a:pPr>
            <a:endParaRPr lang="zh-CN" altLang="en-US" kern="0">
              <a:solidFill>
                <a:sysClr val="window" lastClr="FFFFFF"/>
              </a:solidFill>
              <a:latin typeface="+mn-lt"/>
              <a:ea typeface="+mn-ea"/>
              <a:cs typeface="+mn-ea"/>
              <a:sym typeface="+mn-lt"/>
            </a:endParaRPr>
          </a:p>
        </p:txBody>
      </p:sp>
      <p:sp>
        <p:nvSpPr>
          <p:cNvPr id="17" name="矩形 16"/>
          <p:cNvSpPr/>
          <p:nvPr/>
        </p:nvSpPr>
        <p:spPr>
          <a:xfrm>
            <a:off x="1956089" y="1748471"/>
            <a:ext cx="2019546" cy="1431161"/>
          </a:xfrm>
          <a:prstGeom prst="rect">
            <a:avLst/>
          </a:prstGeom>
        </p:spPr>
        <p:txBody>
          <a:bodyPr wrap="square">
            <a:spAutoFit/>
          </a:bodyPr>
          <a:lstStyle/>
          <a:p>
            <a:pPr algn="ctr" fontAlgn="auto">
              <a:spcBef>
                <a:spcPts val="0"/>
              </a:spcBef>
              <a:spcAft>
                <a:spcPts val="0"/>
              </a:spcAft>
              <a:defRPr/>
            </a:pPr>
            <a:r>
              <a:rPr lang="en-US" altLang="zh-CN" sz="8700" kern="0" dirty="0">
                <a:solidFill>
                  <a:srgbClr val="C80A2A"/>
                </a:solidFill>
                <a:latin typeface="+mn-lt"/>
                <a:ea typeface="+mn-ea"/>
                <a:cs typeface="+mn-ea"/>
                <a:sym typeface="+mn-lt"/>
              </a:rPr>
              <a:t>02</a:t>
            </a:r>
            <a:endParaRPr lang="zh-CN" altLang="en-US" sz="8700" kern="0" dirty="0">
              <a:solidFill>
                <a:srgbClr val="C80A2A"/>
              </a:solidFill>
              <a:latin typeface="+mn-lt"/>
              <a:ea typeface="+mn-ea"/>
              <a:cs typeface="+mn-ea"/>
              <a:sym typeface="+mn-lt"/>
            </a:endParaRPr>
          </a:p>
        </p:txBody>
      </p:sp>
      <p:sp>
        <p:nvSpPr>
          <p:cNvPr id="18" name="矩形 17"/>
          <p:cNvSpPr/>
          <p:nvPr/>
        </p:nvSpPr>
        <p:spPr>
          <a:xfrm>
            <a:off x="1126825" y="2315536"/>
            <a:ext cx="1202894" cy="553998"/>
          </a:xfrm>
          <a:prstGeom prst="rect">
            <a:avLst/>
          </a:prstGeom>
        </p:spPr>
        <p:txBody>
          <a:bodyPr wrap="none">
            <a:spAutoFit/>
            <a:scene3d>
              <a:camera prst="orthographicFront"/>
              <a:lightRig rig="threePt" dir="t"/>
            </a:scene3d>
            <a:sp3d contourW="12700"/>
          </a:bodyPr>
          <a:lstStyle/>
          <a:p>
            <a:pPr algn="r" fontAlgn="auto">
              <a:spcBef>
                <a:spcPts val="0"/>
              </a:spcBef>
              <a:spcAft>
                <a:spcPts val="0"/>
              </a:spcAft>
            </a:pPr>
            <a:r>
              <a:rPr lang="en-US" altLang="zh-CN" sz="3000" b="1" dirty="0">
                <a:solidFill>
                  <a:srgbClr val="000000">
                    <a:lumMod val="75000"/>
                    <a:lumOff val="25000"/>
                  </a:srgbClr>
                </a:solidFill>
                <a:latin typeface="+mn-lt"/>
                <a:ea typeface="+mn-ea"/>
                <a:cs typeface="+mn-ea"/>
                <a:sym typeface="+mn-lt"/>
              </a:rPr>
              <a:t>PART</a:t>
            </a:r>
            <a:endParaRPr lang="zh-CN" altLang="en-US" sz="3000" b="1" dirty="0">
              <a:solidFill>
                <a:srgbClr val="000000">
                  <a:lumMod val="75000"/>
                  <a:lumOff val="25000"/>
                </a:srgbClr>
              </a:solidFill>
              <a:latin typeface="+mn-lt"/>
              <a:ea typeface="+mn-ea"/>
              <a:cs typeface="+mn-ea"/>
              <a:sym typeface="+mn-lt"/>
            </a:endParaRPr>
          </a:p>
        </p:txBody>
      </p:sp>
      <p:sp>
        <p:nvSpPr>
          <p:cNvPr id="19" name="矩形 18"/>
          <p:cNvSpPr/>
          <p:nvPr/>
        </p:nvSpPr>
        <p:spPr>
          <a:xfrm>
            <a:off x="3996540" y="1340389"/>
            <a:ext cx="3858985" cy="1323439"/>
          </a:xfrm>
          <a:prstGeom prst="rect">
            <a:avLst/>
          </a:prstGeom>
        </p:spPr>
        <p:txBody>
          <a:bodyPr wrap="square">
            <a:spAutoFit/>
          </a:bodyPr>
          <a:lstStyle/>
          <a:p>
            <a:pPr fontAlgn="auto">
              <a:spcBef>
                <a:spcPts val="0"/>
              </a:spcBef>
              <a:spcAft>
                <a:spcPts val="0"/>
              </a:spcAft>
              <a:defRPr/>
            </a:pPr>
            <a:r>
              <a:rPr lang="zh-CN" altLang="en-US" sz="4000" kern="0" dirty="0">
                <a:solidFill>
                  <a:srgbClr val="C80A2A"/>
                </a:solidFill>
                <a:latin typeface="+mn-lt"/>
                <a:ea typeface="+mn-ea"/>
                <a:cs typeface="+mn-ea"/>
                <a:sym typeface="+mn-lt"/>
              </a:rPr>
              <a:t>部门职能理解与岗位认知</a:t>
            </a:r>
          </a:p>
        </p:txBody>
      </p:sp>
      <p:sp>
        <p:nvSpPr>
          <p:cNvPr id="20" name="文本框 9"/>
          <p:cNvSpPr txBox="1"/>
          <p:nvPr/>
        </p:nvSpPr>
        <p:spPr>
          <a:xfrm>
            <a:off x="4140746" y="2864950"/>
            <a:ext cx="1584176" cy="215444"/>
          </a:xfrm>
          <a:prstGeom prst="rect">
            <a:avLst/>
          </a:prstGeom>
          <a:noFill/>
        </p:spPr>
        <p:txBody>
          <a:bodyPr wrap="square" lIns="0" tIns="0" rIns="0" bIns="0" rtlCol="0">
            <a:spAutoFit/>
          </a:bodyPr>
          <a:lstStyle/>
          <a:p>
            <a:pPr marL="171468" marR="0" lvl="1" indent="-171468" defTabSz="914400" eaLnBrk="1" fontAlgn="auto" latinLnBrk="0" hangingPunct="1">
              <a:lnSpc>
                <a:spcPct val="100000"/>
              </a:lnSpc>
              <a:spcBef>
                <a:spcPts val="0"/>
              </a:spcBef>
              <a:spcAft>
                <a:spcPts val="0"/>
              </a:spcAft>
              <a:buClrTx/>
              <a:buSzTx/>
              <a:buFont typeface="Wingdings" pitchFamily="2" charset="2"/>
              <a:buChar char="l"/>
              <a:tabLst/>
              <a:defRPr/>
            </a:pPr>
            <a:r>
              <a:rPr kumimoji="0" lang="zh-CN" altLang="en-US" sz="1400" b="0" i="0" u="none" strike="noStrike" kern="0" cap="none" spc="0" normalizeH="0" baseline="0" noProof="0" dirty="0">
                <a:ln>
                  <a:noFill/>
                </a:ln>
                <a:solidFill>
                  <a:sysClr val="windowText" lastClr="000000">
                    <a:lumMod val="65000"/>
                    <a:lumOff val="35000"/>
                  </a:sysClr>
                </a:solidFill>
                <a:effectLst/>
                <a:uLnTx/>
                <a:uFillTx/>
                <a:latin typeface="+mn-lt"/>
                <a:ea typeface="+mn-ea"/>
                <a:cs typeface="+mn-ea"/>
                <a:sym typeface="+mn-lt"/>
              </a:rPr>
              <a:t>部门职能理解</a:t>
            </a:r>
          </a:p>
        </p:txBody>
      </p:sp>
      <p:sp>
        <p:nvSpPr>
          <p:cNvPr id="22" name="文本框 9"/>
          <p:cNvSpPr txBox="1"/>
          <p:nvPr/>
        </p:nvSpPr>
        <p:spPr>
          <a:xfrm>
            <a:off x="4140746" y="3246939"/>
            <a:ext cx="1440410" cy="215559"/>
          </a:xfrm>
          <a:prstGeom prst="rect">
            <a:avLst/>
          </a:prstGeom>
          <a:noFill/>
        </p:spPr>
        <p:txBody>
          <a:bodyPr wrap="square" lIns="0" tIns="0" rIns="0" bIns="0" rtlCol="0">
            <a:spAutoFit/>
          </a:bodyPr>
          <a:lstStyle/>
          <a:p>
            <a:pPr marL="171468" marR="0" lvl="1" indent="-171468" defTabSz="914400" eaLnBrk="1" fontAlgn="auto" latinLnBrk="0" hangingPunct="1">
              <a:lnSpc>
                <a:spcPct val="100000"/>
              </a:lnSpc>
              <a:spcBef>
                <a:spcPts val="0"/>
              </a:spcBef>
              <a:spcAft>
                <a:spcPts val="0"/>
              </a:spcAft>
              <a:buClrTx/>
              <a:buSzTx/>
              <a:buFont typeface="Wingdings" pitchFamily="2" charset="2"/>
              <a:buChar char="l"/>
              <a:tabLst/>
              <a:defRPr/>
            </a:pPr>
            <a:r>
              <a:rPr kumimoji="0" lang="zh-CN" altLang="en-US" sz="1400" b="0" i="0" u="none" strike="noStrike" kern="0" cap="none" spc="0" normalizeH="0" baseline="0" noProof="0" dirty="0">
                <a:ln>
                  <a:noFill/>
                </a:ln>
                <a:solidFill>
                  <a:sysClr val="windowText" lastClr="000000">
                    <a:lumMod val="65000"/>
                    <a:lumOff val="35000"/>
                  </a:sysClr>
                </a:solidFill>
                <a:effectLst/>
                <a:uLnTx/>
                <a:uFillTx/>
                <a:latin typeface="+mn-lt"/>
                <a:ea typeface="+mn-ea"/>
                <a:cs typeface="+mn-ea"/>
                <a:sym typeface="+mn-lt"/>
              </a:rPr>
              <a:t>岗位和工作认知</a:t>
            </a:r>
          </a:p>
        </p:txBody>
      </p:sp>
      <p:sp>
        <p:nvSpPr>
          <p:cNvPr id="24" name="文本框 9"/>
          <p:cNvSpPr txBox="1"/>
          <p:nvPr/>
        </p:nvSpPr>
        <p:spPr>
          <a:xfrm>
            <a:off x="5800946" y="2864950"/>
            <a:ext cx="1374386" cy="215444"/>
          </a:xfrm>
          <a:prstGeom prst="rect">
            <a:avLst/>
          </a:prstGeom>
          <a:noFill/>
        </p:spPr>
        <p:txBody>
          <a:bodyPr wrap="square" lIns="0" tIns="0" rIns="0" bIns="0" rtlCol="0">
            <a:spAutoFit/>
          </a:bodyPr>
          <a:lstStyle/>
          <a:p>
            <a:pPr marL="171468" marR="0" lvl="1" indent="-171468" defTabSz="914400" eaLnBrk="1" fontAlgn="auto" latinLnBrk="0" hangingPunct="1">
              <a:lnSpc>
                <a:spcPct val="100000"/>
              </a:lnSpc>
              <a:spcBef>
                <a:spcPts val="0"/>
              </a:spcBef>
              <a:spcAft>
                <a:spcPts val="0"/>
              </a:spcAft>
              <a:buClrTx/>
              <a:buSzTx/>
              <a:buFont typeface="Wingdings" pitchFamily="2" charset="2"/>
              <a:buChar char="l"/>
              <a:tabLst/>
              <a:defRPr/>
            </a:pPr>
            <a:r>
              <a:rPr kumimoji="0" lang="zh-CN" altLang="en-US" sz="1400" b="0" i="0" u="none" strike="noStrike" kern="0" cap="none" spc="0" normalizeH="0" baseline="0" noProof="0" dirty="0">
                <a:ln>
                  <a:noFill/>
                </a:ln>
                <a:solidFill>
                  <a:sysClr val="windowText" lastClr="000000">
                    <a:lumMod val="65000"/>
                    <a:lumOff val="35000"/>
                  </a:sysClr>
                </a:solidFill>
                <a:effectLst/>
                <a:uLnTx/>
                <a:uFillTx/>
                <a:latin typeface="+mn-lt"/>
                <a:ea typeface="+mn-ea"/>
                <a:cs typeface="+mn-ea"/>
                <a:sym typeface="+mn-lt"/>
              </a:rPr>
              <a:t>部门工作目标</a:t>
            </a:r>
          </a:p>
        </p:txBody>
      </p:sp>
      <p:pic>
        <p:nvPicPr>
          <p:cNvPr id="2" name="图片 1">
            <a:extLst>
              <a:ext uri="{FF2B5EF4-FFF2-40B4-BE49-F238E27FC236}">
                <a16:creationId xmlns:a16="http://schemas.microsoft.com/office/drawing/2014/main" id="{613BA09C-E9C8-EA5A-4065-8D06ED05838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71897" y="-14474"/>
            <a:ext cx="3658378" cy="731676"/>
          </a:xfrm>
          <a:prstGeom prst="rect">
            <a:avLst/>
          </a:prstGeom>
        </p:spPr>
      </p:pic>
    </p:spTree>
    <p:extLst>
      <p:ext uri="{BB962C8B-B14F-4D97-AF65-F5344CB8AC3E}">
        <p14:creationId xmlns:p14="http://schemas.microsoft.com/office/powerpoint/2010/main" val="41509111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heel(1)">
                                      <p:cBhvr>
                                        <p:cTn id="11" dur="500"/>
                                        <p:tgtEl>
                                          <p:spTgt spid="39"/>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p:cTn id="15" dur="500" fill="hold"/>
                                        <p:tgtEl>
                                          <p:spTgt spid="17"/>
                                        </p:tgtEl>
                                        <p:attrNameLst>
                                          <p:attrName>ppt_w</p:attrName>
                                        </p:attrNameLst>
                                      </p:cBhvr>
                                      <p:tavLst>
                                        <p:tav tm="0">
                                          <p:val>
                                            <p:fltVal val="0"/>
                                          </p:val>
                                        </p:tav>
                                        <p:tav tm="100000">
                                          <p:val>
                                            <p:strVal val="#ppt_w"/>
                                          </p:val>
                                        </p:tav>
                                      </p:tavLst>
                                    </p:anim>
                                    <p:anim calcmode="lin" valueType="num">
                                      <p:cBhvr>
                                        <p:cTn id="16" dur="500" fill="hold"/>
                                        <p:tgtEl>
                                          <p:spTgt spid="17"/>
                                        </p:tgtEl>
                                        <p:attrNameLst>
                                          <p:attrName>ppt_h</p:attrName>
                                        </p:attrNameLst>
                                      </p:cBhvr>
                                      <p:tavLst>
                                        <p:tav tm="0">
                                          <p:val>
                                            <p:fltVal val="0"/>
                                          </p:val>
                                        </p:tav>
                                        <p:tav tm="100000">
                                          <p:val>
                                            <p:strVal val="#ppt_h"/>
                                          </p:val>
                                        </p:tav>
                                      </p:tavLst>
                                    </p:anim>
                                    <p:animEffect transition="in" filter="fade">
                                      <p:cBhvr>
                                        <p:cTn id="17" dur="500"/>
                                        <p:tgtEl>
                                          <p:spTgt spid="17"/>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 calcmode="lin" valueType="num">
                                      <p:cBhvr>
                                        <p:cTn id="20" dur="500" fill="hold"/>
                                        <p:tgtEl>
                                          <p:spTgt spid="18"/>
                                        </p:tgtEl>
                                        <p:attrNameLst>
                                          <p:attrName>ppt_w</p:attrName>
                                        </p:attrNameLst>
                                      </p:cBhvr>
                                      <p:tavLst>
                                        <p:tav tm="0">
                                          <p:val>
                                            <p:fltVal val="0"/>
                                          </p:val>
                                        </p:tav>
                                        <p:tav tm="100000">
                                          <p:val>
                                            <p:strVal val="#ppt_w"/>
                                          </p:val>
                                        </p:tav>
                                      </p:tavLst>
                                    </p:anim>
                                    <p:anim calcmode="lin" valueType="num">
                                      <p:cBhvr>
                                        <p:cTn id="21" dur="500" fill="hold"/>
                                        <p:tgtEl>
                                          <p:spTgt spid="18"/>
                                        </p:tgtEl>
                                        <p:attrNameLst>
                                          <p:attrName>ppt_h</p:attrName>
                                        </p:attrNameLst>
                                      </p:cBhvr>
                                      <p:tavLst>
                                        <p:tav tm="0">
                                          <p:val>
                                            <p:fltVal val="0"/>
                                          </p:val>
                                        </p:tav>
                                        <p:tav tm="100000">
                                          <p:val>
                                            <p:strVal val="#ppt_h"/>
                                          </p:val>
                                        </p:tav>
                                      </p:tavLst>
                                    </p:anim>
                                    <p:animEffect transition="in" filter="fade">
                                      <p:cBhvr>
                                        <p:cTn id="22" dur="500"/>
                                        <p:tgtEl>
                                          <p:spTgt spid="18"/>
                                        </p:tgtEl>
                                      </p:cBhvr>
                                    </p:animEffect>
                                  </p:childTnLst>
                                </p:cTn>
                              </p:par>
                            </p:childTnLst>
                          </p:cTn>
                        </p:par>
                        <p:par>
                          <p:cTn id="23" fill="hold">
                            <p:stCondLst>
                              <p:cond delay="1500"/>
                            </p:stCondLst>
                            <p:childTnLst>
                              <p:par>
                                <p:cTn id="24" presetID="53" presetClass="entr" presetSubtype="16" fill="hold" grpId="0" nodeType="afterEffect">
                                  <p:stCondLst>
                                    <p:cond delay="0"/>
                                  </p:stCondLst>
                                  <p:iterate type="lt">
                                    <p:tmPct val="10000"/>
                                  </p:iterate>
                                  <p:childTnLst>
                                    <p:set>
                                      <p:cBhvr>
                                        <p:cTn id="25" dur="1" fill="hold">
                                          <p:stCondLst>
                                            <p:cond delay="0"/>
                                          </p:stCondLst>
                                        </p:cTn>
                                        <p:tgtEl>
                                          <p:spTgt spid="19"/>
                                        </p:tgtEl>
                                        <p:attrNameLst>
                                          <p:attrName>style.visibility</p:attrName>
                                        </p:attrNameLst>
                                      </p:cBhvr>
                                      <p:to>
                                        <p:strVal val="visible"/>
                                      </p:to>
                                    </p:set>
                                    <p:anim calcmode="lin" valueType="num">
                                      <p:cBhvr>
                                        <p:cTn id="26" dur="500" fill="hold"/>
                                        <p:tgtEl>
                                          <p:spTgt spid="19"/>
                                        </p:tgtEl>
                                        <p:attrNameLst>
                                          <p:attrName>ppt_w</p:attrName>
                                        </p:attrNameLst>
                                      </p:cBhvr>
                                      <p:tavLst>
                                        <p:tav tm="0">
                                          <p:val>
                                            <p:fltVal val="0"/>
                                          </p:val>
                                        </p:tav>
                                        <p:tav tm="100000">
                                          <p:val>
                                            <p:strVal val="#ppt_w"/>
                                          </p:val>
                                        </p:tav>
                                      </p:tavLst>
                                    </p:anim>
                                    <p:anim calcmode="lin" valueType="num">
                                      <p:cBhvr>
                                        <p:cTn id="27" dur="500" fill="hold"/>
                                        <p:tgtEl>
                                          <p:spTgt spid="19"/>
                                        </p:tgtEl>
                                        <p:attrNameLst>
                                          <p:attrName>ppt_h</p:attrName>
                                        </p:attrNameLst>
                                      </p:cBhvr>
                                      <p:tavLst>
                                        <p:tav tm="0">
                                          <p:val>
                                            <p:fltVal val="0"/>
                                          </p:val>
                                        </p:tav>
                                        <p:tav tm="100000">
                                          <p:val>
                                            <p:strVal val="#ppt_h"/>
                                          </p:val>
                                        </p:tav>
                                      </p:tavLst>
                                    </p:anim>
                                    <p:animEffect transition="in" filter="fade">
                                      <p:cBhvr>
                                        <p:cTn id="28" dur="500"/>
                                        <p:tgtEl>
                                          <p:spTgt spid="19"/>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par>
                                <p:cTn id="33" presetID="22" presetClass="entr" presetSubtype="8" fill="hold" grpId="0" nodeType="withEffect">
                                  <p:stCondLst>
                                    <p:cond delay="400"/>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500"/>
                                        <p:tgtEl>
                                          <p:spTgt spid="24"/>
                                        </p:tgtEl>
                                      </p:cBhvr>
                                    </p:animEffect>
                                  </p:childTnLst>
                                </p:cTn>
                              </p:par>
                              <p:par>
                                <p:cTn id="36" presetID="22" presetClass="entr" presetSubtype="8" fill="hold" grpId="0" nodeType="withEffect">
                                  <p:stCondLst>
                                    <p:cond delay="600"/>
                                  </p:stCondLst>
                                  <p:childTnLst>
                                    <p:set>
                                      <p:cBhvr>
                                        <p:cTn id="37" dur="1" fill="hold">
                                          <p:stCondLst>
                                            <p:cond delay="0"/>
                                          </p:stCondLst>
                                        </p:cTn>
                                        <p:tgtEl>
                                          <p:spTgt spid="22"/>
                                        </p:tgtEl>
                                        <p:attrNameLst>
                                          <p:attrName>style.visibility</p:attrName>
                                        </p:attrNameLst>
                                      </p:cBhvr>
                                      <p:to>
                                        <p:strVal val="visible"/>
                                      </p:to>
                                    </p:set>
                                    <p:animEffect transition="in" filter="wipe(left)">
                                      <p:cBhvr>
                                        <p:cTn id="3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17" grpId="0"/>
      <p:bldP spid="18" grpId="0"/>
      <p:bldP spid="19" grpId="0"/>
      <p:bldP spid="20" grpId="0"/>
      <p:bldP spid="22" grpId="0"/>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65E5CD66-D924-9145-A14C-81734A9897F4}"/>
              </a:ext>
            </a:extLst>
          </p:cNvPr>
          <p:cNvGrpSpPr/>
          <p:nvPr/>
        </p:nvGrpSpPr>
        <p:grpSpPr>
          <a:xfrm>
            <a:off x="632854" y="1778216"/>
            <a:ext cx="1046973" cy="786100"/>
            <a:chOff x="3795342" y="1959329"/>
            <a:chExt cx="1046973" cy="786100"/>
          </a:xfrm>
        </p:grpSpPr>
        <p:grpSp>
          <p:nvGrpSpPr>
            <p:cNvPr id="118" name="组合 117"/>
            <p:cNvGrpSpPr/>
            <p:nvPr/>
          </p:nvGrpSpPr>
          <p:grpSpPr>
            <a:xfrm rot="1738458">
              <a:off x="4110105" y="1959329"/>
              <a:ext cx="417443" cy="417443"/>
              <a:chOff x="4482708" y="3301238"/>
              <a:chExt cx="661162" cy="661162"/>
            </a:xfrm>
          </p:grpSpPr>
          <p:grpSp>
            <p:nvGrpSpPr>
              <p:cNvPr id="119" name="组合 118"/>
              <p:cNvGrpSpPr/>
              <p:nvPr/>
            </p:nvGrpSpPr>
            <p:grpSpPr>
              <a:xfrm>
                <a:off x="4482708" y="3301238"/>
                <a:ext cx="661162" cy="661162"/>
                <a:chOff x="775780" y="771550"/>
                <a:chExt cx="1852004" cy="1852004"/>
              </a:xfrm>
            </p:grpSpPr>
            <p:sp>
              <p:nvSpPr>
                <p:cNvPr id="123" name="椭圆 122"/>
                <p:cNvSpPr/>
                <p:nvPr/>
              </p:nvSpPr>
              <p:spPr>
                <a:xfrm>
                  <a:off x="775780" y="771550"/>
                  <a:ext cx="1852004" cy="1852004"/>
                </a:xfrm>
                <a:prstGeom prst="ellipse">
                  <a:avLst/>
                </a:prstGeom>
                <a:solidFill>
                  <a:srgbClr val="C80A2A"/>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solidFill>
                      <a:sysClr val="window" lastClr="FFFFFF"/>
                    </a:solidFill>
                    <a:effectLst/>
                    <a:uLnTx/>
                    <a:uFillTx/>
                    <a:latin typeface="+mn-lt"/>
                    <a:ea typeface="+mn-ea"/>
                    <a:cs typeface="+mn-ea"/>
                    <a:sym typeface="+mn-lt"/>
                  </a:endParaRPr>
                </a:p>
              </p:txBody>
            </p:sp>
            <p:sp>
              <p:nvSpPr>
                <p:cNvPr id="124" name="椭圆 123"/>
                <p:cNvSpPr/>
                <p:nvPr/>
              </p:nvSpPr>
              <p:spPr>
                <a:xfrm>
                  <a:off x="1007828" y="1003591"/>
                  <a:ext cx="1387906" cy="1387906"/>
                </a:xfrm>
                <a:prstGeom prst="ellipse">
                  <a:avLst/>
                </a:prstGeom>
                <a:solidFill>
                  <a:schemeClr val="bg1"/>
                </a:solidFill>
                <a:ln w="19050" cap="flat" cmpd="sng" algn="ctr">
                  <a:gradFill>
                    <a:gsLst>
                      <a:gs pos="0">
                        <a:sysClr val="window" lastClr="FFFFFF">
                          <a:lumMod val="85000"/>
                        </a:sysClr>
                      </a:gs>
                      <a:gs pos="100000">
                        <a:sysClr val="window" lastClr="FFFFFF">
                          <a:lumMod val="95000"/>
                        </a:sysClr>
                      </a:gs>
                    </a:gsLst>
                    <a:lin ang="300000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800" b="0" i="0" u="none" strike="noStrike" kern="0" cap="none" spc="0" normalizeH="0" baseline="0" noProof="0">
                    <a:ln>
                      <a:noFill/>
                    </a:ln>
                    <a:solidFill>
                      <a:sysClr val="window" lastClr="FFFFFF"/>
                    </a:solidFill>
                    <a:effectLst/>
                    <a:uLnTx/>
                    <a:uFillTx/>
                    <a:latin typeface="+mn-lt"/>
                    <a:ea typeface="+mn-ea"/>
                    <a:cs typeface="+mn-ea"/>
                    <a:sym typeface="+mn-lt"/>
                  </a:endParaRPr>
                </a:p>
              </p:txBody>
            </p:sp>
          </p:grpSp>
          <p:grpSp>
            <p:nvGrpSpPr>
              <p:cNvPr id="120" name="组合 119"/>
              <p:cNvGrpSpPr/>
              <p:nvPr/>
            </p:nvGrpSpPr>
            <p:grpSpPr>
              <a:xfrm>
                <a:off x="4679943" y="3516067"/>
                <a:ext cx="266691" cy="231503"/>
                <a:chOff x="6434683" y="510993"/>
                <a:chExt cx="987549" cy="857250"/>
              </a:xfrm>
            </p:grpSpPr>
            <p:sp>
              <p:nvSpPr>
                <p:cNvPr id="121" name="任意多边形 120"/>
                <p:cNvSpPr/>
                <p:nvPr/>
              </p:nvSpPr>
              <p:spPr>
                <a:xfrm>
                  <a:off x="6978347" y="510993"/>
                  <a:ext cx="438150" cy="857250"/>
                </a:xfrm>
                <a:custGeom>
                  <a:avLst/>
                  <a:gdLst>
                    <a:gd name="connsiteX0" fmla="*/ 0 w 438150"/>
                    <a:gd name="connsiteY0" fmla="*/ 0 h 857250"/>
                    <a:gd name="connsiteX1" fmla="*/ 438150 w 438150"/>
                    <a:gd name="connsiteY1" fmla="*/ 438150 h 857250"/>
                    <a:gd name="connsiteX2" fmla="*/ 19050 w 438150"/>
                    <a:gd name="connsiteY2" fmla="*/ 857250 h 857250"/>
                  </a:gdLst>
                  <a:ahLst/>
                  <a:cxnLst>
                    <a:cxn ang="0">
                      <a:pos x="connsiteX0" y="connsiteY0"/>
                    </a:cxn>
                    <a:cxn ang="0">
                      <a:pos x="connsiteX1" y="connsiteY1"/>
                    </a:cxn>
                    <a:cxn ang="0">
                      <a:pos x="connsiteX2" y="connsiteY2"/>
                    </a:cxn>
                  </a:cxnLst>
                  <a:rect l="l" t="t" r="r" b="b"/>
                  <a:pathLst>
                    <a:path w="438150" h="857250">
                      <a:moveTo>
                        <a:pt x="0" y="0"/>
                      </a:moveTo>
                      <a:lnTo>
                        <a:pt x="438150" y="438150"/>
                      </a:lnTo>
                      <a:lnTo>
                        <a:pt x="19050" y="857250"/>
                      </a:lnTo>
                    </a:path>
                  </a:pathLst>
                </a:custGeom>
                <a:noFill/>
                <a:ln w="28575" cap="flat" cmpd="sng" algn="ctr">
                  <a:solidFill>
                    <a:srgbClr val="C80A2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mn-lt"/>
                    <a:ea typeface="+mn-ea"/>
                    <a:cs typeface="+mn-ea"/>
                    <a:sym typeface="+mn-lt"/>
                  </a:endParaRPr>
                </a:p>
              </p:txBody>
            </p:sp>
            <p:cxnSp>
              <p:nvCxnSpPr>
                <p:cNvPr id="122" name="直接连接符 121"/>
                <p:cNvCxnSpPr/>
                <p:nvPr/>
              </p:nvCxnSpPr>
              <p:spPr>
                <a:xfrm>
                  <a:off x="6434683" y="954806"/>
                  <a:ext cx="987549" cy="0"/>
                </a:xfrm>
                <a:prstGeom prst="line">
                  <a:avLst/>
                </a:prstGeom>
                <a:noFill/>
                <a:ln w="28575" cap="flat" cmpd="sng" algn="ctr">
                  <a:solidFill>
                    <a:srgbClr val="C80A2A"/>
                  </a:solidFill>
                  <a:prstDash val="solid"/>
                </a:ln>
                <a:effectLst/>
              </p:spPr>
            </p:cxnSp>
          </p:grpSp>
        </p:grpSp>
        <p:sp>
          <p:nvSpPr>
            <p:cNvPr id="147" name="TextBox 11"/>
            <p:cNvSpPr txBox="1"/>
            <p:nvPr/>
          </p:nvSpPr>
          <p:spPr>
            <a:xfrm>
              <a:off x="3795342" y="2414434"/>
              <a:ext cx="1046973" cy="330995"/>
            </a:xfrm>
            <a:prstGeom prst="rect">
              <a:avLst/>
            </a:prstGeom>
            <a:solidFill>
              <a:srgbClr val="C80A2A"/>
            </a:solidFill>
            <a:ln>
              <a:noFill/>
            </a:ln>
          </p:spPr>
          <p:txBody>
            <a:bodyPr wrap="square" lIns="68711" tIns="34357" rIns="68711" bIns="34357" rtlCol="0">
              <a:spAutoFit/>
            </a:bodyPr>
            <a:lstStyle/>
            <a:p>
              <a:pPr algn="ctr"/>
              <a:r>
                <a:rPr lang="zh-CN" altLang="en-US" sz="1700" dirty="0">
                  <a:solidFill>
                    <a:schemeClr val="bg1"/>
                  </a:solidFill>
                  <a:latin typeface="+mn-lt"/>
                  <a:ea typeface="+mn-ea"/>
                  <a:cs typeface="+mn-ea"/>
                  <a:sym typeface="+mn-lt"/>
                </a:rPr>
                <a:t>核心目标</a:t>
              </a:r>
              <a:endParaRPr lang="en-US" altLang="zh-CN" sz="1700" dirty="0">
                <a:solidFill>
                  <a:schemeClr val="bg1"/>
                </a:solidFill>
                <a:latin typeface="+mn-lt"/>
                <a:ea typeface="+mn-ea"/>
                <a:cs typeface="+mn-ea"/>
                <a:sym typeface="+mn-lt"/>
              </a:endParaRPr>
            </a:p>
          </p:txBody>
        </p:sp>
      </p:grpSp>
      <p:grpSp>
        <p:nvGrpSpPr>
          <p:cNvPr id="7" name="组合 6">
            <a:extLst>
              <a:ext uri="{FF2B5EF4-FFF2-40B4-BE49-F238E27FC236}">
                <a16:creationId xmlns:a16="http://schemas.microsoft.com/office/drawing/2014/main" id="{C666DE27-CC2D-046A-256B-1FD8A3909E63}"/>
              </a:ext>
            </a:extLst>
          </p:cNvPr>
          <p:cNvGrpSpPr/>
          <p:nvPr/>
        </p:nvGrpSpPr>
        <p:grpSpPr>
          <a:xfrm>
            <a:off x="616822" y="2825347"/>
            <a:ext cx="1046973" cy="786100"/>
            <a:chOff x="4955095" y="1959329"/>
            <a:chExt cx="1046973" cy="786100"/>
          </a:xfrm>
        </p:grpSpPr>
        <p:grpSp>
          <p:nvGrpSpPr>
            <p:cNvPr id="125" name="组合 124"/>
            <p:cNvGrpSpPr/>
            <p:nvPr/>
          </p:nvGrpSpPr>
          <p:grpSpPr>
            <a:xfrm rot="1738458">
              <a:off x="5253105" y="1959329"/>
              <a:ext cx="417443" cy="417443"/>
              <a:chOff x="4482708" y="3301238"/>
              <a:chExt cx="661162" cy="661162"/>
            </a:xfrm>
          </p:grpSpPr>
          <p:grpSp>
            <p:nvGrpSpPr>
              <p:cNvPr id="126" name="组合 125"/>
              <p:cNvGrpSpPr/>
              <p:nvPr/>
            </p:nvGrpSpPr>
            <p:grpSpPr>
              <a:xfrm>
                <a:off x="4482708" y="3301238"/>
                <a:ext cx="661162" cy="661162"/>
                <a:chOff x="775780" y="771550"/>
                <a:chExt cx="1852004" cy="1852004"/>
              </a:xfrm>
            </p:grpSpPr>
            <p:sp>
              <p:nvSpPr>
                <p:cNvPr id="130" name="椭圆 129"/>
                <p:cNvSpPr/>
                <p:nvPr/>
              </p:nvSpPr>
              <p:spPr>
                <a:xfrm>
                  <a:off x="775780" y="771550"/>
                  <a:ext cx="1852004" cy="1852004"/>
                </a:xfrm>
                <a:prstGeom prst="ellipse">
                  <a:avLst/>
                </a:prstGeom>
                <a:solidFill>
                  <a:srgbClr val="108887"/>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solidFill>
                      <a:sysClr val="window" lastClr="FFFFFF"/>
                    </a:solidFill>
                    <a:effectLst/>
                    <a:uLnTx/>
                    <a:uFillTx/>
                    <a:latin typeface="+mn-lt"/>
                    <a:ea typeface="+mn-ea"/>
                    <a:cs typeface="+mn-ea"/>
                    <a:sym typeface="+mn-lt"/>
                  </a:endParaRPr>
                </a:p>
              </p:txBody>
            </p:sp>
            <p:sp>
              <p:nvSpPr>
                <p:cNvPr id="131" name="椭圆 130"/>
                <p:cNvSpPr/>
                <p:nvPr/>
              </p:nvSpPr>
              <p:spPr>
                <a:xfrm>
                  <a:off x="1007828" y="1003597"/>
                  <a:ext cx="1387908" cy="1387908"/>
                </a:xfrm>
                <a:prstGeom prst="ellipse">
                  <a:avLst/>
                </a:prstGeom>
                <a:solidFill>
                  <a:schemeClr val="bg1"/>
                </a:solidFill>
                <a:ln w="19050" cap="flat" cmpd="sng" algn="ctr">
                  <a:gradFill>
                    <a:gsLst>
                      <a:gs pos="0">
                        <a:sysClr val="window" lastClr="FFFFFF">
                          <a:lumMod val="85000"/>
                        </a:sysClr>
                      </a:gs>
                      <a:gs pos="100000">
                        <a:sysClr val="window" lastClr="FFFFFF">
                          <a:lumMod val="95000"/>
                        </a:sysClr>
                      </a:gs>
                    </a:gsLst>
                    <a:lin ang="300000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800" b="0" i="0" u="none" strike="noStrike" kern="0" cap="none" spc="0" normalizeH="0" baseline="0" noProof="0">
                    <a:ln>
                      <a:noFill/>
                    </a:ln>
                    <a:solidFill>
                      <a:sysClr val="window" lastClr="FFFFFF"/>
                    </a:solidFill>
                    <a:effectLst/>
                    <a:uLnTx/>
                    <a:uFillTx/>
                    <a:latin typeface="+mn-lt"/>
                    <a:ea typeface="+mn-ea"/>
                    <a:cs typeface="+mn-ea"/>
                    <a:sym typeface="+mn-lt"/>
                  </a:endParaRPr>
                </a:p>
              </p:txBody>
            </p:sp>
          </p:grpSp>
          <p:grpSp>
            <p:nvGrpSpPr>
              <p:cNvPr id="127" name="组合 126"/>
              <p:cNvGrpSpPr/>
              <p:nvPr/>
            </p:nvGrpSpPr>
            <p:grpSpPr>
              <a:xfrm>
                <a:off x="4679943" y="3516067"/>
                <a:ext cx="266691" cy="231503"/>
                <a:chOff x="6434683" y="510993"/>
                <a:chExt cx="987549" cy="857250"/>
              </a:xfrm>
            </p:grpSpPr>
            <p:sp>
              <p:nvSpPr>
                <p:cNvPr id="128" name="任意多边形 127"/>
                <p:cNvSpPr/>
                <p:nvPr/>
              </p:nvSpPr>
              <p:spPr>
                <a:xfrm>
                  <a:off x="6978347" y="510993"/>
                  <a:ext cx="438150" cy="857250"/>
                </a:xfrm>
                <a:custGeom>
                  <a:avLst/>
                  <a:gdLst>
                    <a:gd name="connsiteX0" fmla="*/ 0 w 438150"/>
                    <a:gd name="connsiteY0" fmla="*/ 0 h 857250"/>
                    <a:gd name="connsiteX1" fmla="*/ 438150 w 438150"/>
                    <a:gd name="connsiteY1" fmla="*/ 438150 h 857250"/>
                    <a:gd name="connsiteX2" fmla="*/ 19050 w 438150"/>
                    <a:gd name="connsiteY2" fmla="*/ 857250 h 857250"/>
                  </a:gdLst>
                  <a:ahLst/>
                  <a:cxnLst>
                    <a:cxn ang="0">
                      <a:pos x="connsiteX0" y="connsiteY0"/>
                    </a:cxn>
                    <a:cxn ang="0">
                      <a:pos x="connsiteX1" y="connsiteY1"/>
                    </a:cxn>
                    <a:cxn ang="0">
                      <a:pos x="connsiteX2" y="connsiteY2"/>
                    </a:cxn>
                  </a:cxnLst>
                  <a:rect l="l" t="t" r="r" b="b"/>
                  <a:pathLst>
                    <a:path w="438150" h="857250">
                      <a:moveTo>
                        <a:pt x="0" y="0"/>
                      </a:moveTo>
                      <a:lnTo>
                        <a:pt x="438150" y="438150"/>
                      </a:lnTo>
                      <a:lnTo>
                        <a:pt x="19050" y="857250"/>
                      </a:lnTo>
                    </a:path>
                  </a:pathLst>
                </a:custGeom>
                <a:noFill/>
                <a:ln w="28575" cap="flat" cmpd="sng" algn="ctr">
                  <a:solidFill>
                    <a:srgbClr val="108887"/>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mn-lt"/>
                    <a:ea typeface="+mn-ea"/>
                    <a:cs typeface="+mn-ea"/>
                    <a:sym typeface="+mn-lt"/>
                  </a:endParaRPr>
                </a:p>
              </p:txBody>
            </p:sp>
            <p:cxnSp>
              <p:nvCxnSpPr>
                <p:cNvPr id="129" name="直接连接符 128"/>
                <p:cNvCxnSpPr/>
                <p:nvPr/>
              </p:nvCxnSpPr>
              <p:spPr>
                <a:xfrm>
                  <a:off x="6434683" y="954806"/>
                  <a:ext cx="987549" cy="0"/>
                </a:xfrm>
                <a:prstGeom prst="line">
                  <a:avLst/>
                </a:prstGeom>
                <a:noFill/>
                <a:ln w="28575" cap="flat" cmpd="sng" algn="ctr">
                  <a:solidFill>
                    <a:srgbClr val="108887"/>
                  </a:solidFill>
                  <a:prstDash val="solid"/>
                </a:ln>
                <a:effectLst/>
              </p:spPr>
            </p:cxnSp>
          </p:grpSp>
        </p:grpSp>
        <p:sp>
          <p:nvSpPr>
            <p:cNvPr id="148" name="TextBox 13"/>
            <p:cNvSpPr txBox="1"/>
            <p:nvPr/>
          </p:nvSpPr>
          <p:spPr>
            <a:xfrm>
              <a:off x="4955095" y="2414434"/>
              <a:ext cx="1046973" cy="330995"/>
            </a:xfrm>
            <a:prstGeom prst="rect">
              <a:avLst/>
            </a:prstGeom>
            <a:solidFill>
              <a:srgbClr val="108887"/>
            </a:solidFill>
          </p:spPr>
          <p:txBody>
            <a:bodyPr wrap="square" lIns="68711" tIns="34357" rIns="68711" bIns="34357" rtlCol="0">
              <a:spAutoFit/>
            </a:bodyPr>
            <a:lstStyle/>
            <a:p>
              <a:pPr algn="ctr"/>
              <a:r>
                <a:rPr lang="zh-CN" altLang="en-US" sz="1700" dirty="0">
                  <a:solidFill>
                    <a:schemeClr val="bg1"/>
                  </a:solidFill>
                  <a:latin typeface="+mn-lt"/>
                  <a:ea typeface="+mn-ea"/>
                  <a:cs typeface="+mn-ea"/>
                  <a:sym typeface="+mn-lt"/>
                </a:rPr>
                <a:t>效率目标</a:t>
              </a:r>
              <a:endParaRPr lang="en-US" altLang="zh-CN" sz="1700" dirty="0">
                <a:solidFill>
                  <a:schemeClr val="bg1"/>
                </a:solidFill>
                <a:latin typeface="+mn-lt"/>
                <a:ea typeface="+mn-ea"/>
                <a:cs typeface="+mn-ea"/>
                <a:sym typeface="+mn-lt"/>
              </a:endParaRPr>
            </a:p>
          </p:txBody>
        </p:sp>
      </p:grpSp>
      <p:grpSp>
        <p:nvGrpSpPr>
          <p:cNvPr id="8" name="组合 7">
            <a:extLst>
              <a:ext uri="{FF2B5EF4-FFF2-40B4-BE49-F238E27FC236}">
                <a16:creationId xmlns:a16="http://schemas.microsoft.com/office/drawing/2014/main" id="{8AF873DE-1863-54C2-EF42-8673B80F458F}"/>
              </a:ext>
            </a:extLst>
          </p:cNvPr>
          <p:cNvGrpSpPr/>
          <p:nvPr/>
        </p:nvGrpSpPr>
        <p:grpSpPr>
          <a:xfrm>
            <a:off x="616823" y="3898109"/>
            <a:ext cx="1046973" cy="786100"/>
            <a:chOff x="6114849" y="1959329"/>
            <a:chExt cx="1046973" cy="786100"/>
          </a:xfrm>
        </p:grpSpPr>
        <p:grpSp>
          <p:nvGrpSpPr>
            <p:cNvPr id="132" name="组合 131"/>
            <p:cNvGrpSpPr/>
            <p:nvPr/>
          </p:nvGrpSpPr>
          <p:grpSpPr>
            <a:xfrm rot="1738458">
              <a:off x="6373245" y="1959329"/>
              <a:ext cx="417443" cy="417443"/>
              <a:chOff x="4482708" y="3301238"/>
              <a:chExt cx="661162" cy="661162"/>
            </a:xfrm>
          </p:grpSpPr>
          <p:grpSp>
            <p:nvGrpSpPr>
              <p:cNvPr id="133" name="组合 132"/>
              <p:cNvGrpSpPr/>
              <p:nvPr/>
            </p:nvGrpSpPr>
            <p:grpSpPr>
              <a:xfrm>
                <a:off x="4482708" y="3301238"/>
                <a:ext cx="661162" cy="661162"/>
                <a:chOff x="775780" y="771550"/>
                <a:chExt cx="1852004" cy="1852004"/>
              </a:xfrm>
            </p:grpSpPr>
            <p:sp>
              <p:nvSpPr>
                <p:cNvPr id="138" name="椭圆 137"/>
                <p:cNvSpPr/>
                <p:nvPr/>
              </p:nvSpPr>
              <p:spPr>
                <a:xfrm>
                  <a:off x="775780" y="771550"/>
                  <a:ext cx="1852004" cy="1852004"/>
                </a:xfrm>
                <a:prstGeom prst="ellipse">
                  <a:avLst/>
                </a:prstGeom>
                <a:solidFill>
                  <a:srgbClr val="D87833"/>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a:ln>
                      <a:noFill/>
                    </a:ln>
                    <a:solidFill>
                      <a:sysClr val="window" lastClr="FFFFFF"/>
                    </a:solidFill>
                    <a:effectLst/>
                    <a:uLnTx/>
                    <a:uFillTx/>
                    <a:latin typeface="+mn-lt"/>
                    <a:ea typeface="+mn-ea"/>
                    <a:cs typeface="+mn-ea"/>
                    <a:sym typeface="+mn-lt"/>
                  </a:endParaRPr>
                </a:p>
              </p:txBody>
            </p:sp>
            <p:sp>
              <p:nvSpPr>
                <p:cNvPr id="139" name="椭圆 138"/>
                <p:cNvSpPr/>
                <p:nvPr/>
              </p:nvSpPr>
              <p:spPr>
                <a:xfrm rot="19072878">
                  <a:off x="1007829" y="1003599"/>
                  <a:ext cx="1387906" cy="1387906"/>
                </a:xfrm>
                <a:prstGeom prst="ellipse">
                  <a:avLst/>
                </a:prstGeom>
                <a:solidFill>
                  <a:schemeClr val="bg1"/>
                </a:solidFill>
                <a:ln w="19050" cap="flat" cmpd="sng" algn="ctr">
                  <a:gradFill>
                    <a:gsLst>
                      <a:gs pos="0">
                        <a:sysClr val="window" lastClr="FFFFFF">
                          <a:lumMod val="85000"/>
                        </a:sysClr>
                      </a:gs>
                      <a:gs pos="100000">
                        <a:sysClr val="window" lastClr="FFFFFF">
                          <a:lumMod val="95000"/>
                        </a:sysClr>
                      </a:gs>
                    </a:gsLst>
                    <a:lin ang="300000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800" b="0" i="0" u="none" strike="noStrike" kern="0" cap="none" spc="0" normalizeH="0" baseline="0" noProof="0">
                    <a:ln>
                      <a:noFill/>
                    </a:ln>
                    <a:solidFill>
                      <a:sysClr val="window" lastClr="FFFFFF"/>
                    </a:solidFill>
                    <a:effectLst/>
                    <a:uLnTx/>
                    <a:uFillTx/>
                    <a:latin typeface="+mn-lt"/>
                    <a:ea typeface="+mn-ea"/>
                    <a:cs typeface="+mn-ea"/>
                    <a:sym typeface="+mn-lt"/>
                  </a:endParaRPr>
                </a:p>
              </p:txBody>
            </p:sp>
          </p:grpSp>
          <p:grpSp>
            <p:nvGrpSpPr>
              <p:cNvPr id="135" name="组合 134"/>
              <p:cNvGrpSpPr/>
              <p:nvPr/>
            </p:nvGrpSpPr>
            <p:grpSpPr>
              <a:xfrm>
                <a:off x="4679943" y="3516067"/>
                <a:ext cx="266691" cy="231503"/>
                <a:chOff x="6434683" y="510993"/>
                <a:chExt cx="987549" cy="857250"/>
              </a:xfrm>
            </p:grpSpPr>
            <p:sp>
              <p:nvSpPr>
                <p:cNvPr id="136" name="任意多边形 135"/>
                <p:cNvSpPr/>
                <p:nvPr/>
              </p:nvSpPr>
              <p:spPr>
                <a:xfrm>
                  <a:off x="6978347" y="510993"/>
                  <a:ext cx="438150" cy="857250"/>
                </a:xfrm>
                <a:custGeom>
                  <a:avLst/>
                  <a:gdLst>
                    <a:gd name="connsiteX0" fmla="*/ 0 w 438150"/>
                    <a:gd name="connsiteY0" fmla="*/ 0 h 857250"/>
                    <a:gd name="connsiteX1" fmla="*/ 438150 w 438150"/>
                    <a:gd name="connsiteY1" fmla="*/ 438150 h 857250"/>
                    <a:gd name="connsiteX2" fmla="*/ 19050 w 438150"/>
                    <a:gd name="connsiteY2" fmla="*/ 857250 h 857250"/>
                  </a:gdLst>
                  <a:ahLst/>
                  <a:cxnLst>
                    <a:cxn ang="0">
                      <a:pos x="connsiteX0" y="connsiteY0"/>
                    </a:cxn>
                    <a:cxn ang="0">
                      <a:pos x="connsiteX1" y="connsiteY1"/>
                    </a:cxn>
                    <a:cxn ang="0">
                      <a:pos x="connsiteX2" y="connsiteY2"/>
                    </a:cxn>
                  </a:cxnLst>
                  <a:rect l="l" t="t" r="r" b="b"/>
                  <a:pathLst>
                    <a:path w="438150" h="857250">
                      <a:moveTo>
                        <a:pt x="0" y="0"/>
                      </a:moveTo>
                      <a:lnTo>
                        <a:pt x="438150" y="438150"/>
                      </a:lnTo>
                      <a:lnTo>
                        <a:pt x="19050" y="857250"/>
                      </a:lnTo>
                    </a:path>
                  </a:pathLst>
                </a:custGeom>
                <a:noFill/>
                <a:ln w="28575" cap="flat" cmpd="sng" algn="ctr">
                  <a:solidFill>
                    <a:srgbClr val="D87833"/>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mn-lt"/>
                    <a:ea typeface="+mn-ea"/>
                    <a:cs typeface="+mn-ea"/>
                    <a:sym typeface="+mn-lt"/>
                  </a:endParaRPr>
                </a:p>
              </p:txBody>
            </p:sp>
            <p:cxnSp>
              <p:nvCxnSpPr>
                <p:cNvPr id="137" name="直接连接符 136"/>
                <p:cNvCxnSpPr/>
                <p:nvPr/>
              </p:nvCxnSpPr>
              <p:spPr>
                <a:xfrm>
                  <a:off x="6434683" y="954806"/>
                  <a:ext cx="987549" cy="0"/>
                </a:xfrm>
                <a:prstGeom prst="line">
                  <a:avLst/>
                </a:prstGeom>
                <a:noFill/>
                <a:ln w="28575" cap="flat" cmpd="sng" algn="ctr">
                  <a:solidFill>
                    <a:srgbClr val="D87833"/>
                  </a:solidFill>
                  <a:prstDash val="solid"/>
                </a:ln>
                <a:effectLst/>
              </p:spPr>
            </p:cxnSp>
          </p:grpSp>
        </p:grpSp>
        <p:sp>
          <p:nvSpPr>
            <p:cNvPr id="149" name="TextBox 14"/>
            <p:cNvSpPr txBox="1"/>
            <p:nvPr/>
          </p:nvSpPr>
          <p:spPr>
            <a:xfrm>
              <a:off x="6114849" y="2414434"/>
              <a:ext cx="1046973" cy="330995"/>
            </a:xfrm>
            <a:prstGeom prst="rect">
              <a:avLst/>
            </a:prstGeom>
            <a:solidFill>
              <a:srgbClr val="D87833"/>
            </a:solidFill>
          </p:spPr>
          <p:txBody>
            <a:bodyPr wrap="square" lIns="68711" tIns="34357" rIns="68711" bIns="34357" rtlCol="0">
              <a:spAutoFit/>
            </a:bodyPr>
            <a:lstStyle/>
            <a:p>
              <a:pPr algn="ctr"/>
              <a:r>
                <a:rPr lang="zh-CN" altLang="en-US" sz="1700" dirty="0">
                  <a:solidFill>
                    <a:schemeClr val="bg1"/>
                  </a:solidFill>
                  <a:latin typeface="+mn-lt"/>
                  <a:ea typeface="+mn-ea"/>
                  <a:cs typeface="+mn-ea"/>
                  <a:sym typeface="+mn-lt"/>
                </a:rPr>
                <a:t>组织协调</a:t>
              </a:r>
              <a:endParaRPr lang="en-US" altLang="zh-CN" sz="1700" dirty="0">
                <a:solidFill>
                  <a:schemeClr val="bg1"/>
                </a:solidFill>
                <a:latin typeface="+mn-lt"/>
                <a:ea typeface="+mn-ea"/>
                <a:cs typeface="+mn-ea"/>
                <a:sym typeface="+mn-lt"/>
              </a:endParaRPr>
            </a:p>
          </p:txBody>
        </p:sp>
      </p:grpSp>
      <p:sp>
        <p:nvSpPr>
          <p:cNvPr id="151" name="TextBox 7"/>
          <p:cNvSpPr>
            <a:spLocks noChangeArrowheads="1"/>
          </p:cNvSpPr>
          <p:nvPr/>
        </p:nvSpPr>
        <p:spPr bwMode="auto">
          <a:xfrm>
            <a:off x="1896201" y="2246933"/>
            <a:ext cx="6493017" cy="281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defRPr/>
            </a:pPr>
            <a:r>
              <a:rPr lang="zh-CN" altLang="en-US" sz="1400" b="1" dirty="0">
                <a:latin typeface="+mn-lt"/>
                <a:ea typeface="+mn-ea"/>
                <a:cs typeface="+mn-ea"/>
                <a:sym typeface="+mn-lt"/>
              </a:rPr>
              <a:t>高质量交付：</a:t>
            </a:r>
            <a:r>
              <a:rPr lang="zh-CN" altLang="en-US" sz="1400" dirty="0">
                <a:latin typeface="+mn-lt"/>
                <a:ea typeface="+mn-ea"/>
                <a:cs typeface="+mn-ea"/>
                <a:sym typeface="+mn-lt"/>
              </a:rPr>
              <a:t>在规定时间内完成设备部署和验收，缩短项目周期，降低交付成本</a:t>
            </a:r>
          </a:p>
        </p:txBody>
      </p:sp>
      <p:sp>
        <p:nvSpPr>
          <p:cNvPr id="44"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部门工作目标</a:t>
            </a:r>
          </a:p>
        </p:txBody>
      </p:sp>
      <p:sp>
        <p:nvSpPr>
          <p:cNvPr id="9" name="TextBox 7">
            <a:extLst>
              <a:ext uri="{FF2B5EF4-FFF2-40B4-BE49-F238E27FC236}">
                <a16:creationId xmlns:a16="http://schemas.microsoft.com/office/drawing/2014/main" id="{2524BBBD-F583-A33F-2F41-F60F6D358FD5}"/>
              </a:ext>
            </a:extLst>
          </p:cNvPr>
          <p:cNvSpPr>
            <a:spLocks noChangeArrowheads="1"/>
          </p:cNvSpPr>
          <p:nvPr/>
        </p:nvSpPr>
        <p:spPr bwMode="auto">
          <a:xfrm>
            <a:off x="1875296" y="3283589"/>
            <a:ext cx="6336704" cy="286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400" b="1" dirty="0"/>
              <a:t>实施效率优化</a:t>
            </a:r>
            <a:r>
              <a:rPr lang="en-US" altLang="zh-CN" sz="1400" b="1" dirty="0"/>
              <a:t>:</a:t>
            </a:r>
            <a:r>
              <a:rPr lang="zh-CN" altLang="en-US" sz="1400" dirty="0"/>
              <a:t>缩短平均实施周期，确保用户能熟练操作系统。</a:t>
            </a:r>
          </a:p>
        </p:txBody>
      </p:sp>
      <p:sp>
        <p:nvSpPr>
          <p:cNvPr id="10" name="TextBox 7">
            <a:extLst>
              <a:ext uri="{FF2B5EF4-FFF2-40B4-BE49-F238E27FC236}">
                <a16:creationId xmlns:a16="http://schemas.microsoft.com/office/drawing/2014/main" id="{EAE293B0-1176-2CDD-20AB-890304A40EA7}"/>
              </a:ext>
            </a:extLst>
          </p:cNvPr>
          <p:cNvSpPr>
            <a:spLocks noChangeArrowheads="1"/>
          </p:cNvSpPr>
          <p:nvPr/>
        </p:nvSpPr>
        <p:spPr bwMode="auto">
          <a:xfrm>
            <a:off x="1896201" y="4342019"/>
            <a:ext cx="6336704" cy="286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400" b="1" dirty="0"/>
              <a:t>客户满意度提升</a:t>
            </a:r>
            <a:r>
              <a:rPr lang="en-US" altLang="zh-CN" sz="1400" b="1" dirty="0"/>
              <a:t>:</a:t>
            </a:r>
            <a:r>
              <a:rPr lang="zh-CN" altLang="en-US" sz="1400" dirty="0"/>
              <a:t>保障医院各用户满意度，进而提升公司建立行业口碑</a:t>
            </a:r>
            <a:endParaRPr lang="en-US" altLang="zh-CN" sz="1400" dirty="0"/>
          </a:p>
        </p:txBody>
      </p:sp>
      <p:grpSp>
        <p:nvGrpSpPr>
          <p:cNvPr id="11" name="组合 10">
            <a:extLst>
              <a:ext uri="{FF2B5EF4-FFF2-40B4-BE49-F238E27FC236}">
                <a16:creationId xmlns:a16="http://schemas.microsoft.com/office/drawing/2014/main" id="{ED823D6F-0F80-CBDC-848F-DA7453B3C3A1}"/>
              </a:ext>
            </a:extLst>
          </p:cNvPr>
          <p:cNvGrpSpPr/>
          <p:nvPr/>
        </p:nvGrpSpPr>
        <p:grpSpPr>
          <a:xfrm>
            <a:off x="4743338" y="31526"/>
            <a:ext cx="4356770" cy="488896"/>
            <a:chOff x="5295273" y="122395"/>
            <a:chExt cx="3946796" cy="355983"/>
          </a:xfrm>
          <a:gradFill flip="none" rotWithShape="1">
            <a:gsLst>
              <a:gs pos="74000">
                <a:schemeClr val="accent2">
                  <a:lumMod val="75000"/>
                </a:schemeClr>
              </a:gs>
              <a:gs pos="100000">
                <a:schemeClr val="bg1">
                  <a:lumMod val="95000"/>
                </a:schemeClr>
              </a:gs>
            </a:gsLst>
            <a:path path="circle">
              <a:fillToRect l="50000" t="130000" r="50000" b="-30000"/>
            </a:path>
            <a:tileRect/>
          </a:gradFill>
        </p:grpSpPr>
        <p:sp>
          <p:nvSpPr>
            <p:cNvPr id="12" name="矩形 11">
              <a:extLst>
                <a:ext uri="{FF2B5EF4-FFF2-40B4-BE49-F238E27FC236}">
                  <a16:creationId xmlns:a16="http://schemas.microsoft.com/office/drawing/2014/main" id="{8C154D39-900B-C2CF-3728-E86E8C040DC8}"/>
                </a:ext>
              </a:extLst>
            </p:cNvPr>
            <p:cNvSpPr/>
            <p:nvPr/>
          </p:nvSpPr>
          <p:spPr>
            <a:xfrm>
              <a:off x="5295273" y="122395"/>
              <a:ext cx="3946796" cy="35598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dirty="0">
                <a:solidFill>
                  <a:schemeClr val="bg1"/>
                </a:solidFill>
                <a:highlight>
                  <a:srgbClr val="FFFF00"/>
                </a:highlight>
                <a:sym typeface="+mn-ea"/>
              </a:endParaRPr>
            </a:p>
          </p:txBody>
        </p:sp>
        <p:pic>
          <p:nvPicPr>
            <p:cNvPr id="13" name="图片 12">
              <a:extLst>
                <a:ext uri="{FF2B5EF4-FFF2-40B4-BE49-F238E27FC236}">
                  <a16:creationId xmlns:a16="http://schemas.microsoft.com/office/drawing/2014/main" id="{9F6E731B-1270-85E1-22E2-2356A45369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54218" y="140450"/>
              <a:ext cx="1819100" cy="337927"/>
            </a:xfrm>
            <a:prstGeom prst="rect">
              <a:avLst/>
            </a:prstGeom>
            <a:grpFill/>
            <a:effectLst/>
          </p:spPr>
        </p:pic>
        <p:sp>
          <p:nvSpPr>
            <p:cNvPr id="14" name="TextBox 7">
              <a:extLst>
                <a:ext uri="{FF2B5EF4-FFF2-40B4-BE49-F238E27FC236}">
                  <a16:creationId xmlns:a16="http://schemas.microsoft.com/office/drawing/2014/main" id="{BDF06EC2-FD07-51E9-B465-72E81A02D124}"/>
                </a:ext>
              </a:extLst>
            </p:cNvPr>
            <p:cNvSpPr txBox="1"/>
            <p:nvPr/>
          </p:nvSpPr>
          <p:spPr>
            <a:xfrm>
              <a:off x="7432262" y="186156"/>
              <a:ext cx="1648958" cy="246514"/>
            </a:xfrm>
            <a:prstGeom prst="rect">
              <a:avLst/>
            </a:prstGeom>
            <a:grpFill/>
          </p:spPr>
          <p:txBody>
            <a:bodyPr wrap="square" rtlCol="0">
              <a:spAutoFit/>
            </a:bodyPr>
            <a:lstStyle/>
            <a:p>
              <a:r>
                <a:rPr lang="en-US" altLang="zh-CN" sz="1600" b="1" dirty="0">
                  <a:solidFill>
                    <a:schemeClr val="bg1"/>
                  </a:solidFill>
                  <a:latin typeface="微软雅黑" panose="020B0503020204020204" charset="-122"/>
                  <a:ea typeface="微软雅黑" panose="020B0503020204020204" charset="-122"/>
                </a:rPr>
                <a:t>|   </a:t>
              </a:r>
              <a:r>
                <a:rPr lang="zh-CN" altLang="en-US" sz="1600" b="1" dirty="0">
                  <a:solidFill>
                    <a:schemeClr val="bg1"/>
                  </a:solidFill>
                  <a:latin typeface="微软雅黑" panose="020B0503020204020204" charset="-122"/>
                  <a:ea typeface="微软雅黑" panose="020B0503020204020204" charset="-122"/>
                </a:rPr>
                <a:t>南部一组部门</a:t>
              </a:r>
            </a:p>
          </p:txBody>
        </p:sp>
      </p:grpSp>
      <p:sp>
        <p:nvSpPr>
          <p:cNvPr id="15" name="文本框 9">
            <a:extLst>
              <a:ext uri="{FF2B5EF4-FFF2-40B4-BE49-F238E27FC236}">
                <a16:creationId xmlns:a16="http://schemas.microsoft.com/office/drawing/2014/main" id="{BF2AF262-4B60-6E4F-660A-B425B4E4325C}"/>
              </a:ext>
            </a:extLst>
          </p:cNvPr>
          <p:cNvSpPr txBox="1"/>
          <p:nvPr/>
        </p:nvSpPr>
        <p:spPr>
          <a:xfrm>
            <a:off x="296808" y="1058188"/>
            <a:ext cx="2016224" cy="492443"/>
          </a:xfrm>
          <a:prstGeom prst="rect">
            <a:avLst/>
          </a:prstGeom>
          <a:noFill/>
        </p:spPr>
        <p:txBody>
          <a:bodyPr wrap="square" lIns="0" tIns="0" rIns="0" bIns="0" rtlCol="0">
            <a:spAutoFit/>
          </a:bodyPr>
          <a:lstStyle/>
          <a:p>
            <a:pPr marL="0" lvl="1" algn="ctr"/>
            <a:r>
              <a:rPr lang="zh-CN" altLang="en-US" sz="3200" dirty="0">
                <a:solidFill>
                  <a:srgbClr val="D87833"/>
                </a:solidFill>
                <a:latin typeface="+mn-lt"/>
                <a:ea typeface="+mn-ea"/>
                <a:cs typeface="+mn-ea"/>
                <a:sym typeface="+mn-lt"/>
              </a:rPr>
              <a:t>职能理解</a:t>
            </a:r>
          </a:p>
        </p:txBody>
      </p:sp>
      <p:sp>
        <p:nvSpPr>
          <p:cNvPr id="16" name="Rectangle: Rounded Corners 4">
            <a:extLst>
              <a:ext uri="{FF2B5EF4-FFF2-40B4-BE49-F238E27FC236}">
                <a16:creationId xmlns:a16="http://schemas.microsoft.com/office/drawing/2014/main" id="{0C302CED-804F-B1FE-396C-58D856EEF78C}"/>
              </a:ext>
            </a:extLst>
          </p:cNvPr>
          <p:cNvSpPr/>
          <p:nvPr/>
        </p:nvSpPr>
        <p:spPr>
          <a:xfrm>
            <a:off x="2196530" y="985890"/>
            <a:ext cx="6726021" cy="695975"/>
          </a:xfrm>
          <a:prstGeom prst="roundRect">
            <a:avLst>
              <a:gd name="adj" fmla="val 50000"/>
            </a:avLst>
          </a:prstGeom>
          <a:solidFill>
            <a:schemeClr val="bg1">
              <a:lumMod val="85000"/>
            </a:schemeClr>
          </a:solidFill>
          <a:ln>
            <a:noFill/>
          </a:ln>
          <a:effectLst>
            <a:outerShdw blurRad="50800" dist="38100" dir="5400000" algn="t"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7" name="TextBox 7">
            <a:extLst>
              <a:ext uri="{FF2B5EF4-FFF2-40B4-BE49-F238E27FC236}">
                <a16:creationId xmlns:a16="http://schemas.microsoft.com/office/drawing/2014/main" id="{EE77AB52-9648-C21F-BA73-5F3735AF6948}"/>
              </a:ext>
            </a:extLst>
          </p:cNvPr>
          <p:cNvSpPr>
            <a:spLocks noChangeArrowheads="1"/>
          </p:cNvSpPr>
          <p:nvPr/>
        </p:nvSpPr>
        <p:spPr bwMode="auto">
          <a:xfrm>
            <a:off x="2429534" y="1013484"/>
            <a:ext cx="6175708" cy="6044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defRPr/>
            </a:pPr>
            <a:r>
              <a:rPr lang="zh-CN" altLang="en-US" sz="1400" dirty="0">
                <a:latin typeface="+mn-lt"/>
                <a:ea typeface="+mn-ea"/>
                <a:cs typeface="+mn-ea"/>
                <a:sym typeface="+mn-lt"/>
              </a:rPr>
              <a:t>负责公司产品在客户的环境中部署实施、技术交付，高效、稳定、顺利地落地应用，实现产品价值转化，客户关系与需求管理，技术保障与风险控制</a:t>
            </a:r>
          </a:p>
        </p:txBody>
      </p:sp>
    </p:spTree>
    <p:extLst>
      <p:ext uri="{BB962C8B-B14F-4D97-AF65-F5344CB8AC3E}">
        <p14:creationId xmlns:p14="http://schemas.microsoft.com/office/powerpoint/2010/main" val="169392736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1000"/>
                                        <p:tgtEl>
                                          <p:spTgt spid="151"/>
                                        </p:tgtEl>
                                      </p:cBhvr>
                                    </p:animEffect>
                                    <p:anim calcmode="lin" valueType="num">
                                      <p:cBhvr>
                                        <p:cTn id="8" dur="1000" fill="hold"/>
                                        <p:tgtEl>
                                          <p:spTgt spid="151"/>
                                        </p:tgtEl>
                                        <p:attrNameLst>
                                          <p:attrName>ppt_x</p:attrName>
                                        </p:attrNameLst>
                                      </p:cBhvr>
                                      <p:tavLst>
                                        <p:tav tm="0">
                                          <p:val>
                                            <p:strVal val="#ppt_x"/>
                                          </p:val>
                                        </p:tav>
                                        <p:tav tm="100000">
                                          <p:val>
                                            <p:strVal val="#ppt_x"/>
                                          </p:val>
                                        </p:tav>
                                      </p:tavLst>
                                    </p:anim>
                                    <p:anim calcmode="lin" valueType="num">
                                      <p:cBhvr>
                                        <p:cTn id="9" dur="1000" fill="hold"/>
                                        <p:tgtEl>
                                          <p:spTgt spid="15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22" presetClass="entr" presetSubtype="8"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300"/>
                                        <p:tgtEl>
                                          <p:spTgt spid="15"/>
                                        </p:tgtEl>
                                      </p:cBhvr>
                                    </p:animEffect>
                                  </p:childTnLst>
                                </p:cTn>
                              </p:par>
                              <p:par>
                                <p:cTn id="26" presetID="2" presetClass="entr" presetSubtype="3"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1+#ppt_w/2"/>
                                          </p:val>
                                        </p:tav>
                                        <p:tav tm="100000">
                                          <p:val>
                                            <p:strVal val="#ppt_x"/>
                                          </p:val>
                                        </p:tav>
                                      </p:tavLst>
                                    </p:anim>
                                    <p:anim calcmode="lin" valueType="num">
                                      <p:cBhvr additive="base">
                                        <p:cTn id="29" dur="500" fill="hold"/>
                                        <p:tgtEl>
                                          <p:spTgt spid="16"/>
                                        </p:tgtEl>
                                        <p:attrNameLst>
                                          <p:attrName>ppt_y</p:attrName>
                                        </p:attrNameLst>
                                      </p:cBhvr>
                                      <p:tavLst>
                                        <p:tav tm="0">
                                          <p:val>
                                            <p:strVal val="0-#ppt_h/2"/>
                                          </p:val>
                                        </p:tav>
                                        <p:tav tm="100000">
                                          <p:val>
                                            <p:strVal val="#ppt_y"/>
                                          </p:val>
                                        </p:tav>
                                      </p:tavLst>
                                    </p:anim>
                                  </p:childTnLst>
                                </p:cTn>
                              </p:par>
                            </p:childTnLst>
                          </p:cTn>
                        </p:par>
                        <p:par>
                          <p:cTn id="30" fill="hold">
                            <p:stCondLst>
                              <p:cond delay="3500"/>
                            </p:stCondLst>
                            <p:childTnLst>
                              <p:par>
                                <p:cTn id="31" presetID="42" presetClass="entr" presetSubtype="0" fill="hold" grpId="0" nodeType="after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1000"/>
                                        <p:tgtEl>
                                          <p:spTgt spid="17"/>
                                        </p:tgtEl>
                                      </p:cBhvr>
                                    </p:animEffect>
                                    <p:anim calcmode="lin" valueType="num">
                                      <p:cBhvr>
                                        <p:cTn id="34" dur="1000" fill="hold"/>
                                        <p:tgtEl>
                                          <p:spTgt spid="17"/>
                                        </p:tgtEl>
                                        <p:attrNameLst>
                                          <p:attrName>ppt_x</p:attrName>
                                        </p:attrNameLst>
                                      </p:cBhvr>
                                      <p:tavLst>
                                        <p:tav tm="0">
                                          <p:val>
                                            <p:strVal val="#ppt_x"/>
                                          </p:val>
                                        </p:tav>
                                        <p:tav tm="100000">
                                          <p:val>
                                            <p:strVal val="#ppt_x"/>
                                          </p:val>
                                        </p:tav>
                                      </p:tavLst>
                                    </p:anim>
                                    <p:anim calcmode="lin" valueType="num">
                                      <p:cBhvr>
                                        <p:cTn id="3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p:bldP spid="9" grpId="0"/>
      <p:bldP spid="10" grpId="0"/>
      <p:bldP spid="15" grpId="0"/>
      <p:bldP spid="16" grpId="0" animBg="1"/>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岗位工作认知</a:t>
            </a:r>
          </a:p>
        </p:txBody>
      </p:sp>
      <p:sp>
        <p:nvSpPr>
          <p:cNvPr id="2" name="流程图: 联系 1"/>
          <p:cNvSpPr/>
          <p:nvPr/>
        </p:nvSpPr>
        <p:spPr>
          <a:xfrm>
            <a:off x="1404442" y="1348408"/>
            <a:ext cx="216024" cy="216024"/>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流程图: 联系 12"/>
          <p:cNvSpPr/>
          <p:nvPr/>
        </p:nvSpPr>
        <p:spPr>
          <a:xfrm>
            <a:off x="1404442" y="2462833"/>
            <a:ext cx="216024" cy="216024"/>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流程图: 联系 13"/>
          <p:cNvSpPr/>
          <p:nvPr/>
        </p:nvSpPr>
        <p:spPr>
          <a:xfrm>
            <a:off x="1404442" y="3577258"/>
            <a:ext cx="216024" cy="216024"/>
          </a:xfrm>
          <a:prstGeom prst="flowChart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TextBox 19"/>
          <p:cNvSpPr txBox="1"/>
          <p:nvPr/>
        </p:nvSpPr>
        <p:spPr>
          <a:xfrm>
            <a:off x="1908498" y="1204392"/>
            <a:ext cx="2160763" cy="554169"/>
          </a:xfrm>
          <a:prstGeom prst="rect">
            <a:avLst/>
          </a:prstGeom>
          <a:noFill/>
        </p:spPr>
        <p:txBody>
          <a:bodyPr wrap="square" lIns="0" tIns="0" rIns="0" bIns="0" rtlCol="0">
            <a:spAutoFit/>
          </a:bodyPr>
          <a:lstStyle/>
          <a:p>
            <a:r>
              <a:rPr lang="zh-CN" altLang="en-US" sz="3600" b="1" dirty="0">
                <a:solidFill>
                  <a:srgbClr val="C80A2A"/>
                </a:solidFill>
                <a:latin typeface="+mn-lt"/>
                <a:ea typeface="+mn-ea"/>
                <a:cs typeface="+mn-ea"/>
                <a:sym typeface="+mn-lt"/>
              </a:rPr>
              <a:t>角色本质</a:t>
            </a:r>
          </a:p>
        </p:txBody>
      </p:sp>
      <p:sp>
        <p:nvSpPr>
          <p:cNvPr id="16" name="TextBox 106"/>
          <p:cNvSpPr txBox="1"/>
          <p:nvPr/>
        </p:nvSpPr>
        <p:spPr>
          <a:xfrm>
            <a:off x="1908498" y="1867478"/>
            <a:ext cx="4320480" cy="276999"/>
          </a:xfrm>
          <a:prstGeom prst="rect">
            <a:avLst/>
          </a:prstGeom>
          <a:noFill/>
        </p:spPr>
        <p:txBody>
          <a:bodyPr wrap="square" lIns="0" tIns="0" rIns="0" bIns="0" rtlCol="0">
            <a:spAutoFit/>
          </a:bodyPr>
          <a:lstStyle/>
          <a:p>
            <a:r>
              <a:rPr lang="zh-CN" altLang="en-US" dirty="0">
                <a:solidFill>
                  <a:schemeClr val="bg1">
                    <a:lumMod val="50000"/>
                  </a:schemeClr>
                </a:solidFill>
                <a:latin typeface="+mn-lt"/>
                <a:ea typeface="+mn-ea"/>
                <a:cs typeface="+mn-ea"/>
              </a:rPr>
              <a:t>技术执行 </a:t>
            </a:r>
            <a:r>
              <a:rPr lang="en-US" altLang="zh-CN" dirty="0">
                <a:solidFill>
                  <a:schemeClr val="bg1">
                    <a:lumMod val="50000"/>
                  </a:schemeClr>
                </a:solidFill>
                <a:latin typeface="+mn-lt"/>
                <a:ea typeface="+mn-ea"/>
                <a:cs typeface="+mn-ea"/>
              </a:rPr>
              <a:t>+ </a:t>
            </a:r>
            <a:r>
              <a:rPr lang="zh-CN" altLang="en-US" dirty="0">
                <a:solidFill>
                  <a:schemeClr val="bg1">
                    <a:lumMod val="50000"/>
                  </a:schemeClr>
                </a:solidFill>
                <a:latin typeface="+mn-lt"/>
                <a:ea typeface="+mn-ea"/>
                <a:cs typeface="+mn-ea"/>
              </a:rPr>
              <a:t>沟通枢纽 </a:t>
            </a:r>
            <a:r>
              <a:rPr lang="en-US" altLang="zh-CN" dirty="0">
                <a:solidFill>
                  <a:schemeClr val="bg1">
                    <a:lumMod val="50000"/>
                  </a:schemeClr>
                </a:solidFill>
                <a:latin typeface="+mn-lt"/>
                <a:ea typeface="+mn-ea"/>
                <a:cs typeface="+mn-ea"/>
              </a:rPr>
              <a:t>+ </a:t>
            </a:r>
            <a:r>
              <a:rPr lang="zh-CN" altLang="en-US" dirty="0">
                <a:solidFill>
                  <a:schemeClr val="bg1">
                    <a:lumMod val="50000"/>
                  </a:schemeClr>
                </a:solidFill>
                <a:latin typeface="+mn-lt"/>
                <a:ea typeface="+mn-ea"/>
                <a:cs typeface="+mn-ea"/>
              </a:rPr>
              <a:t>问题终结者</a:t>
            </a:r>
            <a:endParaRPr lang="en-US" altLang="zh-CN" dirty="0">
              <a:solidFill>
                <a:schemeClr val="bg1">
                  <a:lumMod val="50000"/>
                </a:schemeClr>
              </a:solidFill>
              <a:latin typeface="+mn-lt"/>
              <a:ea typeface="+mn-ea"/>
              <a:cs typeface="+mn-ea"/>
              <a:sym typeface="+mn-lt"/>
            </a:endParaRPr>
          </a:p>
        </p:txBody>
      </p:sp>
      <p:sp>
        <p:nvSpPr>
          <p:cNvPr id="17" name="TextBox 19"/>
          <p:cNvSpPr txBox="1"/>
          <p:nvPr/>
        </p:nvSpPr>
        <p:spPr>
          <a:xfrm>
            <a:off x="1908498" y="2361129"/>
            <a:ext cx="2520280" cy="461665"/>
          </a:xfrm>
          <a:prstGeom prst="rect">
            <a:avLst/>
          </a:prstGeom>
          <a:noFill/>
        </p:spPr>
        <p:txBody>
          <a:bodyPr wrap="square" lIns="0" tIns="0" rIns="0" bIns="0" rtlCol="0">
            <a:spAutoFit/>
          </a:bodyPr>
          <a:lstStyle/>
          <a:p>
            <a:r>
              <a:rPr lang="zh-CN" altLang="en-US" sz="3000" b="1" dirty="0">
                <a:solidFill>
                  <a:srgbClr val="C80A2A"/>
                </a:solidFill>
                <a:latin typeface="+mn-lt"/>
                <a:ea typeface="+mn-ea"/>
                <a:cs typeface="+mn-ea"/>
                <a:sym typeface="+mn-lt"/>
              </a:rPr>
              <a:t>工作特点</a:t>
            </a:r>
          </a:p>
        </p:txBody>
      </p:sp>
      <p:sp>
        <p:nvSpPr>
          <p:cNvPr id="18" name="TextBox 106"/>
          <p:cNvSpPr txBox="1"/>
          <p:nvPr/>
        </p:nvSpPr>
        <p:spPr>
          <a:xfrm>
            <a:off x="1908498" y="2883831"/>
            <a:ext cx="4608512" cy="276999"/>
          </a:xfrm>
          <a:prstGeom prst="rect">
            <a:avLst/>
          </a:prstGeom>
          <a:noFill/>
        </p:spPr>
        <p:txBody>
          <a:bodyPr wrap="square" lIns="0" tIns="0" rIns="0" bIns="0" rtlCol="0">
            <a:spAutoFit/>
          </a:bodyPr>
          <a:lstStyle/>
          <a:p>
            <a:pPr>
              <a:lnSpc>
                <a:spcPct val="100000"/>
              </a:lnSpc>
            </a:pPr>
            <a:r>
              <a:rPr lang="zh-CN" altLang="en-US" dirty="0">
                <a:solidFill>
                  <a:schemeClr val="bg1">
                    <a:lumMod val="50000"/>
                  </a:schemeClr>
                </a:solidFill>
                <a:latin typeface="+mn-lt"/>
                <a:ea typeface="+mn-ea"/>
                <a:cs typeface="+mn-ea"/>
              </a:rPr>
              <a:t>环境复杂、差异性强，需快速学习与应变</a:t>
            </a:r>
            <a:r>
              <a:rPr lang="zh-CN" altLang="en-US" dirty="0"/>
              <a:t>。</a:t>
            </a:r>
            <a:endParaRPr lang="en-US" altLang="zh-CN" dirty="0">
              <a:solidFill>
                <a:schemeClr val="bg1">
                  <a:lumMod val="50000"/>
                </a:schemeClr>
              </a:solidFill>
              <a:latin typeface="+mn-lt"/>
              <a:ea typeface="+mn-ea"/>
              <a:cs typeface="+mn-ea"/>
              <a:sym typeface="+mn-lt"/>
            </a:endParaRPr>
          </a:p>
        </p:txBody>
      </p:sp>
      <p:sp>
        <p:nvSpPr>
          <p:cNvPr id="19" name="TextBox 19"/>
          <p:cNvSpPr txBox="1"/>
          <p:nvPr/>
        </p:nvSpPr>
        <p:spPr>
          <a:xfrm>
            <a:off x="1908498" y="3436640"/>
            <a:ext cx="2016224" cy="461807"/>
          </a:xfrm>
          <a:prstGeom prst="rect">
            <a:avLst/>
          </a:prstGeom>
          <a:noFill/>
        </p:spPr>
        <p:txBody>
          <a:bodyPr wrap="square" lIns="0" tIns="0" rIns="0" bIns="0" rtlCol="0">
            <a:spAutoFit/>
          </a:bodyPr>
          <a:lstStyle/>
          <a:p>
            <a:r>
              <a:rPr lang="zh-CN" altLang="en-US" sz="3000" b="1" dirty="0">
                <a:solidFill>
                  <a:srgbClr val="C80A2A"/>
                </a:solidFill>
                <a:latin typeface="+mn-lt"/>
                <a:ea typeface="+mn-ea"/>
                <a:cs typeface="+mn-ea"/>
                <a:sym typeface="+mn-lt"/>
              </a:rPr>
              <a:t>价值感</a:t>
            </a:r>
          </a:p>
        </p:txBody>
      </p:sp>
      <p:sp>
        <p:nvSpPr>
          <p:cNvPr id="20" name="TextBox 106"/>
          <p:cNvSpPr txBox="1"/>
          <p:nvPr/>
        </p:nvSpPr>
        <p:spPr>
          <a:xfrm>
            <a:off x="1908498" y="3959342"/>
            <a:ext cx="5112568" cy="276999"/>
          </a:xfrm>
          <a:prstGeom prst="rect">
            <a:avLst/>
          </a:prstGeom>
          <a:noFill/>
        </p:spPr>
        <p:txBody>
          <a:bodyPr wrap="square" lIns="0" tIns="0" rIns="0" bIns="0" rtlCol="0">
            <a:spAutoFit/>
          </a:bodyPr>
          <a:lstStyle/>
          <a:p>
            <a:pPr>
              <a:lnSpc>
                <a:spcPct val="100000"/>
              </a:lnSpc>
            </a:pPr>
            <a:r>
              <a:rPr lang="zh-CN" altLang="en-US" dirty="0">
                <a:solidFill>
                  <a:schemeClr val="bg1">
                    <a:lumMod val="50000"/>
                  </a:schemeClr>
                </a:solidFill>
                <a:latin typeface="+mn-lt"/>
                <a:ea typeface="+mn-ea"/>
                <a:cs typeface="+mn-ea"/>
                <a:sym typeface="+mn-lt"/>
              </a:rPr>
              <a:t>通过技术交付提升客户效率，创造价值</a:t>
            </a:r>
            <a:endParaRPr lang="en-US" altLang="zh-CN" dirty="0">
              <a:solidFill>
                <a:schemeClr val="bg1">
                  <a:lumMod val="50000"/>
                </a:schemeClr>
              </a:solidFill>
              <a:latin typeface="+mn-lt"/>
              <a:ea typeface="+mn-ea"/>
              <a:cs typeface="+mn-ea"/>
              <a:sym typeface="+mn-lt"/>
            </a:endParaRPr>
          </a:p>
        </p:txBody>
      </p:sp>
      <p:grpSp>
        <p:nvGrpSpPr>
          <p:cNvPr id="7" name="组合 6">
            <a:extLst>
              <a:ext uri="{FF2B5EF4-FFF2-40B4-BE49-F238E27FC236}">
                <a16:creationId xmlns:a16="http://schemas.microsoft.com/office/drawing/2014/main" id="{53503B1D-A006-0B59-9AEC-8787AD4508FB}"/>
              </a:ext>
            </a:extLst>
          </p:cNvPr>
          <p:cNvGrpSpPr/>
          <p:nvPr/>
        </p:nvGrpSpPr>
        <p:grpSpPr>
          <a:xfrm>
            <a:off x="4743338" y="31526"/>
            <a:ext cx="4356770" cy="488896"/>
            <a:chOff x="5295273" y="122395"/>
            <a:chExt cx="3946796" cy="355983"/>
          </a:xfrm>
          <a:gradFill flip="none" rotWithShape="1">
            <a:gsLst>
              <a:gs pos="74000">
                <a:schemeClr val="accent2">
                  <a:lumMod val="75000"/>
                </a:schemeClr>
              </a:gs>
              <a:gs pos="100000">
                <a:schemeClr val="bg1">
                  <a:lumMod val="95000"/>
                </a:schemeClr>
              </a:gs>
            </a:gsLst>
            <a:path path="circle">
              <a:fillToRect l="50000" t="130000" r="50000" b="-30000"/>
            </a:path>
            <a:tileRect/>
          </a:gradFill>
        </p:grpSpPr>
        <p:sp>
          <p:nvSpPr>
            <p:cNvPr id="8" name="矩形 7">
              <a:extLst>
                <a:ext uri="{FF2B5EF4-FFF2-40B4-BE49-F238E27FC236}">
                  <a16:creationId xmlns:a16="http://schemas.microsoft.com/office/drawing/2014/main" id="{D87FE455-655D-02CB-194D-8C9A1602F590}"/>
                </a:ext>
              </a:extLst>
            </p:cNvPr>
            <p:cNvSpPr/>
            <p:nvPr/>
          </p:nvSpPr>
          <p:spPr>
            <a:xfrm>
              <a:off x="5295273" y="122395"/>
              <a:ext cx="3946796" cy="35598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dirty="0">
                <a:solidFill>
                  <a:schemeClr val="bg1"/>
                </a:solidFill>
                <a:highlight>
                  <a:srgbClr val="FFFF00"/>
                </a:highlight>
                <a:sym typeface="+mn-ea"/>
              </a:endParaRPr>
            </a:p>
          </p:txBody>
        </p:sp>
        <p:pic>
          <p:nvPicPr>
            <p:cNvPr id="9" name="图片 8">
              <a:extLst>
                <a:ext uri="{FF2B5EF4-FFF2-40B4-BE49-F238E27FC236}">
                  <a16:creationId xmlns:a16="http://schemas.microsoft.com/office/drawing/2014/main" id="{D5C0F73D-C1E5-1E84-124A-46E870752A9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54218" y="140450"/>
              <a:ext cx="1819100" cy="337927"/>
            </a:xfrm>
            <a:prstGeom prst="rect">
              <a:avLst/>
            </a:prstGeom>
            <a:grpFill/>
            <a:effectLst/>
          </p:spPr>
        </p:pic>
        <p:sp>
          <p:nvSpPr>
            <p:cNvPr id="10" name="TextBox 7">
              <a:extLst>
                <a:ext uri="{FF2B5EF4-FFF2-40B4-BE49-F238E27FC236}">
                  <a16:creationId xmlns:a16="http://schemas.microsoft.com/office/drawing/2014/main" id="{5664A0B4-B9B0-0B89-C901-4742A1B81D54}"/>
                </a:ext>
              </a:extLst>
            </p:cNvPr>
            <p:cNvSpPr txBox="1"/>
            <p:nvPr/>
          </p:nvSpPr>
          <p:spPr>
            <a:xfrm>
              <a:off x="7432262" y="186156"/>
              <a:ext cx="1648958" cy="246514"/>
            </a:xfrm>
            <a:prstGeom prst="rect">
              <a:avLst/>
            </a:prstGeom>
            <a:grpFill/>
          </p:spPr>
          <p:txBody>
            <a:bodyPr wrap="square" rtlCol="0">
              <a:spAutoFit/>
            </a:bodyPr>
            <a:lstStyle/>
            <a:p>
              <a:r>
                <a:rPr lang="en-US" altLang="zh-CN" sz="1600" b="1" dirty="0">
                  <a:solidFill>
                    <a:schemeClr val="bg1"/>
                  </a:solidFill>
                  <a:latin typeface="微软雅黑" panose="020B0503020204020204" charset="-122"/>
                  <a:ea typeface="微软雅黑" panose="020B0503020204020204" charset="-122"/>
                </a:rPr>
                <a:t>|   </a:t>
              </a:r>
              <a:r>
                <a:rPr lang="zh-CN" altLang="en-US" sz="1600" b="1" dirty="0">
                  <a:solidFill>
                    <a:schemeClr val="bg1"/>
                  </a:solidFill>
                  <a:latin typeface="微软雅黑" panose="020B0503020204020204" charset="-122"/>
                  <a:ea typeface="微软雅黑" panose="020B0503020204020204" charset="-122"/>
                </a:rPr>
                <a:t>南部一组部门</a:t>
              </a:r>
            </a:p>
          </p:txBody>
        </p:sp>
      </p:grpSp>
    </p:spTree>
    <p:extLst>
      <p:ext uri="{BB962C8B-B14F-4D97-AF65-F5344CB8AC3E}">
        <p14:creationId xmlns:p14="http://schemas.microsoft.com/office/powerpoint/2010/main" val="397127929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16" presetClass="entr" presetSubtype="21" fill="hold" grpId="0"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barn(inVertical)">
                                      <p:cBhvr>
                                        <p:cTn id="20" dur="500"/>
                                        <p:tgtEl>
                                          <p:spTgt spid="15"/>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barn(inVertical)">
                                      <p:cBhvr>
                                        <p:cTn id="23" dur="500"/>
                                        <p:tgtEl>
                                          <p:spTgt spid="16"/>
                                        </p:tgtEl>
                                      </p:cBhvr>
                                    </p:animEffect>
                                  </p:childTnLst>
                                </p:cTn>
                              </p:par>
                            </p:childTnLst>
                          </p:cTn>
                        </p:par>
                        <p:par>
                          <p:cTn id="24" fill="hold">
                            <p:stCondLst>
                              <p:cond delay="1000"/>
                            </p:stCondLst>
                            <p:childTnLst>
                              <p:par>
                                <p:cTn id="25" presetID="22" presetClass="entr" presetSubtype="8"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childTnLst>
                          </p:cTn>
                        </p:par>
                        <p:par>
                          <p:cTn id="31" fill="hold">
                            <p:stCondLst>
                              <p:cond delay="1500"/>
                            </p:stCondLst>
                            <p:childTnLst>
                              <p:par>
                                <p:cTn id="32" presetID="22" presetClass="entr" presetSubtype="2" fill="hold" grpId="0" nodeType="after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right)">
                                      <p:cBhvr>
                                        <p:cTn id="34" dur="500"/>
                                        <p:tgtEl>
                                          <p:spTgt spid="19"/>
                                        </p:tgtEl>
                                      </p:cBhvr>
                                    </p:animEffect>
                                  </p:childTnLst>
                                </p:cTn>
                              </p:par>
                              <p:par>
                                <p:cTn id="35" presetID="22" presetClass="entr" presetSubtype="2"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right)">
                                      <p:cBhvr>
                                        <p:cTn id="3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P spid="14" grpId="0" animBg="1"/>
      <p:bldP spid="15" grpId="0"/>
      <p:bldP spid="16" grpId="0"/>
      <p:bldP spid="17" grpId="0"/>
      <p:bldP spid="18" grpId="0"/>
      <p:bldP spid="19"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椭圆 22"/>
          <p:cNvSpPr/>
          <p:nvPr/>
        </p:nvSpPr>
        <p:spPr>
          <a:xfrm>
            <a:off x="837257" y="1010733"/>
            <a:ext cx="2981690" cy="2981690"/>
          </a:xfrm>
          <a:prstGeom prst="ellipse">
            <a:avLst/>
          </a:prstGeom>
          <a:blipFill dpi="0" rotWithShape="1">
            <a:blip r:embed="rId4" cstate="print">
              <a:extLst>
                <a:ext uri="{28A0092B-C50C-407E-A947-70E740481C1C}">
                  <a14:useLocalDpi xmlns:a14="http://schemas.microsoft.com/office/drawing/2010/main" val="0"/>
                </a:ext>
              </a:extLst>
            </a:blip>
            <a:srcRect/>
            <a:stretch>
              <a:fillRect r="-18344"/>
            </a:stretch>
          </a:blipFill>
          <a:ln w="9525" cap="flat" cmpd="sng" algn="ctr">
            <a:solidFill>
              <a:sysClr val="window" lastClr="FFFFFF">
                <a:lumMod val="75000"/>
              </a:sysClr>
            </a:solidFill>
            <a:prstDash val="solid"/>
          </a:ln>
          <a:effectLst/>
        </p:spPr>
        <p:txBody>
          <a:bodyPr rtlCol="0" anchor="ctr"/>
          <a:lstStyle/>
          <a:p>
            <a:pPr algn="ctr" fontAlgn="auto">
              <a:spcBef>
                <a:spcPts val="0"/>
              </a:spcBef>
              <a:spcAft>
                <a:spcPts val="0"/>
              </a:spcAft>
              <a:defRPr/>
            </a:pPr>
            <a:endParaRPr lang="zh-CN" altLang="en-US" kern="0">
              <a:solidFill>
                <a:sysClr val="window" lastClr="FFFFFF"/>
              </a:solidFill>
              <a:latin typeface="+mn-lt"/>
              <a:ea typeface="+mn-ea"/>
              <a:cs typeface="+mn-ea"/>
              <a:sym typeface="+mn-lt"/>
            </a:endParaRPr>
          </a:p>
        </p:txBody>
      </p:sp>
      <p:pic>
        <p:nvPicPr>
          <p:cNvPr id="44" name="图片 4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93618" y="0"/>
            <a:ext cx="2851970" cy="5145088"/>
          </a:xfrm>
          <a:prstGeom prst="rect">
            <a:avLst/>
          </a:prstGeom>
        </p:spPr>
      </p:pic>
      <p:sp>
        <p:nvSpPr>
          <p:cNvPr id="24" name="矩形 23"/>
          <p:cNvSpPr/>
          <p:nvPr/>
        </p:nvSpPr>
        <p:spPr>
          <a:xfrm>
            <a:off x="1956089" y="1748471"/>
            <a:ext cx="2019546" cy="1431161"/>
          </a:xfrm>
          <a:prstGeom prst="rect">
            <a:avLst/>
          </a:prstGeom>
        </p:spPr>
        <p:txBody>
          <a:bodyPr wrap="square">
            <a:spAutoFit/>
          </a:bodyPr>
          <a:lstStyle/>
          <a:p>
            <a:pPr algn="ctr" fontAlgn="auto">
              <a:spcBef>
                <a:spcPts val="0"/>
              </a:spcBef>
              <a:spcAft>
                <a:spcPts val="0"/>
              </a:spcAft>
              <a:defRPr/>
            </a:pPr>
            <a:r>
              <a:rPr lang="en-US" altLang="zh-CN" sz="8700" kern="0" dirty="0">
                <a:solidFill>
                  <a:srgbClr val="C80A2A"/>
                </a:solidFill>
                <a:latin typeface="+mn-lt"/>
                <a:ea typeface="+mn-ea"/>
                <a:cs typeface="+mn-ea"/>
                <a:sym typeface="+mn-lt"/>
              </a:rPr>
              <a:t>03</a:t>
            </a:r>
            <a:endParaRPr lang="zh-CN" altLang="en-US" sz="8700" kern="0" dirty="0">
              <a:solidFill>
                <a:srgbClr val="C80A2A"/>
              </a:solidFill>
              <a:latin typeface="+mn-lt"/>
              <a:ea typeface="+mn-ea"/>
              <a:cs typeface="+mn-ea"/>
              <a:sym typeface="+mn-lt"/>
            </a:endParaRPr>
          </a:p>
        </p:txBody>
      </p:sp>
      <p:sp>
        <p:nvSpPr>
          <p:cNvPr id="25" name="矩形 24"/>
          <p:cNvSpPr/>
          <p:nvPr/>
        </p:nvSpPr>
        <p:spPr>
          <a:xfrm>
            <a:off x="1126825" y="2315536"/>
            <a:ext cx="1202894" cy="553998"/>
          </a:xfrm>
          <a:prstGeom prst="rect">
            <a:avLst/>
          </a:prstGeom>
        </p:spPr>
        <p:txBody>
          <a:bodyPr wrap="none">
            <a:spAutoFit/>
            <a:scene3d>
              <a:camera prst="orthographicFront"/>
              <a:lightRig rig="threePt" dir="t"/>
            </a:scene3d>
            <a:sp3d contourW="12700"/>
          </a:bodyPr>
          <a:lstStyle/>
          <a:p>
            <a:pPr algn="r" fontAlgn="auto">
              <a:spcBef>
                <a:spcPts val="0"/>
              </a:spcBef>
              <a:spcAft>
                <a:spcPts val="0"/>
              </a:spcAft>
            </a:pPr>
            <a:r>
              <a:rPr lang="en-US" altLang="zh-CN" sz="3000" b="1" dirty="0">
                <a:solidFill>
                  <a:srgbClr val="000000">
                    <a:lumMod val="75000"/>
                    <a:lumOff val="25000"/>
                  </a:srgbClr>
                </a:solidFill>
                <a:latin typeface="+mn-lt"/>
                <a:ea typeface="+mn-ea"/>
                <a:cs typeface="+mn-ea"/>
                <a:sym typeface="+mn-lt"/>
              </a:rPr>
              <a:t>PART</a:t>
            </a:r>
            <a:endParaRPr lang="zh-CN" altLang="en-US" sz="3000" b="1" dirty="0">
              <a:solidFill>
                <a:srgbClr val="000000">
                  <a:lumMod val="75000"/>
                  <a:lumOff val="25000"/>
                </a:srgbClr>
              </a:solidFill>
              <a:latin typeface="+mn-lt"/>
              <a:ea typeface="+mn-ea"/>
              <a:cs typeface="+mn-ea"/>
              <a:sym typeface="+mn-lt"/>
            </a:endParaRPr>
          </a:p>
        </p:txBody>
      </p:sp>
      <p:sp>
        <p:nvSpPr>
          <p:cNvPr id="26" name="矩形 25"/>
          <p:cNvSpPr/>
          <p:nvPr/>
        </p:nvSpPr>
        <p:spPr>
          <a:xfrm>
            <a:off x="3996730" y="2068488"/>
            <a:ext cx="3858985" cy="707886"/>
          </a:xfrm>
          <a:prstGeom prst="rect">
            <a:avLst/>
          </a:prstGeom>
        </p:spPr>
        <p:txBody>
          <a:bodyPr wrap="square">
            <a:spAutoFit/>
          </a:bodyPr>
          <a:lstStyle/>
          <a:p>
            <a:pPr fontAlgn="auto">
              <a:spcBef>
                <a:spcPts val="0"/>
              </a:spcBef>
              <a:spcAft>
                <a:spcPts val="0"/>
              </a:spcAft>
              <a:defRPr/>
            </a:pPr>
            <a:r>
              <a:rPr lang="zh-CN" altLang="en-US" sz="4000" kern="0" dirty="0">
                <a:solidFill>
                  <a:srgbClr val="C80A2A"/>
                </a:solidFill>
                <a:latin typeface="+mn-lt"/>
                <a:ea typeface="+mn-ea"/>
                <a:cs typeface="+mn-ea"/>
                <a:sym typeface="+mn-lt"/>
              </a:rPr>
              <a:t>试用期成长轨迹</a:t>
            </a:r>
          </a:p>
        </p:txBody>
      </p:sp>
      <p:sp>
        <p:nvSpPr>
          <p:cNvPr id="27" name="文本框 9"/>
          <p:cNvSpPr txBox="1"/>
          <p:nvPr/>
        </p:nvSpPr>
        <p:spPr>
          <a:xfrm>
            <a:off x="4107622" y="2950668"/>
            <a:ext cx="1472391" cy="430887"/>
          </a:xfrm>
          <a:prstGeom prst="rect">
            <a:avLst/>
          </a:prstGeom>
          <a:noFill/>
        </p:spPr>
        <p:txBody>
          <a:bodyPr wrap="square" lIns="0" tIns="0" rIns="0" bIns="0" rtlCol="0">
            <a:spAutoFit/>
          </a:bodyPr>
          <a:lstStyle/>
          <a:p>
            <a:pPr marL="171468" lvl="1" indent="-171468">
              <a:buFont typeface="Wingdings" pitchFamily="2" charset="2"/>
              <a:buChar char="l"/>
            </a:pPr>
            <a:r>
              <a:rPr lang="zh-CN" altLang="en-US" sz="1400" dirty="0">
                <a:solidFill>
                  <a:schemeClr val="tx1">
                    <a:lumMod val="65000"/>
                    <a:lumOff val="35000"/>
                  </a:schemeClr>
                </a:solidFill>
                <a:latin typeface="+mn-lt"/>
                <a:ea typeface="+mn-ea"/>
                <a:cs typeface="+mn-ea"/>
                <a:sym typeface="+mn-lt"/>
              </a:rPr>
              <a:t>工作中任务以及成果</a:t>
            </a:r>
          </a:p>
        </p:txBody>
      </p:sp>
      <p:sp>
        <p:nvSpPr>
          <p:cNvPr id="28" name="文本框 9"/>
          <p:cNvSpPr txBox="1"/>
          <p:nvPr/>
        </p:nvSpPr>
        <p:spPr>
          <a:xfrm>
            <a:off x="5868688" y="2874118"/>
            <a:ext cx="1584426" cy="430887"/>
          </a:xfrm>
          <a:prstGeom prst="rect">
            <a:avLst/>
          </a:prstGeom>
          <a:noFill/>
        </p:spPr>
        <p:txBody>
          <a:bodyPr wrap="square" lIns="0" tIns="0" rIns="0" bIns="0" rtlCol="0">
            <a:spAutoFit/>
          </a:bodyPr>
          <a:lstStyle/>
          <a:p>
            <a:pPr marL="171468" lvl="1" indent="-171468">
              <a:buFont typeface="Wingdings" pitchFamily="2" charset="2"/>
              <a:buChar char="l"/>
            </a:pPr>
            <a:r>
              <a:rPr lang="zh-CN" altLang="en-US" sz="1400" dirty="0">
                <a:solidFill>
                  <a:schemeClr val="tx1">
                    <a:lumMod val="65000"/>
                    <a:lumOff val="35000"/>
                  </a:schemeClr>
                </a:solidFill>
                <a:latin typeface="+mn-lt"/>
                <a:ea typeface="+mn-ea"/>
                <a:cs typeface="+mn-ea"/>
                <a:sym typeface="+mn-lt"/>
              </a:rPr>
              <a:t>工作中处理问题体会</a:t>
            </a:r>
          </a:p>
        </p:txBody>
      </p:sp>
      <p:sp>
        <p:nvSpPr>
          <p:cNvPr id="31" name="文本框 9"/>
          <p:cNvSpPr txBox="1"/>
          <p:nvPr/>
        </p:nvSpPr>
        <p:spPr>
          <a:xfrm>
            <a:off x="4108515" y="3580656"/>
            <a:ext cx="1168002" cy="215559"/>
          </a:xfrm>
          <a:prstGeom prst="rect">
            <a:avLst/>
          </a:prstGeom>
          <a:noFill/>
        </p:spPr>
        <p:txBody>
          <a:bodyPr wrap="square" lIns="0" tIns="0" rIns="0" bIns="0" rtlCol="0">
            <a:spAutoFit/>
          </a:bodyPr>
          <a:lstStyle/>
          <a:p>
            <a:pPr marL="171468" lvl="1" indent="-171468">
              <a:buFont typeface="Wingdings" pitchFamily="2" charset="2"/>
              <a:buChar char="l"/>
            </a:pPr>
            <a:r>
              <a:rPr lang="zh-CN" altLang="en-US" sz="1400" dirty="0">
                <a:solidFill>
                  <a:schemeClr val="tx1">
                    <a:lumMod val="65000"/>
                    <a:lumOff val="35000"/>
                  </a:schemeClr>
                </a:solidFill>
                <a:latin typeface="+mn-lt"/>
                <a:ea typeface="+mn-ea"/>
                <a:cs typeface="+mn-ea"/>
                <a:sym typeface="+mn-lt"/>
              </a:rPr>
              <a:t>获得的收获</a:t>
            </a:r>
          </a:p>
        </p:txBody>
      </p:sp>
    </p:spTree>
    <p:extLst>
      <p:ext uri="{BB962C8B-B14F-4D97-AF65-F5344CB8AC3E}">
        <p14:creationId xmlns:p14="http://schemas.microsoft.com/office/powerpoint/2010/main" val="6608131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heel(1)">
                                      <p:cBhvr>
                                        <p:cTn id="11" dur="500"/>
                                        <p:tgtEl>
                                          <p:spTgt spid="23"/>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p:cTn id="15" dur="500" fill="hold"/>
                                        <p:tgtEl>
                                          <p:spTgt spid="24"/>
                                        </p:tgtEl>
                                        <p:attrNameLst>
                                          <p:attrName>ppt_w</p:attrName>
                                        </p:attrNameLst>
                                      </p:cBhvr>
                                      <p:tavLst>
                                        <p:tav tm="0">
                                          <p:val>
                                            <p:fltVal val="0"/>
                                          </p:val>
                                        </p:tav>
                                        <p:tav tm="100000">
                                          <p:val>
                                            <p:strVal val="#ppt_w"/>
                                          </p:val>
                                        </p:tav>
                                      </p:tavLst>
                                    </p:anim>
                                    <p:anim calcmode="lin" valueType="num">
                                      <p:cBhvr>
                                        <p:cTn id="16" dur="500" fill="hold"/>
                                        <p:tgtEl>
                                          <p:spTgt spid="24"/>
                                        </p:tgtEl>
                                        <p:attrNameLst>
                                          <p:attrName>ppt_h</p:attrName>
                                        </p:attrNameLst>
                                      </p:cBhvr>
                                      <p:tavLst>
                                        <p:tav tm="0">
                                          <p:val>
                                            <p:fltVal val="0"/>
                                          </p:val>
                                        </p:tav>
                                        <p:tav tm="100000">
                                          <p:val>
                                            <p:strVal val="#ppt_h"/>
                                          </p:val>
                                        </p:tav>
                                      </p:tavLst>
                                    </p:anim>
                                    <p:animEffect transition="in" filter="fade">
                                      <p:cBhvr>
                                        <p:cTn id="17" dur="500"/>
                                        <p:tgtEl>
                                          <p:spTgt spid="24"/>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p:cTn id="20" dur="500" fill="hold"/>
                                        <p:tgtEl>
                                          <p:spTgt spid="25"/>
                                        </p:tgtEl>
                                        <p:attrNameLst>
                                          <p:attrName>ppt_w</p:attrName>
                                        </p:attrNameLst>
                                      </p:cBhvr>
                                      <p:tavLst>
                                        <p:tav tm="0">
                                          <p:val>
                                            <p:fltVal val="0"/>
                                          </p:val>
                                        </p:tav>
                                        <p:tav tm="100000">
                                          <p:val>
                                            <p:strVal val="#ppt_w"/>
                                          </p:val>
                                        </p:tav>
                                      </p:tavLst>
                                    </p:anim>
                                    <p:anim calcmode="lin" valueType="num">
                                      <p:cBhvr>
                                        <p:cTn id="21" dur="500" fill="hold"/>
                                        <p:tgtEl>
                                          <p:spTgt spid="25"/>
                                        </p:tgtEl>
                                        <p:attrNameLst>
                                          <p:attrName>ppt_h</p:attrName>
                                        </p:attrNameLst>
                                      </p:cBhvr>
                                      <p:tavLst>
                                        <p:tav tm="0">
                                          <p:val>
                                            <p:fltVal val="0"/>
                                          </p:val>
                                        </p:tav>
                                        <p:tav tm="100000">
                                          <p:val>
                                            <p:strVal val="#ppt_h"/>
                                          </p:val>
                                        </p:tav>
                                      </p:tavLst>
                                    </p:anim>
                                    <p:animEffect transition="in" filter="fade">
                                      <p:cBhvr>
                                        <p:cTn id="22" dur="500"/>
                                        <p:tgtEl>
                                          <p:spTgt spid="25"/>
                                        </p:tgtEl>
                                      </p:cBhvr>
                                    </p:animEffect>
                                  </p:childTnLst>
                                </p:cTn>
                              </p:par>
                            </p:childTnLst>
                          </p:cTn>
                        </p:par>
                        <p:par>
                          <p:cTn id="23" fill="hold">
                            <p:stCondLst>
                              <p:cond delay="1500"/>
                            </p:stCondLst>
                            <p:childTnLst>
                              <p:par>
                                <p:cTn id="24" presetID="53" presetClass="entr" presetSubtype="16" fill="hold" grpId="0" nodeType="afterEffect">
                                  <p:stCondLst>
                                    <p:cond delay="0"/>
                                  </p:stCondLst>
                                  <p:iterate type="lt">
                                    <p:tmPct val="10000"/>
                                  </p:iterate>
                                  <p:childTnLst>
                                    <p:set>
                                      <p:cBhvr>
                                        <p:cTn id="25" dur="1" fill="hold">
                                          <p:stCondLst>
                                            <p:cond delay="0"/>
                                          </p:stCondLst>
                                        </p:cTn>
                                        <p:tgtEl>
                                          <p:spTgt spid="26"/>
                                        </p:tgtEl>
                                        <p:attrNameLst>
                                          <p:attrName>style.visibility</p:attrName>
                                        </p:attrNameLst>
                                      </p:cBhvr>
                                      <p:to>
                                        <p:strVal val="visible"/>
                                      </p:to>
                                    </p:set>
                                    <p:anim calcmode="lin" valueType="num">
                                      <p:cBhvr>
                                        <p:cTn id="26" dur="500" fill="hold"/>
                                        <p:tgtEl>
                                          <p:spTgt spid="26"/>
                                        </p:tgtEl>
                                        <p:attrNameLst>
                                          <p:attrName>ppt_w</p:attrName>
                                        </p:attrNameLst>
                                      </p:cBhvr>
                                      <p:tavLst>
                                        <p:tav tm="0">
                                          <p:val>
                                            <p:fltVal val="0"/>
                                          </p:val>
                                        </p:tav>
                                        <p:tav tm="100000">
                                          <p:val>
                                            <p:strVal val="#ppt_w"/>
                                          </p:val>
                                        </p:tav>
                                      </p:tavLst>
                                    </p:anim>
                                    <p:anim calcmode="lin" valueType="num">
                                      <p:cBhvr>
                                        <p:cTn id="27" dur="500" fill="hold"/>
                                        <p:tgtEl>
                                          <p:spTgt spid="26"/>
                                        </p:tgtEl>
                                        <p:attrNameLst>
                                          <p:attrName>ppt_h</p:attrName>
                                        </p:attrNameLst>
                                      </p:cBhvr>
                                      <p:tavLst>
                                        <p:tav tm="0">
                                          <p:val>
                                            <p:fltVal val="0"/>
                                          </p:val>
                                        </p:tav>
                                        <p:tav tm="100000">
                                          <p:val>
                                            <p:strVal val="#ppt_h"/>
                                          </p:val>
                                        </p:tav>
                                      </p:tavLst>
                                    </p:anim>
                                    <p:animEffect transition="in" filter="fade">
                                      <p:cBhvr>
                                        <p:cTn id="28" dur="500"/>
                                        <p:tgtEl>
                                          <p:spTgt spid="26"/>
                                        </p:tgtEl>
                                      </p:cBhvr>
                                    </p:animEffect>
                                  </p:childTnLst>
                                </p:cTn>
                              </p:par>
                            </p:childTnLst>
                          </p:cTn>
                        </p:par>
                        <p:par>
                          <p:cTn id="29" fill="hold">
                            <p:stCondLst>
                              <p:cond delay="2300"/>
                            </p:stCondLst>
                            <p:childTnLst>
                              <p:par>
                                <p:cTn id="30" presetID="22" presetClass="entr" presetSubtype="8"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left)">
                                      <p:cBhvr>
                                        <p:cTn id="32" dur="500"/>
                                        <p:tgtEl>
                                          <p:spTgt spid="27"/>
                                        </p:tgtEl>
                                      </p:cBhvr>
                                    </p:animEffect>
                                  </p:childTnLst>
                                </p:cTn>
                              </p:par>
                              <p:par>
                                <p:cTn id="33" presetID="22" presetClass="entr" presetSubtype="8" fill="hold" grpId="0" nodeType="withEffect">
                                  <p:stCondLst>
                                    <p:cond delay="200"/>
                                  </p:stCondLst>
                                  <p:childTnLst>
                                    <p:set>
                                      <p:cBhvr>
                                        <p:cTn id="34" dur="1" fill="hold">
                                          <p:stCondLst>
                                            <p:cond delay="0"/>
                                          </p:stCondLst>
                                        </p:cTn>
                                        <p:tgtEl>
                                          <p:spTgt spid="28"/>
                                        </p:tgtEl>
                                        <p:attrNameLst>
                                          <p:attrName>style.visibility</p:attrName>
                                        </p:attrNameLst>
                                      </p:cBhvr>
                                      <p:to>
                                        <p:strVal val="visible"/>
                                      </p:to>
                                    </p:set>
                                    <p:animEffect transition="in" filter="wipe(left)">
                                      <p:cBhvr>
                                        <p:cTn id="35" dur="500"/>
                                        <p:tgtEl>
                                          <p:spTgt spid="28"/>
                                        </p:tgtEl>
                                      </p:cBhvr>
                                    </p:animEffect>
                                  </p:childTnLst>
                                </p:cTn>
                              </p:par>
                              <p:par>
                                <p:cTn id="36" presetID="22" presetClass="entr" presetSubtype="8" fill="hold" grpId="0" nodeType="withEffect">
                                  <p:stCondLst>
                                    <p:cond delay="600"/>
                                  </p:stCondLst>
                                  <p:childTnLst>
                                    <p:set>
                                      <p:cBhvr>
                                        <p:cTn id="37" dur="1" fill="hold">
                                          <p:stCondLst>
                                            <p:cond delay="0"/>
                                          </p:stCondLst>
                                        </p:cTn>
                                        <p:tgtEl>
                                          <p:spTgt spid="31"/>
                                        </p:tgtEl>
                                        <p:attrNameLst>
                                          <p:attrName>style.visibility</p:attrName>
                                        </p:attrNameLst>
                                      </p:cBhvr>
                                      <p:to>
                                        <p:strVal val="visible"/>
                                      </p:to>
                                    </p:set>
                                    <p:animEffect transition="in" filter="wipe(left)">
                                      <p:cBhvr>
                                        <p:cTn id="3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5" grpId="0"/>
      <p:bldP spid="26" grpId="0"/>
      <p:bldP spid="27" grpId="0"/>
      <p:bldP spid="28"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标题 20"/>
          <p:cNvSpPr txBox="1">
            <a:spLocks/>
          </p:cNvSpPr>
          <p:nvPr/>
        </p:nvSpPr>
        <p:spPr bwMode="auto">
          <a:xfrm>
            <a:off x="800646" y="372489"/>
            <a:ext cx="3268092"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工作中的任务以及成果</a:t>
            </a:r>
          </a:p>
        </p:txBody>
      </p:sp>
      <p:grpSp>
        <p:nvGrpSpPr>
          <p:cNvPr id="157" name="组合 156"/>
          <p:cNvGrpSpPr/>
          <p:nvPr/>
        </p:nvGrpSpPr>
        <p:grpSpPr>
          <a:xfrm>
            <a:off x="873646" y="1329439"/>
            <a:ext cx="7371556" cy="622447"/>
            <a:chOff x="874713" y="1676570"/>
            <a:chExt cx="10442575" cy="829928"/>
          </a:xfrm>
        </p:grpSpPr>
        <p:sp>
          <p:nvSpPr>
            <p:cNvPr id="158" name="矩形 157"/>
            <p:cNvSpPr/>
            <p:nvPr/>
          </p:nvSpPr>
          <p:spPr>
            <a:xfrm>
              <a:off x="874713" y="1676570"/>
              <a:ext cx="1680919" cy="7571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159" name="平行四边形 158"/>
            <p:cNvSpPr/>
            <p:nvPr/>
          </p:nvSpPr>
          <p:spPr>
            <a:xfrm>
              <a:off x="10560149" y="1676570"/>
              <a:ext cx="757139" cy="757139"/>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160" name="矩形 159"/>
            <p:cNvSpPr/>
            <p:nvPr/>
          </p:nvSpPr>
          <p:spPr>
            <a:xfrm>
              <a:off x="874714" y="1676570"/>
              <a:ext cx="10442574" cy="757139"/>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161" name="矩形 160"/>
            <p:cNvSpPr/>
            <p:nvPr/>
          </p:nvSpPr>
          <p:spPr>
            <a:xfrm>
              <a:off x="2885431" y="1792458"/>
              <a:ext cx="7590703" cy="71404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800" dirty="0">
                  <a:solidFill>
                    <a:schemeClr val="tx1">
                      <a:lumMod val="75000"/>
                      <a:lumOff val="25000"/>
                    </a:schemeClr>
                  </a:solidFill>
                  <a:latin typeface="+mn-lt"/>
                  <a:ea typeface="+mn-ea"/>
                  <a:cs typeface="+mn-ea"/>
                  <a:sym typeface="+mn-lt"/>
                </a:rPr>
                <a:t>此处添加详细文本描述，建议与标题相关并符合整体语言风格，语言描述尽量简洁生动。此处添加详细文本描述此处添加详细文本描述，建议与标题相关并符合整体语言风格，语言描述尽量简洁生动。此处添加详细文本描述</a:t>
              </a:r>
            </a:p>
            <a:p>
              <a:pPr algn="just">
                <a:lnSpc>
                  <a:spcPct val="120000"/>
                </a:lnSpc>
              </a:pPr>
              <a:endParaRPr lang="zh-CN" altLang="en-US" sz="800" dirty="0">
                <a:solidFill>
                  <a:schemeClr val="tx1">
                    <a:lumMod val="75000"/>
                    <a:lumOff val="25000"/>
                  </a:schemeClr>
                </a:solidFill>
                <a:latin typeface="+mn-lt"/>
                <a:ea typeface="+mn-ea"/>
                <a:cs typeface="+mn-ea"/>
                <a:sym typeface="+mn-lt"/>
              </a:endParaRPr>
            </a:p>
          </p:txBody>
        </p:sp>
        <p:sp>
          <p:nvSpPr>
            <p:cNvPr id="162" name="矩形 161"/>
            <p:cNvSpPr/>
            <p:nvPr/>
          </p:nvSpPr>
          <p:spPr>
            <a:xfrm>
              <a:off x="874713" y="1797872"/>
              <a:ext cx="1680920" cy="477907"/>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600" b="1" dirty="0">
                  <a:solidFill>
                    <a:schemeClr val="bg1"/>
                  </a:solidFill>
                  <a:latin typeface="+mn-lt"/>
                  <a:ea typeface="+mn-ea"/>
                  <a:cs typeface="+mn-ea"/>
                  <a:sym typeface="+mn-lt"/>
                </a:rPr>
                <a:t>冠名赞助</a:t>
              </a:r>
            </a:p>
          </p:txBody>
        </p:sp>
        <p:sp>
          <p:nvSpPr>
            <p:cNvPr id="163" name="矩形 20"/>
            <p:cNvSpPr/>
            <p:nvPr/>
          </p:nvSpPr>
          <p:spPr>
            <a:xfrm>
              <a:off x="10739537" y="1873671"/>
              <a:ext cx="398364" cy="36293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cs typeface="+mn-ea"/>
                <a:sym typeface="+mn-lt"/>
              </a:endParaRPr>
            </a:p>
          </p:txBody>
        </p:sp>
      </p:grpSp>
      <p:grpSp>
        <p:nvGrpSpPr>
          <p:cNvPr id="164" name="组合 163"/>
          <p:cNvGrpSpPr/>
          <p:nvPr/>
        </p:nvGrpSpPr>
        <p:grpSpPr>
          <a:xfrm>
            <a:off x="873646" y="2081020"/>
            <a:ext cx="7371556" cy="618633"/>
            <a:chOff x="874713" y="2839962"/>
            <a:chExt cx="10442575" cy="824845"/>
          </a:xfrm>
        </p:grpSpPr>
        <p:sp>
          <p:nvSpPr>
            <p:cNvPr id="165" name="矩形 164"/>
            <p:cNvSpPr/>
            <p:nvPr/>
          </p:nvSpPr>
          <p:spPr>
            <a:xfrm>
              <a:off x="874713" y="2839962"/>
              <a:ext cx="1680919" cy="757139"/>
            </a:xfrm>
            <a:prstGeom prst="rect">
              <a:avLst/>
            </a:prstGeom>
            <a:solidFill>
              <a:srgbClr val="1088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166" name="平行四边形 165"/>
            <p:cNvSpPr/>
            <p:nvPr/>
          </p:nvSpPr>
          <p:spPr>
            <a:xfrm>
              <a:off x="10560149" y="2839962"/>
              <a:ext cx="757139" cy="757139"/>
            </a:xfrm>
            <a:prstGeom prst="parallelogram">
              <a:avLst/>
            </a:prstGeom>
            <a:solidFill>
              <a:srgbClr val="1088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167" name="矩形 166"/>
            <p:cNvSpPr/>
            <p:nvPr/>
          </p:nvSpPr>
          <p:spPr>
            <a:xfrm>
              <a:off x="874714" y="2839962"/>
              <a:ext cx="10442574" cy="757139"/>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168" name="矩形 21"/>
            <p:cNvSpPr/>
            <p:nvPr/>
          </p:nvSpPr>
          <p:spPr>
            <a:xfrm>
              <a:off x="10739537" y="3025524"/>
              <a:ext cx="398364" cy="386016"/>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cs typeface="+mn-ea"/>
                <a:sym typeface="+mn-lt"/>
              </a:endParaRPr>
            </a:p>
          </p:txBody>
        </p:sp>
        <p:sp>
          <p:nvSpPr>
            <p:cNvPr id="169" name="矩形 168"/>
            <p:cNvSpPr/>
            <p:nvPr/>
          </p:nvSpPr>
          <p:spPr>
            <a:xfrm>
              <a:off x="874713" y="2950005"/>
              <a:ext cx="1680920" cy="477909"/>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600" b="1" dirty="0">
                  <a:solidFill>
                    <a:schemeClr val="bg1"/>
                  </a:solidFill>
                  <a:latin typeface="+mn-lt"/>
                  <a:ea typeface="+mn-ea"/>
                  <a:cs typeface="+mn-ea"/>
                  <a:sym typeface="+mn-lt"/>
                </a:rPr>
                <a:t>协力赞助</a:t>
              </a:r>
            </a:p>
          </p:txBody>
        </p:sp>
        <p:sp>
          <p:nvSpPr>
            <p:cNvPr id="170" name="矩形 169"/>
            <p:cNvSpPr/>
            <p:nvPr/>
          </p:nvSpPr>
          <p:spPr>
            <a:xfrm>
              <a:off x="2885431" y="2950765"/>
              <a:ext cx="7590703" cy="71404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800" dirty="0">
                  <a:solidFill>
                    <a:schemeClr val="tx1">
                      <a:lumMod val="75000"/>
                      <a:lumOff val="25000"/>
                    </a:schemeClr>
                  </a:solidFill>
                  <a:latin typeface="+mn-lt"/>
                  <a:ea typeface="+mn-ea"/>
                  <a:cs typeface="+mn-ea"/>
                  <a:sym typeface="+mn-lt"/>
                </a:rPr>
                <a:t>此处添加详细文本描述，建议与标题相关并符合整体语言风格，语言描述尽量简洁生动。此处添加详细文本描述此处添加详细文本描述，建议与标题相关并符合整体语言风格，语言描述尽量简洁生动。此处添加详细文本描述</a:t>
              </a:r>
            </a:p>
            <a:p>
              <a:pPr algn="just">
                <a:lnSpc>
                  <a:spcPct val="120000"/>
                </a:lnSpc>
              </a:pPr>
              <a:endParaRPr lang="zh-CN" altLang="en-US" sz="800" dirty="0">
                <a:solidFill>
                  <a:schemeClr val="tx1">
                    <a:lumMod val="75000"/>
                    <a:lumOff val="25000"/>
                  </a:schemeClr>
                </a:solidFill>
                <a:latin typeface="+mn-lt"/>
                <a:ea typeface="+mn-ea"/>
                <a:cs typeface="+mn-ea"/>
                <a:sym typeface="+mn-lt"/>
              </a:endParaRPr>
            </a:p>
          </p:txBody>
        </p:sp>
      </p:grpSp>
      <p:grpSp>
        <p:nvGrpSpPr>
          <p:cNvPr id="171" name="组合 170"/>
          <p:cNvGrpSpPr/>
          <p:nvPr/>
        </p:nvGrpSpPr>
        <p:grpSpPr>
          <a:xfrm>
            <a:off x="873646" y="2860576"/>
            <a:ext cx="7371556" cy="618633"/>
            <a:chOff x="874713" y="4003354"/>
            <a:chExt cx="10442575" cy="824845"/>
          </a:xfrm>
        </p:grpSpPr>
        <p:sp>
          <p:nvSpPr>
            <p:cNvPr id="172" name="矩形 171"/>
            <p:cNvSpPr/>
            <p:nvPr/>
          </p:nvSpPr>
          <p:spPr>
            <a:xfrm>
              <a:off x="874713" y="4003354"/>
              <a:ext cx="1680919" cy="7571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173" name="平行四边形 172"/>
            <p:cNvSpPr/>
            <p:nvPr/>
          </p:nvSpPr>
          <p:spPr>
            <a:xfrm>
              <a:off x="10560149" y="4003354"/>
              <a:ext cx="757139" cy="757139"/>
            </a:xfrm>
            <a:prstGeom prst="parallelogram">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174" name="矩形 173"/>
            <p:cNvSpPr/>
            <p:nvPr/>
          </p:nvSpPr>
          <p:spPr>
            <a:xfrm>
              <a:off x="874714" y="4003354"/>
              <a:ext cx="10442574" cy="757139"/>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175" name="矩形 22"/>
            <p:cNvSpPr/>
            <p:nvPr/>
          </p:nvSpPr>
          <p:spPr>
            <a:xfrm>
              <a:off x="10739537" y="4220864"/>
              <a:ext cx="398364" cy="322120"/>
            </a:xfrm>
            <a:custGeom>
              <a:avLst/>
              <a:gdLst>
                <a:gd name="connsiteX0" fmla="*/ 0 w 331788"/>
                <a:gd name="connsiteY0" fmla="*/ 255587 h 268287"/>
                <a:gd name="connsiteX1" fmla="*/ 331788 w 331788"/>
                <a:gd name="connsiteY1" fmla="*/ 255587 h 268287"/>
                <a:gd name="connsiteX2" fmla="*/ 331788 w 331788"/>
                <a:gd name="connsiteY2" fmla="*/ 268287 h 268287"/>
                <a:gd name="connsiteX3" fmla="*/ 0 w 331788"/>
                <a:gd name="connsiteY3" fmla="*/ 268287 h 268287"/>
                <a:gd name="connsiteX4" fmla="*/ 76201 w 331788"/>
                <a:gd name="connsiteY4" fmla="*/ 207962 h 268287"/>
                <a:gd name="connsiteX5" fmla="*/ 82551 w 331788"/>
                <a:gd name="connsiteY5" fmla="*/ 207962 h 268287"/>
                <a:gd name="connsiteX6" fmla="*/ 82551 w 331788"/>
                <a:gd name="connsiteY6" fmla="*/ 247650 h 268287"/>
                <a:gd name="connsiteX7" fmla="*/ 55563 w 331788"/>
                <a:gd name="connsiteY7" fmla="*/ 247650 h 268287"/>
                <a:gd name="connsiteX8" fmla="*/ 55563 w 331788"/>
                <a:gd name="connsiteY8" fmla="*/ 227012 h 268287"/>
                <a:gd name="connsiteX9" fmla="*/ 115888 w 331788"/>
                <a:gd name="connsiteY9" fmla="*/ 168275 h 268287"/>
                <a:gd name="connsiteX10" fmla="*/ 127168 w 331788"/>
                <a:gd name="connsiteY10" fmla="*/ 168275 h 268287"/>
                <a:gd name="connsiteX11" fmla="*/ 139701 w 331788"/>
                <a:gd name="connsiteY11" fmla="*/ 170835 h 268287"/>
                <a:gd name="connsiteX12" fmla="*/ 139701 w 331788"/>
                <a:gd name="connsiteY12" fmla="*/ 247650 h 268287"/>
                <a:gd name="connsiteX13" fmla="*/ 115888 w 331788"/>
                <a:gd name="connsiteY13" fmla="*/ 247650 h 268287"/>
                <a:gd name="connsiteX14" fmla="*/ 198438 w 331788"/>
                <a:gd name="connsiteY14" fmla="*/ 155575 h 268287"/>
                <a:gd name="connsiteX15" fmla="*/ 198438 w 331788"/>
                <a:gd name="connsiteY15" fmla="*/ 247650 h 268287"/>
                <a:gd name="connsiteX16" fmla="*/ 173038 w 331788"/>
                <a:gd name="connsiteY16" fmla="*/ 247650 h 268287"/>
                <a:gd name="connsiteX17" fmla="*/ 173038 w 331788"/>
                <a:gd name="connsiteY17" fmla="*/ 168363 h 268287"/>
                <a:gd name="connsiteX18" fmla="*/ 198438 w 331788"/>
                <a:gd name="connsiteY18" fmla="*/ 155575 h 268287"/>
                <a:gd name="connsiteX19" fmla="*/ 149226 w 331788"/>
                <a:gd name="connsiteY19" fmla="*/ 41376 h 268287"/>
                <a:gd name="connsiteX20" fmla="*/ 114947 w 331788"/>
                <a:gd name="connsiteY20" fmla="*/ 55968 h 268287"/>
                <a:gd name="connsiteX21" fmla="*/ 114947 w 331788"/>
                <a:gd name="connsiteY21" fmla="*/ 123418 h 268287"/>
                <a:gd name="connsiteX22" fmla="*/ 183504 w 331788"/>
                <a:gd name="connsiteY22" fmla="*/ 123418 h 268287"/>
                <a:gd name="connsiteX23" fmla="*/ 183504 w 331788"/>
                <a:gd name="connsiteY23" fmla="*/ 55968 h 268287"/>
                <a:gd name="connsiteX24" fmla="*/ 149226 w 331788"/>
                <a:gd name="connsiteY24" fmla="*/ 41376 h 268287"/>
                <a:gd name="connsiteX25" fmla="*/ 228600 w 331788"/>
                <a:gd name="connsiteY25" fmla="*/ 39687 h 268287"/>
                <a:gd name="connsiteX26" fmla="*/ 254000 w 331788"/>
                <a:gd name="connsiteY26" fmla="*/ 39687 h 268287"/>
                <a:gd name="connsiteX27" fmla="*/ 254000 w 331788"/>
                <a:gd name="connsiteY27" fmla="*/ 247650 h 268287"/>
                <a:gd name="connsiteX28" fmla="*/ 228600 w 331788"/>
                <a:gd name="connsiteY28" fmla="*/ 247650 h 268287"/>
                <a:gd name="connsiteX29" fmla="*/ 228600 w 331788"/>
                <a:gd name="connsiteY29" fmla="*/ 110730 h 268287"/>
                <a:gd name="connsiteX30" fmla="*/ 231140 w 331788"/>
                <a:gd name="connsiteY30" fmla="*/ 90063 h 268287"/>
                <a:gd name="connsiteX31" fmla="*/ 228600 w 331788"/>
                <a:gd name="connsiteY31" fmla="*/ 69396 h 268287"/>
                <a:gd name="connsiteX32" fmla="*/ 228600 w 331788"/>
                <a:gd name="connsiteY32" fmla="*/ 39687 h 268287"/>
                <a:gd name="connsiteX33" fmla="*/ 149707 w 331788"/>
                <a:gd name="connsiteY33" fmla="*/ 22312 h 268287"/>
                <a:gd name="connsiteX34" fmla="*/ 196764 w 331788"/>
                <a:gd name="connsiteY34" fmla="*/ 41623 h 268287"/>
                <a:gd name="connsiteX35" fmla="*/ 196764 w 331788"/>
                <a:gd name="connsiteY35" fmla="*/ 136893 h 268287"/>
                <a:gd name="connsiteX36" fmla="*/ 109096 w 331788"/>
                <a:gd name="connsiteY36" fmla="*/ 143330 h 268287"/>
                <a:gd name="connsiteX37" fmla="*/ 97492 w 331788"/>
                <a:gd name="connsiteY37" fmla="*/ 154917 h 268287"/>
                <a:gd name="connsiteX38" fmla="*/ 93625 w 331788"/>
                <a:gd name="connsiteY38" fmla="*/ 170366 h 268287"/>
                <a:gd name="connsiteX39" fmla="*/ 43344 w 331788"/>
                <a:gd name="connsiteY39" fmla="*/ 220576 h 268287"/>
                <a:gd name="connsiteX40" fmla="*/ 18848 w 331788"/>
                <a:gd name="connsiteY40" fmla="*/ 220576 h 268287"/>
                <a:gd name="connsiteX41" fmla="*/ 18848 w 331788"/>
                <a:gd name="connsiteY41" fmla="*/ 196115 h 268287"/>
                <a:gd name="connsiteX42" fmla="*/ 67840 w 331788"/>
                <a:gd name="connsiteY42" fmla="*/ 145905 h 268287"/>
                <a:gd name="connsiteX43" fmla="*/ 84600 w 331788"/>
                <a:gd name="connsiteY43" fmla="*/ 140755 h 268287"/>
                <a:gd name="connsiteX44" fmla="*/ 96203 w 331788"/>
                <a:gd name="connsiteY44" fmla="*/ 129168 h 268287"/>
                <a:gd name="connsiteX45" fmla="*/ 102649 w 331788"/>
                <a:gd name="connsiteY45" fmla="*/ 41623 h 268287"/>
                <a:gd name="connsiteX46" fmla="*/ 149707 w 331788"/>
                <a:gd name="connsiteY46" fmla="*/ 22312 h 268287"/>
                <a:gd name="connsiteX47" fmla="*/ 280988 w 331788"/>
                <a:gd name="connsiteY47" fmla="*/ 0 h 268287"/>
                <a:gd name="connsiteX48" fmla="*/ 306388 w 331788"/>
                <a:gd name="connsiteY48" fmla="*/ 0 h 268287"/>
                <a:gd name="connsiteX49" fmla="*/ 306388 w 331788"/>
                <a:gd name="connsiteY49" fmla="*/ 247650 h 268287"/>
                <a:gd name="connsiteX50" fmla="*/ 280988 w 331788"/>
                <a:gd name="connsiteY50" fmla="*/ 247650 h 26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31788" h="268287">
                  <a:moveTo>
                    <a:pt x="0" y="255587"/>
                  </a:moveTo>
                  <a:lnTo>
                    <a:pt x="331788" y="255587"/>
                  </a:lnTo>
                  <a:lnTo>
                    <a:pt x="331788" y="268287"/>
                  </a:lnTo>
                  <a:lnTo>
                    <a:pt x="0" y="268287"/>
                  </a:lnTo>
                  <a:close/>
                  <a:moveTo>
                    <a:pt x="76201" y="207962"/>
                  </a:moveTo>
                  <a:lnTo>
                    <a:pt x="82551" y="207962"/>
                  </a:lnTo>
                  <a:lnTo>
                    <a:pt x="82551" y="247650"/>
                  </a:lnTo>
                  <a:lnTo>
                    <a:pt x="55563" y="247650"/>
                  </a:lnTo>
                  <a:lnTo>
                    <a:pt x="55563" y="227012"/>
                  </a:lnTo>
                  <a:close/>
                  <a:moveTo>
                    <a:pt x="115888" y="168275"/>
                  </a:moveTo>
                  <a:cubicBezTo>
                    <a:pt x="115888" y="168275"/>
                    <a:pt x="115888" y="168275"/>
                    <a:pt x="127168" y="168275"/>
                  </a:cubicBezTo>
                  <a:cubicBezTo>
                    <a:pt x="130928" y="169555"/>
                    <a:pt x="135941" y="170835"/>
                    <a:pt x="139701" y="170835"/>
                  </a:cubicBezTo>
                  <a:cubicBezTo>
                    <a:pt x="139701" y="170835"/>
                    <a:pt x="139701" y="170835"/>
                    <a:pt x="139701" y="247650"/>
                  </a:cubicBezTo>
                  <a:cubicBezTo>
                    <a:pt x="139701" y="247650"/>
                    <a:pt x="139701" y="247650"/>
                    <a:pt x="115888" y="247650"/>
                  </a:cubicBezTo>
                  <a:close/>
                  <a:moveTo>
                    <a:pt x="198438" y="155575"/>
                  </a:moveTo>
                  <a:cubicBezTo>
                    <a:pt x="198438" y="155575"/>
                    <a:pt x="198438" y="155575"/>
                    <a:pt x="198438" y="247650"/>
                  </a:cubicBezTo>
                  <a:cubicBezTo>
                    <a:pt x="198438" y="247650"/>
                    <a:pt x="198438" y="247650"/>
                    <a:pt x="173038" y="247650"/>
                  </a:cubicBezTo>
                  <a:lnTo>
                    <a:pt x="173038" y="168363"/>
                  </a:lnTo>
                  <a:cubicBezTo>
                    <a:pt x="181928" y="165805"/>
                    <a:pt x="190818" y="161969"/>
                    <a:pt x="198438" y="155575"/>
                  </a:cubicBezTo>
                  <a:close/>
                  <a:moveTo>
                    <a:pt x="149226" y="41376"/>
                  </a:moveTo>
                  <a:cubicBezTo>
                    <a:pt x="136937" y="41376"/>
                    <a:pt x="124649" y="46240"/>
                    <a:pt x="114947" y="55968"/>
                  </a:cubicBezTo>
                  <a:cubicBezTo>
                    <a:pt x="96838" y="74128"/>
                    <a:pt x="96838" y="105259"/>
                    <a:pt x="114947" y="123418"/>
                  </a:cubicBezTo>
                  <a:cubicBezTo>
                    <a:pt x="134350" y="142875"/>
                    <a:pt x="164101" y="142875"/>
                    <a:pt x="183504" y="123418"/>
                  </a:cubicBezTo>
                  <a:cubicBezTo>
                    <a:pt x="201613" y="105259"/>
                    <a:pt x="201613" y="74128"/>
                    <a:pt x="183504" y="55968"/>
                  </a:cubicBezTo>
                  <a:cubicBezTo>
                    <a:pt x="173803" y="46240"/>
                    <a:pt x="161514" y="41376"/>
                    <a:pt x="149226" y="41376"/>
                  </a:cubicBezTo>
                  <a:close/>
                  <a:moveTo>
                    <a:pt x="228600" y="39687"/>
                  </a:moveTo>
                  <a:cubicBezTo>
                    <a:pt x="228600" y="39687"/>
                    <a:pt x="228600" y="39687"/>
                    <a:pt x="254000" y="39687"/>
                  </a:cubicBezTo>
                  <a:lnTo>
                    <a:pt x="254000" y="247650"/>
                  </a:lnTo>
                  <a:cubicBezTo>
                    <a:pt x="254000" y="247650"/>
                    <a:pt x="254000" y="247650"/>
                    <a:pt x="228600" y="247650"/>
                  </a:cubicBezTo>
                  <a:cubicBezTo>
                    <a:pt x="228600" y="247650"/>
                    <a:pt x="228600" y="247650"/>
                    <a:pt x="228600" y="110730"/>
                  </a:cubicBezTo>
                  <a:cubicBezTo>
                    <a:pt x="231140" y="104272"/>
                    <a:pt x="231140" y="96521"/>
                    <a:pt x="231140" y="90063"/>
                  </a:cubicBezTo>
                  <a:cubicBezTo>
                    <a:pt x="231140" y="83604"/>
                    <a:pt x="231140" y="75854"/>
                    <a:pt x="228600" y="69396"/>
                  </a:cubicBezTo>
                  <a:cubicBezTo>
                    <a:pt x="228600" y="69396"/>
                    <a:pt x="228600" y="69396"/>
                    <a:pt x="228600" y="39687"/>
                  </a:cubicBezTo>
                  <a:close/>
                  <a:moveTo>
                    <a:pt x="149707" y="22312"/>
                  </a:moveTo>
                  <a:cubicBezTo>
                    <a:pt x="166789" y="22312"/>
                    <a:pt x="183872" y="28749"/>
                    <a:pt x="196764" y="41623"/>
                  </a:cubicBezTo>
                  <a:cubicBezTo>
                    <a:pt x="223838" y="68659"/>
                    <a:pt x="223838" y="111144"/>
                    <a:pt x="196764" y="136893"/>
                  </a:cubicBezTo>
                  <a:cubicBezTo>
                    <a:pt x="173558" y="161354"/>
                    <a:pt x="136170" y="162641"/>
                    <a:pt x="109096" y="143330"/>
                  </a:cubicBezTo>
                  <a:cubicBezTo>
                    <a:pt x="109096" y="143330"/>
                    <a:pt x="109096" y="143330"/>
                    <a:pt x="97492" y="154917"/>
                  </a:cubicBezTo>
                  <a:cubicBezTo>
                    <a:pt x="98782" y="160067"/>
                    <a:pt x="97492" y="166504"/>
                    <a:pt x="93625" y="170366"/>
                  </a:cubicBezTo>
                  <a:cubicBezTo>
                    <a:pt x="93625" y="170366"/>
                    <a:pt x="93625" y="170366"/>
                    <a:pt x="43344" y="220576"/>
                  </a:cubicBezTo>
                  <a:cubicBezTo>
                    <a:pt x="35608" y="227013"/>
                    <a:pt x="25295" y="227013"/>
                    <a:pt x="18848" y="220576"/>
                  </a:cubicBezTo>
                  <a:cubicBezTo>
                    <a:pt x="11113" y="214139"/>
                    <a:pt x="11113" y="202552"/>
                    <a:pt x="18848" y="196115"/>
                  </a:cubicBezTo>
                  <a:cubicBezTo>
                    <a:pt x="18848" y="196115"/>
                    <a:pt x="18848" y="196115"/>
                    <a:pt x="67840" y="145905"/>
                  </a:cubicBezTo>
                  <a:cubicBezTo>
                    <a:pt x="72997" y="142043"/>
                    <a:pt x="78154" y="140755"/>
                    <a:pt x="84600" y="140755"/>
                  </a:cubicBezTo>
                  <a:cubicBezTo>
                    <a:pt x="84600" y="140755"/>
                    <a:pt x="84600" y="140755"/>
                    <a:pt x="96203" y="129168"/>
                  </a:cubicBezTo>
                  <a:cubicBezTo>
                    <a:pt x="75575" y="103420"/>
                    <a:pt x="78154" y="66084"/>
                    <a:pt x="102649" y="41623"/>
                  </a:cubicBezTo>
                  <a:cubicBezTo>
                    <a:pt x="115542" y="28749"/>
                    <a:pt x="132624" y="22312"/>
                    <a:pt x="149707" y="22312"/>
                  </a:cubicBezTo>
                  <a:close/>
                  <a:moveTo>
                    <a:pt x="280988" y="0"/>
                  </a:moveTo>
                  <a:lnTo>
                    <a:pt x="306388" y="0"/>
                  </a:lnTo>
                  <a:lnTo>
                    <a:pt x="306388" y="247650"/>
                  </a:lnTo>
                  <a:lnTo>
                    <a:pt x="280988" y="24765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cs typeface="+mn-ea"/>
                <a:sym typeface="+mn-lt"/>
              </a:endParaRPr>
            </a:p>
          </p:txBody>
        </p:sp>
        <p:sp>
          <p:nvSpPr>
            <p:cNvPr id="176" name="矩形 175"/>
            <p:cNvSpPr/>
            <p:nvPr/>
          </p:nvSpPr>
          <p:spPr>
            <a:xfrm>
              <a:off x="874713" y="4102133"/>
              <a:ext cx="1680920" cy="477909"/>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600" b="1" dirty="0">
                  <a:solidFill>
                    <a:schemeClr val="bg1"/>
                  </a:solidFill>
                  <a:latin typeface="+mn-lt"/>
                  <a:ea typeface="+mn-ea"/>
                  <a:cs typeface="+mn-ea"/>
                  <a:sym typeface="+mn-lt"/>
                </a:rPr>
                <a:t>友情赞助</a:t>
              </a:r>
            </a:p>
          </p:txBody>
        </p:sp>
        <p:sp>
          <p:nvSpPr>
            <p:cNvPr id="177" name="矩形 176"/>
            <p:cNvSpPr/>
            <p:nvPr/>
          </p:nvSpPr>
          <p:spPr>
            <a:xfrm>
              <a:off x="2885431" y="4114157"/>
              <a:ext cx="7674718" cy="71404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800" dirty="0">
                  <a:solidFill>
                    <a:schemeClr val="tx1">
                      <a:lumMod val="75000"/>
                      <a:lumOff val="25000"/>
                    </a:schemeClr>
                  </a:solidFill>
                  <a:latin typeface="+mn-lt"/>
                  <a:ea typeface="+mn-ea"/>
                  <a:cs typeface="+mn-ea"/>
                  <a:sym typeface="+mn-lt"/>
                </a:rPr>
                <a:t>此处添加详细文本描述，建议与标题相关并符合整体语言风格，语言描述尽量简洁生动。此处添加详细文本描述此处添加详细文本描述，建议与标题相关并符合整体语言风格，语言描述尽量简洁生动。此处添加详细文本描述</a:t>
              </a:r>
            </a:p>
            <a:p>
              <a:pPr algn="just">
                <a:lnSpc>
                  <a:spcPct val="120000"/>
                </a:lnSpc>
              </a:pPr>
              <a:endParaRPr lang="zh-CN" altLang="en-US" sz="800" dirty="0">
                <a:solidFill>
                  <a:schemeClr val="tx1">
                    <a:lumMod val="75000"/>
                    <a:lumOff val="25000"/>
                  </a:schemeClr>
                </a:solidFill>
                <a:latin typeface="+mn-lt"/>
                <a:ea typeface="+mn-ea"/>
                <a:cs typeface="+mn-ea"/>
                <a:sym typeface="+mn-lt"/>
              </a:endParaRPr>
            </a:p>
          </p:txBody>
        </p:sp>
      </p:grpSp>
      <p:grpSp>
        <p:nvGrpSpPr>
          <p:cNvPr id="178" name="组合 177"/>
          <p:cNvGrpSpPr/>
          <p:nvPr/>
        </p:nvGrpSpPr>
        <p:grpSpPr>
          <a:xfrm>
            <a:off x="873646" y="3682103"/>
            <a:ext cx="7371556" cy="618633"/>
            <a:chOff x="874713" y="5166747"/>
            <a:chExt cx="10442575" cy="824843"/>
          </a:xfrm>
        </p:grpSpPr>
        <p:sp>
          <p:nvSpPr>
            <p:cNvPr id="179" name="矩形 178"/>
            <p:cNvSpPr/>
            <p:nvPr/>
          </p:nvSpPr>
          <p:spPr>
            <a:xfrm>
              <a:off x="874713" y="5166747"/>
              <a:ext cx="1680919" cy="757139"/>
            </a:xfrm>
            <a:prstGeom prst="rect">
              <a:avLst/>
            </a:prstGeom>
            <a:solidFill>
              <a:srgbClr val="229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180" name="平行四边形 179"/>
            <p:cNvSpPr/>
            <p:nvPr/>
          </p:nvSpPr>
          <p:spPr>
            <a:xfrm>
              <a:off x="10560149" y="5166747"/>
              <a:ext cx="757139" cy="757139"/>
            </a:xfrm>
            <a:prstGeom prst="parallelogram">
              <a:avLst/>
            </a:prstGeom>
            <a:solidFill>
              <a:srgbClr val="229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181" name="矩形 180"/>
            <p:cNvSpPr/>
            <p:nvPr/>
          </p:nvSpPr>
          <p:spPr>
            <a:xfrm>
              <a:off x="874714" y="5166747"/>
              <a:ext cx="10442574" cy="757139"/>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cs typeface="+mn-ea"/>
                <a:sym typeface="+mn-lt"/>
              </a:endParaRPr>
            </a:p>
          </p:txBody>
        </p:sp>
        <p:sp>
          <p:nvSpPr>
            <p:cNvPr id="182" name="矩形 23"/>
            <p:cNvSpPr/>
            <p:nvPr/>
          </p:nvSpPr>
          <p:spPr>
            <a:xfrm>
              <a:off x="10739537" y="5397567"/>
              <a:ext cx="398364" cy="295499"/>
            </a:xfrm>
            <a:custGeom>
              <a:avLst/>
              <a:gdLst>
                <a:gd name="connsiteX0" fmla="*/ 9246 w 338138"/>
                <a:gd name="connsiteY0" fmla="*/ 217487 h 250825"/>
                <a:gd name="connsiteX1" fmla="*/ 328892 w 338138"/>
                <a:gd name="connsiteY1" fmla="*/ 217487 h 250825"/>
                <a:gd name="connsiteX2" fmla="*/ 338138 w 338138"/>
                <a:gd name="connsiteY2" fmla="*/ 226822 h 250825"/>
                <a:gd name="connsiteX3" fmla="*/ 314363 w 338138"/>
                <a:gd name="connsiteY3" fmla="*/ 250825 h 250825"/>
                <a:gd name="connsiteX4" fmla="*/ 23775 w 338138"/>
                <a:gd name="connsiteY4" fmla="*/ 250825 h 250825"/>
                <a:gd name="connsiteX5" fmla="*/ 0 w 338138"/>
                <a:gd name="connsiteY5" fmla="*/ 226822 h 250825"/>
                <a:gd name="connsiteX6" fmla="*/ 9246 w 338138"/>
                <a:gd name="connsiteY6" fmla="*/ 217487 h 250825"/>
                <a:gd name="connsiteX7" fmla="*/ 100182 w 338138"/>
                <a:gd name="connsiteY7" fmla="*/ 100012 h 250825"/>
                <a:gd name="connsiteX8" fmla="*/ 123655 w 338138"/>
                <a:gd name="connsiteY8" fmla="*/ 100012 h 250825"/>
                <a:gd name="connsiteX9" fmla="*/ 130175 w 338138"/>
                <a:gd name="connsiteY9" fmla="*/ 106705 h 250825"/>
                <a:gd name="connsiteX10" fmla="*/ 130175 w 338138"/>
                <a:gd name="connsiteY10" fmla="*/ 161583 h 250825"/>
                <a:gd name="connsiteX11" fmla="*/ 123655 w 338138"/>
                <a:gd name="connsiteY11" fmla="*/ 168275 h 250825"/>
                <a:gd name="connsiteX12" fmla="*/ 100182 w 338138"/>
                <a:gd name="connsiteY12" fmla="*/ 168275 h 250825"/>
                <a:gd name="connsiteX13" fmla="*/ 93662 w 338138"/>
                <a:gd name="connsiteY13" fmla="*/ 161583 h 250825"/>
                <a:gd name="connsiteX14" fmla="*/ 93662 w 338138"/>
                <a:gd name="connsiteY14" fmla="*/ 106705 h 250825"/>
                <a:gd name="connsiteX15" fmla="*/ 100182 w 338138"/>
                <a:gd name="connsiteY15" fmla="*/ 100012 h 250825"/>
                <a:gd name="connsiteX16" fmla="*/ 157332 w 338138"/>
                <a:gd name="connsiteY16" fmla="*/ 77787 h 250825"/>
                <a:gd name="connsiteX17" fmla="*/ 180805 w 338138"/>
                <a:gd name="connsiteY17" fmla="*/ 77787 h 250825"/>
                <a:gd name="connsiteX18" fmla="*/ 187325 w 338138"/>
                <a:gd name="connsiteY18" fmla="*/ 84441 h 250825"/>
                <a:gd name="connsiteX19" fmla="*/ 187325 w 338138"/>
                <a:gd name="connsiteY19" fmla="*/ 161622 h 250825"/>
                <a:gd name="connsiteX20" fmla="*/ 180805 w 338138"/>
                <a:gd name="connsiteY20" fmla="*/ 168275 h 250825"/>
                <a:gd name="connsiteX21" fmla="*/ 157332 w 338138"/>
                <a:gd name="connsiteY21" fmla="*/ 168275 h 250825"/>
                <a:gd name="connsiteX22" fmla="*/ 150812 w 338138"/>
                <a:gd name="connsiteY22" fmla="*/ 161622 h 250825"/>
                <a:gd name="connsiteX23" fmla="*/ 150812 w 338138"/>
                <a:gd name="connsiteY23" fmla="*/ 84441 h 250825"/>
                <a:gd name="connsiteX24" fmla="*/ 157332 w 338138"/>
                <a:gd name="connsiteY24" fmla="*/ 77787 h 250825"/>
                <a:gd name="connsiteX25" fmla="*/ 216070 w 338138"/>
                <a:gd name="connsiteY25" fmla="*/ 49212 h 250825"/>
                <a:gd name="connsiteX26" fmla="*/ 239543 w 338138"/>
                <a:gd name="connsiteY26" fmla="*/ 49212 h 250825"/>
                <a:gd name="connsiteX27" fmla="*/ 246063 w 338138"/>
                <a:gd name="connsiteY27" fmla="*/ 55827 h 250825"/>
                <a:gd name="connsiteX28" fmla="*/ 246063 w 338138"/>
                <a:gd name="connsiteY28" fmla="*/ 161661 h 250825"/>
                <a:gd name="connsiteX29" fmla="*/ 239543 w 338138"/>
                <a:gd name="connsiteY29" fmla="*/ 168275 h 250825"/>
                <a:gd name="connsiteX30" fmla="*/ 216070 w 338138"/>
                <a:gd name="connsiteY30" fmla="*/ 168275 h 250825"/>
                <a:gd name="connsiteX31" fmla="*/ 209550 w 338138"/>
                <a:gd name="connsiteY31" fmla="*/ 161661 h 250825"/>
                <a:gd name="connsiteX32" fmla="*/ 209550 w 338138"/>
                <a:gd name="connsiteY32" fmla="*/ 55827 h 250825"/>
                <a:gd name="connsiteX33" fmla="*/ 216070 w 338138"/>
                <a:gd name="connsiteY33" fmla="*/ 49212 h 250825"/>
                <a:gd name="connsiteX34" fmla="*/ 53428 w 338138"/>
                <a:gd name="connsiteY34" fmla="*/ 22225 h 250825"/>
                <a:gd name="connsiteX35" fmla="*/ 50800 w 338138"/>
                <a:gd name="connsiteY35" fmla="*/ 24858 h 250825"/>
                <a:gd name="connsiteX36" fmla="*/ 50800 w 338138"/>
                <a:gd name="connsiteY36" fmla="*/ 182834 h 250825"/>
                <a:gd name="connsiteX37" fmla="*/ 53428 w 338138"/>
                <a:gd name="connsiteY37" fmla="*/ 184150 h 250825"/>
                <a:gd name="connsiteX38" fmla="*/ 284710 w 338138"/>
                <a:gd name="connsiteY38" fmla="*/ 184150 h 250825"/>
                <a:gd name="connsiteX39" fmla="*/ 287338 w 338138"/>
                <a:gd name="connsiteY39" fmla="*/ 182834 h 250825"/>
                <a:gd name="connsiteX40" fmla="*/ 287338 w 338138"/>
                <a:gd name="connsiteY40" fmla="*/ 24858 h 250825"/>
                <a:gd name="connsiteX41" fmla="*/ 284710 w 338138"/>
                <a:gd name="connsiteY41" fmla="*/ 22225 h 250825"/>
                <a:gd name="connsiteX42" fmla="*/ 53428 w 338138"/>
                <a:gd name="connsiteY42" fmla="*/ 22225 h 250825"/>
                <a:gd name="connsiteX43" fmla="*/ 53663 w 338138"/>
                <a:gd name="connsiteY43" fmla="*/ 0 h 250825"/>
                <a:gd name="connsiteX44" fmla="*/ 286062 w 338138"/>
                <a:gd name="connsiteY44" fmla="*/ 0 h 250825"/>
                <a:gd name="connsiteX45" fmla="*/ 311150 w 338138"/>
                <a:gd name="connsiteY45" fmla="*/ 25008 h 250825"/>
                <a:gd name="connsiteX46" fmla="*/ 311150 w 338138"/>
                <a:gd name="connsiteY46" fmla="*/ 182955 h 250825"/>
                <a:gd name="connsiteX47" fmla="*/ 286062 w 338138"/>
                <a:gd name="connsiteY47" fmla="*/ 207963 h 250825"/>
                <a:gd name="connsiteX48" fmla="*/ 53663 w 338138"/>
                <a:gd name="connsiteY48" fmla="*/ 207963 h 250825"/>
                <a:gd name="connsiteX49" fmla="*/ 28575 w 338138"/>
                <a:gd name="connsiteY49" fmla="*/ 182955 h 250825"/>
                <a:gd name="connsiteX50" fmla="*/ 28575 w 338138"/>
                <a:gd name="connsiteY50" fmla="*/ 25008 h 250825"/>
                <a:gd name="connsiteX51" fmla="*/ 53663 w 338138"/>
                <a:gd name="connsiteY51" fmla="*/ 0 h 25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250825">
                  <a:moveTo>
                    <a:pt x="9246" y="217487"/>
                  </a:moveTo>
                  <a:cubicBezTo>
                    <a:pt x="9246" y="217487"/>
                    <a:pt x="9246" y="217487"/>
                    <a:pt x="328892" y="217487"/>
                  </a:cubicBezTo>
                  <a:cubicBezTo>
                    <a:pt x="334176" y="217487"/>
                    <a:pt x="338138" y="221488"/>
                    <a:pt x="338138" y="226822"/>
                  </a:cubicBezTo>
                  <a:cubicBezTo>
                    <a:pt x="338138" y="240157"/>
                    <a:pt x="327571" y="250825"/>
                    <a:pt x="314363" y="250825"/>
                  </a:cubicBezTo>
                  <a:cubicBezTo>
                    <a:pt x="314363" y="250825"/>
                    <a:pt x="314363" y="250825"/>
                    <a:pt x="23775" y="250825"/>
                  </a:cubicBezTo>
                  <a:cubicBezTo>
                    <a:pt x="10567" y="250825"/>
                    <a:pt x="0" y="240157"/>
                    <a:pt x="0" y="226822"/>
                  </a:cubicBezTo>
                  <a:cubicBezTo>
                    <a:pt x="0" y="221488"/>
                    <a:pt x="3962" y="217487"/>
                    <a:pt x="9246" y="217487"/>
                  </a:cubicBezTo>
                  <a:close/>
                  <a:moveTo>
                    <a:pt x="100182" y="100012"/>
                  </a:moveTo>
                  <a:cubicBezTo>
                    <a:pt x="100182" y="100012"/>
                    <a:pt x="100182" y="100012"/>
                    <a:pt x="123655" y="100012"/>
                  </a:cubicBezTo>
                  <a:cubicBezTo>
                    <a:pt x="127567" y="100012"/>
                    <a:pt x="130175" y="102689"/>
                    <a:pt x="130175" y="106705"/>
                  </a:cubicBezTo>
                  <a:cubicBezTo>
                    <a:pt x="130175" y="106705"/>
                    <a:pt x="130175" y="106705"/>
                    <a:pt x="130175" y="161583"/>
                  </a:cubicBezTo>
                  <a:cubicBezTo>
                    <a:pt x="130175" y="165598"/>
                    <a:pt x="127567" y="168275"/>
                    <a:pt x="123655" y="168275"/>
                  </a:cubicBezTo>
                  <a:cubicBezTo>
                    <a:pt x="123655" y="168275"/>
                    <a:pt x="123655" y="168275"/>
                    <a:pt x="100182" y="168275"/>
                  </a:cubicBezTo>
                  <a:cubicBezTo>
                    <a:pt x="96270" y="168275"/>
                    <a:pt x="93662" y="165598"/>
                    <a:pt x="93662" y="161583"/>
                  </a:cubicBezTo>
                  <a:cubicBezTo>
                    <a:pt x="93662" y="161583"/>
                    <a:pt x="93662" y="161583"/>
                    <a:pt x="93662" y="106705"/>
                  </a:cubicBezTo>
                  <a:cubicBezTo>
                    <a:pt x="93662" y="102689"/>
                    <a:pt x="96270" y="100012"/>
                    <a:pt x="100182" y="100012"/>
                  </a:cubicBezTo>
                  <a:close/>
                  <a:moveTo>
                    <a:pt x="157332" y="77787"/>
                  </a:moveTo>
                  <a:cubicBezTo>
                    <a:pt x="157332" y="77787"/>
                    <a:pt x="157332" y="77787"/>
                    <a:pt x="180805" y="77787"/>
                  </a:cubicBezTo>
                  <a:cubicBezTo>
                    <a:pt x="184717" y="77787"/>
                    <a:pt x="187325" y="81779"/>
                    <a:pt x="187325" y="84441"/>
                  </a:cubicBezTo>
                  <a:cubicBezTo>
                    <a:pt x="187325" y="84441"/>
                    <a:pt x="187325" y="84441"/>
                    <a:pt x="187325" y="161622"/>
                  </a:cubicBezTo>
                  <a:cubicBezTo>
                    <a:pt x="187325" y="165614"/>
                    <a:pt x="184717" y="168275"/>
                    <a:pt x="180805" y="168275"/>
                  </a:cubicBezTo>
                  <a:cubicBezTo>
                    <a:pt x="180805" y="168275"/>
                    <a:pt x="180805" y="168275"/>
                    <a:pt x="157332" y="168275"/>
                  </a:cubicBezTo>
                  <a:cubicBezTo>
                    <a:pt x="153420" y="168275"/>
                    <a:pt x="150812" y="165614"/>
                    <a:pt x="150812" y="161622"/>
                  </a:cubicBezTo>
                  <a:cubicBezTo>
                    <a:pt x="150812" y="161622"/>
                    <a:pt x="150812" y="161622"/>
                    <a:pt x="150812" y="84441"/>
                  </a:cubicBezTo>
                  <a:cubicBezTo>
                    <a:pt x="150812" y="81779"/>
                    <a:pt x="153420" y="77787"/>
                    <a:pt x="157332" y="77787"/>
                  </a:cubicBezTo>
                  <a:close/>
                  <a:moveTo>
                    <a:pt x="216070" y="49212"/>
                  </a:moveTo>
                  <a:cubicBezTo>
                    <a:pt x="216070" y="49212"/>
                    <a:pt x="216070" y="49212"/>
                    <a:pt x="239543" y="49212"/>
                  </a:cubicBezTo>
                  <a:cubicBezTo>
                    <a:pt x="243455" y="49212"/>
                    <a:pt x="246063" y="51858"/>
                    <a:pt x="246063" y="55827"/>
                  </a:cubicBezTo>
                  <a:cubicBezTo>
                    <a:pt x="246063" y="55827"/>
                    <a:pt x="246063" y="55827"/>
                    <a:pt x="246063" y="161661"/>
                  </a:cubicBezTo>
                  <a:cubicBezTo>
                    <a:pt x="246063" y="165629"/>
                    <a:pt x="243455" y="168275"/>
                    <a:pt x="239543" y="168275"/>
                  </a:cubicBezTo>
                  <a:cubicBezTo>
                    <a:pt x="239543" y="168275"/>
                    <a:pt x="239543" y="168275"/>
                    <a:pt x="216070" y="168275"/>
                  </a:cubicBezTo>
                  <a:cubicBezTo>
                    <a:pt x="212158" y="168275"/>
                    <a:pt x="209550" y="165629"/>
                    <a:pt x="209550" y="161661"/>
                  </a:cubicBezTo>
                  <a:cubicBezTo>
                    <a:pt x="209550" y="161661"/>
                    <a:pt x="209550" y="161661"/>
                    <a:pt x="209550" y="55827"/>
                  </a:cubicBezTo>
                  <a:cubicBezTo>
                    <a:pt x="209550" y="51858"/>
                    <a:pt x="212158" y="49212"/>
                    <a:pt x="216070" y="49212"/>
                  </a:cubicBezTo>
                  <a:close/>
                  <a:moveTo>
                    <a:pt x="53428" y="22225"/>
                  </a:moveTo>
                  <a:cubicBezTo>
                    <a:pt x="52114" y="22225"/>
                    <a:pt x="50800" y="23541"/>
                    <a:pt x="50800" y="24858"/>
                  </a:cubicBezTo>
                  <a:lnTo>
                    <a:pt x="50800" y="182834"/>
                  </a:lnTo>
                  <a:cubicBezTo>
                    <a:pt x="50800" y="184150"/>
                    <a:pt x="52114" y="184150"/>
                    <a:pt x="53428" y="184150"/>
                  </a:cubicBezTo>
                  <a:cubicBezTo>
                    <a:pt x="53428" y="184150"/>
                    <a:pt x="53428" y="184150"/>
                    <a:pt x="284710" y="184150"/>
                  </a:cubicBezTo>
                  <a:cubicBezTo>
                    <a:pt x="286024" y="184150"/>
                    <a:pt x="287338" y="184150"/>
                    <a:pt x="287338" y="182834"/>
                  </a:cubicBezTo>
                  <a:cubicBezTo>
                    <a:pt x="287338" y="182834"/>
                    <a:pt x="287338" y="182834"/>
                    <a:pt x="287338" y="24858"/>
                  </a:cubicBezTo>
                  <a:cubicBezTo>
                    <a:pt x="287338" y="23541"/>
                    <a:pt x="286024" y="22225"/>
                    <a:pt x="284710" y="22225"/>
                  </a:cubicBezTo>
                  <a:cubicBezTo>
                    <a:pt x="284710" y="22225"/>
                    <a:pt x="284710" y="22225"/>
                    <a:pt x="53428" y="22225"/>
                  </a:cubicBezTo>
                  <a:close/>
                  <a:moveTo>
                    <a:pt x="53663" y="0"/>
                  </a:moveTo>
                  <a:cubicBezTo>
                    <a:pt x="53663" y="0"/>
                    <a:pt x="53663" y="0"/>
                    <a:pt x="286062" y="0"/>
                  </a:cubicBezTo>
                  <a:cubicBezTo>
                    <a:pt x="300587" y="0"/>
                    <a:pt x="311150" y="10530"/>
                    <a:pt x="311150" y="25008"/>
                  </a:cubicBezTo>
                  <a:cubicBezTo>
                    <a:pt x="311150" y="25008"/>
                    <a:pt x="311150" y="25008"/>
                    <a:pt x="311150" y="182955"/>
                  </a:cubicBezTo>
                  <a:cubicBezTo>
                    <a:pt x="311150" y="196117"/>
                    <a:pt x="300587" y="207963"/>
                    <a:pt x="286062" y="207963"/>
                  </a:cubicBezTo>
                  <a:cubicBezTo>
                    <a:pt x="286062" y="207963"/>
                    <a:pt x="286062" y="207963"/>
                    <a:pt x="53663" y="207963"/>
                  </a:cubicBezTo>
                  <a:cubicBezTo>
                    <a:pt x="39138" y="207963"/>
                    <a:pt x="28575" y="196117"/>
                    <a:pt x="28575" y="182955"/>
                  </a:cubicBezTo>
                  <a:cubicBezTo>
                    <a:pt x="28575" y="182955"/>
                    <a:pt x="28575" y="182955"/>
                    <a:pt x="28575" y="25008"/>
                  </a:cubicBezTo>
                  <a:cubicBezTo>
                    <a:pt x="28575" y="10530"/>
                    <a:pt x="39138" y="0"/>
                    <a:pt x="5366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cs typeface="+mn-ea"/>
                <a:sym typeface="+mn-lt"/>
              </a:endParaRPr>
            </a:p>
          </p:txBody>
        </p:sp>
        <p:sp>
          <p:nvSpPr>
            <p:cNvPr id="183" name="矩形 182"/>
            <p:cNvSpPr/>
            <p:nvPr/>
          </p:nvSpPr>
          <p:spPr>
            <a:xfrm>
              <a:off x="874713" y="5336417"/>
              <a:ext cx="1680920" cy="477907"/>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600" b="1" dirty="0">
                  <a:solidFill>
                    <a:schemeClr val="bg1"/>
                  </a:solidFill>
                  <a:latin typeface="+mn-lt"/>
                  <a:ea typeface="+mn-ea"/>
                  <a:cs typeface="+mn-ea"/>
                  <a:sym typeface="+mn-lt"/>
                </a:rPr>
                <a:t>指定赞助</a:t>
              </a:r>
            </a:p>
          </p:txBody>
        </p:sp>
        <p:sp>
          <p:nvSpPr>
            <p:cNvPr id="184" name="矩形 183"/>
            <p:cNvSpPr/>
            <p:nvPr/>
          </p:nvSpPr>
          <p:spPr>
            <a:xfrm>
              <a:off x="2885431" y="5277550"/>
              <a:ext cx="7590703" cy="71404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800" dirty="0">
                  <a:solidFill>
                    <a:schemeClr val="tx1">
                      <a:lumMod val="75000"/>
                      <a:lumOff val="25000"/>
                    </a:schemeClr>
                  </a:solidFill>
                  <a:latin typeface="+mn-lt"/>
                  <a:ea typeface="+mn-ea"/>
                  <a:cs typeface="+mn-ea"/>
                  <a:sym typeface="+mn-lt"/>
                </a:rPr>
                <a:t>此处添加详细文本描述，建议与标题相关并符合整体语言风格，语言描述尽量简洁生动。此处添加详细文本描述此处添加详细文本描述，建议与标题相关并符合整体语言风格，语言描述尽量简洁生动。此处添加详细文本描述</a:t>
              </a:r>
            </a:p>
            <a:p>
              <a:pPr algn="just">
                <a:lnSpc>
                  <a:spcPct val="120000"/>
                </a:lnSpc>
              </a:pPr>
              <a:endParaRPr lang="zh-CN" altLang="en-US" sz="800" dirty="0">
                <a:solidFill>
                  <a:schemeClr val="tx1">
                    <a:lumMod val="75000"/>
                    <a:lumOff val="25000"/>
                  </a:schemeClr>
                </a:solidFill>
                <a:latin typeface="+mn-lt"/>
                <a:ea typeface="+mn-ea"/>
                <a:cs typeface="+mn-ea"/>
                <a:sym typeface="+mn-lt"/>
              </a:endParaRPr>
            </a:p>
          </p:txBody>
        </p:sp>
      </p:grpSp>
      <p:grpSp>
        <p:nvGrpSpPr>
          <p:cNvPr id="2" name="组合 1">
            <a:extLst>
              <a:ext uri="{FF2B5EF4-FFF2-40B4-BE49-F238E27FC236}">
                <a16:creationId xmlns:a16="http://schemas.microsoft.com/office/drawing/2014/main" id="{E02B91A4-91CF-5D23-CDFF-8A7EDA96738F}"/>
              </a:ext>
            </a:extLst>
          </p:cNvPr>
          <p:cNvGrpSpPr/>
          <p:nvPr/>
        </p:nvGrpSpPr>
        <p:grpSpPr>
          <a:xfrm>
            <a:off x="4743338" y="31526"/>
            <a:ext cx="4356770" cy="488896"/>
            <a:chOff x="5295273" y="122395"/>
            <a:chExt cx="3946796" cy="355983"/>
          </a:xfrm>
          <a:gradFill flip="none" rotWithShape="1">
            <a:gsLst>
              <a:gs pos="74000">
                <a:schemeClr val="accent2">
                  <a:lumMod val="75000"/>
                </a:schemeClr>
              </a:gs>
              <a:gs pos="100000">
                <a:schemeClr val="bg1">
                  <a:lumMod val="95000"/>
                </a:schemeClr>
              </a:gs>
            </a:gsLst>
            <a:path path="circle">
              <a:fillToRect l="50000" t="130000" r="50000" b="-30000"/>
            </a:path>
            <a:tileRect/>
          </a:gradFill>
        </p:grpSpPr>
        <p:sp>
          <p:nvSpPr>
            <p:cNvPr id="3" name="矩形 2">
              <a:extLst>
                <a:ext uri="{FF2B5EF4-FFF2-40B4-BE49-F238E27FC236}">
                  <a16:creationId xmlns:a16="http://schemas.microsoft.com/office/drawing/2014/main" id="{E2ED68C9-FEC5-3021-862C-E7EB87A49C28}"/>
                </a:ext>
              </a:extLst>
            </p:cNvPr>
            <p:cNvSpPr/>
            <p:nvPr/>
          </p:nvSpPr>
          <p:spPr>
            <a:xfrm>
              <a:off x="5295273" y="122395"/>
              <a:ext cx="3946796" cy="35598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dirty="0">
                <a:solidFill>
                  <a:schemeClr val="bg1"/>
                </a:solidFill>
                <a:highlight>
                  <a:srgbClr val="FFFF00"/>
                </a:highlight>
                <a:sym typeface="+mn-ea"/>
              </a:endParaRPr>
            </a:p>
          </p:txBody>
        </p:sp>
        <p:pic>
          <p:nvPicPr>
            <p:cNvPr id="4" name="图片 3">
              <a:extLst>
                <a:ext uri="{FF2B5EF4-FFF2-40B4-BE49-F238E27FC236}">
                  <a16:creationId xmlns:a16="http://schemas.microsoft.com/office/drawing/2014/main" id="{F999329E-2D74-30A4-3EEE-FB9FEFE5796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54218" y="140450"/>
              <a:ext cx="1819100" cy="337927"/>
            </a:xfrm>
            <a:prstGeom prst="rect">
              <a:avLst/>
            </a:prstGeom>
            <a:grpFill/>
            <a:effectLst/>
          </p:spPr>
        </p:pic>
        <p:sp>
          <p:nvSpPr>
            <p:cNvPr id="5" name="TextBox 7">
              <a:extLst>
                <a:ext uri="{FF2B5EF4-FFF2-40B4-BE49-F238E27FC236}">
                  <a16:creationId xmlns:a16="http://schemas.microsoft.com/office/drawing/2014/main" id="{310C1BBE-0CED-203A-5E83-C45531134BE8}"/>
                </a:ext>
              </a:extLst>
            </p:cNvPr>
            <p:cNvSpPr txBox="1"/>
            <p:nvPr/>
          </p:nvSpPr>
          <p:spPr>
            <a:xfrm>
              <a:off x="7432262" y="186156"/>
              <a:ext cx="1648958" cy="246514"/>
            </a:xfrm>
            <a:prstGeom prst="rect">
              <a:avLst/>
            </a:prstGeom>
            <a:grpFill/>
          </p:spPr>
          <p:txBody>
            <a:bodyPr wrap="square" rtlCol="0">
              <a:spAutoFit/>
            </a:bodyPr>
            <a:lstStyle/>
            <a:p>
              <a:r>
                <a:rPr lang="en-US" altLang="zh-CN" sz="1600" b="1" dirty="0">
                  <a:solidFill>
                    <a:schemeClr val="bg1"/>
                  </a:solidFill>
                  <a:latin typeface="微软雅黑" panose="020B0503020204020204" charset="-122"/>
                  <a:ea typeface="微软雅黑" panose="020B0503020204020204" charset="-122"/>
                </a:rPr>
                <a:t>|   </a:t>
              </a:r>
              <a:r>
                <a:rPr lang="zh-CN" altLang="en-US" sz="1600" b="1" dirty="0">
                  <a:solidFill>
                    <a:schemeClr val="bg1"/>
                  </a:solidFill>
                  <a:latin typeface="微软雅黑" panose="020B0503020204020204" charset="-122"/>
                  <a:ea typeface="微软雅黑" panose="020B0503020204020204" charset="-122"/>
                </a:rPr>
                <a:t>南部一组部门</a:t>
              </a:r>
            </a:p>
          </p:txBody>
        </p:sp>
      </p:grpSp>
    </p:spTree>
    <p:extLst>
      <p:ext uri="{BB962C8B-B14F-4D97-AF65-F5344CB8AC3E}">
        <p14:creationId xmlns:p14="http://schemas.microsoft.com/office/powerpoint/2010/main" val="335307643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57"/>
                                        </p:tgtEl>
                                        <p:attrNameLst>
                                          <p:attrName>style.visibility</p:attrName>
                                        </p:attrNameLst>
                                      </p:cBhvr>
                                      <p:to>
                                        <p:strVal val="visible"/>
                                      </p:to>
                                    </p:set>
                                    <p:anim calcmode="lin" valueType="num">
                                      <p:cBhvr additive="base">
                                        <p:cTn id="7" dur="500" fill="hold"/>
                                        <p:tgtEl>
                                          <p:spTgt spid="157"/>
                                        </p:tgtEl>
                                        <p:attrNameLst>
                                          <p:attrName>ppt_x</p:attrName>
                                        </p:attrNameLst>
                                      </p:cBhvr>
                                      <p:tavLst>
                                        <p:tav tm="0">
                                          <p:val>
                                            <p:strVal val="1+#ppt_w/2"/>
                                          </p:val>
                                        </p:tav>
                                        <p:tav tm="100000">
                                          <p:val>
                                            <p:strVal val="#ppt_x"/>
                                          </p:val>
                                        </p:tav>
                                      </p:tavLst>
                                    </p:anim>
                                    <p:anim calcmode="lin" valueType="num">
                                      <p:cBhvr additive="base">
                                        <p:cTn id="8" dur="500" fill="hold"/>
                                        <p:tgtEl>
                                          <p:spTgt spid="15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71"/>
                                        </p:tgtEl>
                                        <p:attrNameLst>
                                          <p:attrName>style.visibility</p:attrName>
                                        </p:attrNameLst>
                                      </p:cBhvr>
                                      <p:to>
                                        <p:strVal val="visible"/>
                                      </p:to>
                                    </p:set>
                                    <p:anim calcmode="lin" valueType="num">
                                      <p:cBhvr additive="base">
                                        <p:cTn id="11" dur="500" fill="hold"/>
                                        <p:tgtEl>
                                          <p:spTgt spid="171"/>
                                        </p:tgtEl>
                                        <p:attrNameLst>
                                          <p:attrName>ppt_x</p:attrName>
                                        </p:attrNameLst>
                                      </p:cBhvr>
                                      <p:tavLst>
                                        <p:tav tm="0">
                                          <p:val>
                                            <p:strVal val="1+#ppt_w/2"/>
                                          </p:val>
                                        </p:tav>
                                        <p:tav tm="100000">
                                          <p:val>
                                            <p:strVal val="#ppt_x"/>
                                          </p:val>
                                        </p:tav>
                                      </p:tavLst>
                                    </p:anim>
                                    <p:anim calcmode="lin" valueType="num">
                                      <p:cBhvr additive="base">
                                        <p:cTn id="12" dur="500" fill="hold"/>
                                        <p:tgtEl>
                                          <p:spTgt spid="171"/>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64"/>
                                        </p:tgtEl>
                                        <p:attrNameLst>
                                          <p:attrName>style.visibility</p:attrName>
                                        </p:attrNameLst>
                                      </p:cBhvr>
                                      <p:to>
                                        <p:strVal val="visible"/>
                                      </p:to>
                                    </p:set>
                                    <p:anim calcmode="lin" valueType="num">
                                      <p:cBhvr additive="base">
                                        <p:cTn id="15" dur="500" fill="hold"/>
                                        <p:tgtEl>
                                          <p:spTgt spid="164"/>
                                        </p:tgtEl>
                                        <p:attrNameLst>
                                          <p:attrName>ppt_x</p:attrName>
                                        </p:attrNameLst>
                                      </p:cBhvr>
                                      <p:tavLst>
                                        <p:tav tm="0">
                                          <p:val>
                                            <p:strVal val="0-#ppt_w/2"/>
                                          </p:val>
                                        </p:tav>
                                        <p:tav tm="100000">
                                          <p:val>
                                            <p:strVal val="#ppt_x"/>
                                          </p:val>
                                        </p:tav>
                                      </p:tavLst>
                                    </p:anim>
                                    <p:anim calcmode="lin" valueType="num">
                                      <p:cBhvr additive="base">
                                        <p:cTn id="16" dur="500" fill="hold"/>
                                        <p:tgtEl>
                                          <p:spTgt spid="164"/>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178"/>
                                        </p:tgtEl>
                                        <p:attrNameLst>
                                          <p:attrName>style.visibility</p:attrName>
                                        </p:attrNameLst>
                                      </p:cBhvr>
                                      <p:to>
                                        <p:strVal val="visible"/>
                                      </p:to>
                                    </p:set>
                                    <p:anim calcmode="lin" valueType="num">
                                      <p:cBhvr additive="base">
                                        <p:cTn id="19" dur="500" fill="hold"/>
                                        <p:tgtEl>
                                          <p:spTgt spid="178"/>
                                        </p:tgtEl>
                                        <p:attrNameLst>
                                          <p:attrName>ppt_x</p:attrName>
                                        </p:attrNameLst>
                                      </p:cBhvr>
                                      <p:tavLst>
                                        <p:tav tm="0">
                                          <p:val>
                                            <p:strVal val="0-#ppt_w/2"/>
                                          </p:val>
                                        </p:tav>
                                        <p:tav tm="100000">
                                          <p:val>
                                            <p:strVal val="#ppt_x"/>
                                          </p:val>
                                        </p:tav>
                                      </p:tavLst>
                                    </p:anim>
                                    <p:anim calcmode="lin" valueType="num">
                                      <p:cBhvr additive="base">
                                        <p:cTn id="20" dur="500" fill="hold"/>
                                        <p:tgtEl>
                                          <p:spTgt spid="1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椭圆 22"/>
          <p:cNvSpPr/>
          <p:nvPr/>
        </p:nvSpPr>
        <p:spPr>
          <a:xfrm>
            <a:off x="837257" y="1010733"/>
            <a:ext cx="2981690" cy="2981690"/>
          </a:xfrm>
          <a:prstGeom prst="ellipse">
            <a:avLst/>
          </a:prstGeom>
          <a:blipFill dpi="0" rotWithShape="1">
            <a:blip r:embed="rId4" cstate="print">
              <a:extLst>
                <a:ext uri="{28A0092B-C50C-407E-A947-70E740481C1C}">
                  <a14:useLocalDpi xmlns:a14="http://schemas.microsoft.com/office/drawing/2010/main" val="0"/>
                </a:ext>
              </a:extLst>
            </a:blip>
            <a:srcRect/>
            <a:stretch>
              <a:fillRect r="-18344"/>
            </a:stretch>
          </a:blipFill>
          <a:ln w="9525" cap="flat" cmpd="sng" algn="ctr">
            <a:solidFill>
              <a:sysClr val="window" lastClr="FFFFFF">
                <a:lumMod val="75000"/>
              </a:sysClr>
            </a:solidFill>
            <a:prstDash val="solid"/>
          </a:ln>
          <a:effectLst/>
        </p:spPr>
        <p:txBody>
          <a:bodyPr rtlCol="0" anchor="ctr"/>
          <a:lstStyle/>
          <a:p>
            <a:pPr algn="ctr" fontAlgn="auto">
              <a:spcBef>
                <a:spcPts val="0"/>
              </a:spcBef>
              <a:spcAft>
                <a:spcPts val="0"/>
              </a:spcAft>
              <a:defRPr/>
            </a:pPr>
            <a:endParaRPr lang="zh-CN" altLang="en-US" kern="0">
              <a:solidFill>
                <a:sysClr val="window" lastClr="FFFFFF"/>
              </a:solidFill>
              <a:latin typeface="+mn-lt"/>
              <a:ea typeface="+mn-ea"/>
              <a:cs typeface="+mn-ea"/>
              <a:sym typeface="+mn-lt"/>
            </a:endParaRPr>
          </a:p>
        </p:txBody>
      </p:sp>
      <p:pic>
        <p:nvPicPr>
          <p:cNvPr id="44" name="图片 4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93618" y="0"/>
            <a:ext cx="2851970" cy="5145088"/>
          </a:xfrm>
          <a:prstGeom prst="rect">
            <a:avLst/>
          </a:prstGeom>
        </p:spPr>
      </p:pic>
      <p:sp>
        <p:nvSpPr>
          <p:cNvPr id="24" name="矩形 23"/>
          <p:cNvSpPr/>
          <p:nvPr/>
        </p:nvSpPr>
        <p:spPr>
          <a:xfrm>
            <a:off x="1956089" y="1748471"/>
            <a:ext cx="2019546" cy="1431161"/>
          </a:xfrm>
          <a:prstGeom prst="rect">
            <a:avLst/>
          </a:prstGeom>
        </p:spPr>
        <p:txBody>
          <a:bodyPr wrap="square">
            <a:spAutoFit/>
          </a:bodyPr>
          <a:lstStyle/>
          <a:p>
            <a:pPr algn="ctr" fontAlgn="auto">
              <a:spcBef>
                <a:spcPts val="0"/>
              </a:spcBef>
              <a:spcAft>
                <a:spcPts val="0"/>
              </a:spcAft>
              <a:defRPr/>
            </a:pPr>
            <a:r>
              <a:rPr lang="en-US" altLang="zh-CN" sz="8700" kern="0" dirty="0">
                <a:solidFill>
                  <a:srgbClr val="C80A2A"/>
                </a:solidFill>
                <a:latin typeface="+mn-lt"/>
                <a:ea typeface="+mn-ea"/>
                <a:cs typeface="+mn-ea"/>
                <a:sym typeface="+mn-lt"/>
              </a:rPr>
              <a:t>04</a:t>
            </a:r>
            <a:endParaRPr lang="zh-CN" altLang="en-US" sz="8700" kern="0" dirty="0">
              <a:solidFill>
                <a:srgbClr val="C80A2A"/>
              </a:solidFill>
              <a:latin typeface="+mn-lt"/>
              <a:ea typeface="+mn-ea"/>
              <a:cs typeface="+mn-ea"/>
              <a:sym typeface="+mn-lt"/>
            </a:endParaRPr>
          </a:p>
        </p:txBody>
      </p:sp>
      <p:sp>
        <p:nvSpPr>
          <p:cNvPr id="25" name="矩形 24"/>
          <p:cNvSpPr/>
          <p:nvPr/>
        </p:nvSpPr>
        <p:spPr>
          <a:xfrm>
            <a:off x="1126825" y="2315536"/>
            <a:ext cx="1202894" cy="553998"/>
          </a:xfrm>
          <a:prstGeom prst="rect">
            <a:avLst/>
          </a:prstGeom>
        </p:spPr>
        <p:txBody>
          <a:bodyPr wrap="none">
            <a:spAutoFit/>
            <a:scene3d>
              <a:camera prst="orthographicFront"/>
              <a:lightRig rig="threePt" dir="t"/>
            </a:scene3d>
            <a:sp3d contourW="12700"/>
          </a:bodyPr>
          <a:lstStyle/>
          <a:p>
            <a:pPr algn="r" fontAlgn="auto">
              <a:spcBef>
                <a:spcPts val="0"/>
              </a:spcBef>
              <a:spcAft>
                <a:spcPts val="0"/>
              </a:spcAft>
            </a:pPr>
            <a:r>
              <a:rPr lang="en-US" altLang="zh-CN" sz="3000" b="1" dirty="0">
                <a:solidFill>
                  <a:srgbClr val="000000">
                    <a:lumMod val="75000"/>
                    <a:lumOff val="25000"/>
                  </a:srgbClr>
                </a:solidFill>
                <a:latin typeface="+mn-lt"/>
                <a:ea typeface="+mn-ea"/>
                <a:cs typeface="+mn-ea"/>
                <a:sym typeface="+mn-lt"/>
              </a:rPr>
              <a:t>PART</a:t>
            </a:r>
            <a:endParaRPr lang="zh-CN" altLang="en-US" sz="3000" b="1" dirty="0">
              <a:solidFill>
                <a:srgbClr val="000000">
                  <a:lumMod val="75000"/>
                  <a:lumOff val="25000"/>
                </a:srgbClr>
              </a:solidFill>
              <a:latin typeface="+mn-lt"/>
              <a:ea typeface="+mn-ea"/>
              <a:cs typeface="+mn-ea"/>
              <a:sym typeface="+mn-lt"/>
            </a:endParaRPr>
          </a:p>
        </p:txBody>
      </p:sp>
      <p:sp>
        <p:nvSpPr>
          <p:cNvPr id="26" name="矩形 25"/>
          <p:cNvSpPr/>
          <p:nvPr/>
        </p:nvSpPr>
        <p:spPr>
          <a:xfrm>
            <a:off x="3996730" y="2068488"/>
            <a:ext cx="3858985" cy="707886"/>
          </a:xfrm>
          <a:prstGeom prst="rect">
            <a:avLst/>
          </a:prstGeom>
        </p:spPr>
        <p:txBody>
          <a:bodyPr wrap="square">
            <a:spAutoFit/>
          </a:bodyPr>
          <a:lstStyle/>
          <a:p>
            <a:pPr fontAlgn="auto">
              <a:spcBef>
                <a:spcPts val="0"/>
              </a:spcBef>
              <a:spcAft>
                <a:spcPts val="0"/>
              </a:spcAft>
              <a:defRPr/>
            </a:pPr>
            <a:r>
              <a:rPr lang="zh-CN" altLang="en-US" sz="4000" kern="0" dirty="0">
                <a:solidFill>
                  <a:srgbClr val="C80A2A"/>
                </a:solidFill>
                <a:latin typeface="+mn-lt"/>
                <a:ea typeface="+mn-ea"/>
                <a:cs typeface="+mn-ea"/>
                <a:sym typeface="+mn-lt"/>
              </a:rPr>
              <a:t>自我评价</a:t>
            </a:r>
          </a:p>
        </p:txBody>
      </p:sp>
    </p:spTree>
    <p:extLst>
      <p:ext uri="{BB962C8B-B14F-4D97-AF65-F5344CB8AC3E}">
        <p14:creationId xmlns:p14="http://schemas.microsoft.com/office/powerpoint/2010/main" val="363099947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heel(1)">
                                      <p:cBhvr>
                                        <p:cTn id="11" dur="500"/>
                                        <p:tgtEl>
                                          <p:spTgt spid="23"/>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p:cTn id="15" dur="500" fill="hold"/>
                                        <p:tgtEl>
                                          <p:spTgt spid="24"/>
                                        </p:tgtEl>
                                        <p:attrNameLst>
                                          <p:attrName>ppt_w</p:attrName>
                                        </p:attrNameLst>
                                      </p:cBhvr>
                                      <p:tavLst>
                                        <p:tav tm="0">
                                          <p:val>
                                            <p:fltVal val="0"/>
                                          </p:val>
                                        </p:tav>
                                        <p:tav tm="100000">
                                          <p:val>
                                            <p:strVal val="#ppt_w"/>
                                          </p:val>
                                        </p:tav>
                                      </p:tavLst>
                                    </p:anim>
                                    <p:anim calcmode="lin" valueType="num">
                                      <p:cBhvr>
                                        <p:cTn id="16" dur="500" fill="hold"/>
                                        <p:tgtEl>
                                          <p:spTgt spid="24"/>
                                        </p:tgtEl>
                                        <p:attrNameLst>
                                          <p:attrName>ppt_h</p:attrName>
                                        </p:attrNameLst>
                                      </p:cBhvr>
                                      <p:tavLst>
                                        <p:tav tm="0">
                                          <p:val>
                                            <p:fltVal val="0"/>
                                          </p:val>
                                        </p:tav>
                                        <p:tav tm="100000">
                                          <p:val>
                                            <p:strVal val="#ppt_h"/>
                                          </p:val>
                                        </p:tav>
                                      </p:tavLst>
                                    </p:anim>
                                    <p:animEffect transition="in" filter="fade">
                                      <p:cBhvr>
                                        <p:cTn id="17" dur="500"/>
                                        <p:tgtEl>
                                          <p:spTgt spid="24"/>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p:cTn id="20" dur="500" fill="hold"/>
                                        <p:tgtEl>
                                          <p:spTgt spid="25"/>
                                        </p:tgtEl>
                                        <p:attrNameLst>
                                          <p:attrName>ppt_w</p:attrName>
                                        </p:attrNameLst>
                                      </p:cBhvr>
                                      <p:tavLst>
                                        <p:tav tm="0">
                                          <p:val>
                                            <p:fltVal val="0"/>
                                          </p:val>
                                        </p:tav>
                                        <p:tav tm="100000">
                                          <p:val>
                                            <p:strVal val="#ppt_w"/>
                                          </p:val>
                                        </p:tav>
                                      </p:tavLst>
                                    </p:anim>
                                    <p:anim calcmode="lin" valueType="num">
                                      <p:cBhvr>
                                        <p:cTn id="21" dur="500" fill="hold"/>
                                        <p:tgtEl>
                                          <p:spTgt spid="25"/>
                                        </p:tgtEl>
                                        <p:attrNameLst>
                                          <p:attrName>ppt_h</p:attrName>
                                        </p:attrNameLst>
                                      </p:cBhvr>
                                      <p:tavLst>
                                        <p:tav tm="0">
                                          <p:val>
                                            <p:fltVal val="0"/>
                                          </p:val>
                                        </p:tav>
                                        <p:tav tm="100000">
                                          <p:val>
                                            <p:strVal val="#ppt_h"/>
                                          </p:val>
                                        </p:tav>
                                      </p:tavLst>
                                    </p:anim>
                                    <p:animEffect transition="in" filter="fade">
                                      <p:cBhvr>
                                        <p:cTn id="22" dur="500"/>
                                        <p:tgtEl>
                                          <p:spTgt spid="25"/>
                                        </p:tgtEl>
                                      </p:cBhvr>
                                    </p:animEffect>
                                  </p:childTnLst>
                                </p:cTn>
                              </p:par>
                            </p:childTnLst>
                          </p:cTn>
                        </p:par>
                        <p:par>
                          <p:cTn id="23" fill="hold">
                            <p:stCondLst>
                              <p:cond delay="1500"/>
                            </p:stCondLst>
                            <p:childTnLst>
                              <p:par>
                                <p:cTn id="24" presetID="53" presetClass="entr" presetSubtype="16" fill="hold" grpId="0" nodeType="afterEffect">
                                  <p:stCondLst>
                                    <p:cond delay="0"/>
                                  </p:stCondLst>
                                  <p:iterate type="lt">
                                    <p:tmPct val="10000"/>
                                  </p:iterate>
                                  <p:childTnLst>
                                    <p:set>
                                      <p:cBhvr>
                                        <p:cTn id="25" dur="1" fill="hold">
                                          <p:stCondLst>
                                            <p:cond delay="0"/>
                                          </p:stCondLst>
                                        </p:cTn>
                                        <p:tgtEl>
                                          <p:spTgt spid="26"/>
                                        </p:tgtEl>
                                        <p:attrNameLst>
                                          <p:attrName>style.visibility</p:attrName>
                                        </p:attrNameLst>
                                      </p:cBhvr>
                                      <p:to>
                                        <p:strVal val="visible"/>
                                      </p:to>
                                    </p:set>
                                    <p:anim calcmode="lin" valueType="num">
                                      <p:cBhvr>
                                        <p:cTn id="26" dur="500" fill="hold"/>
                                        <p:tgtEl>
                                          <p:spTgt spid="26"/>
                                        </p:tgtEl>
                                        <p:attrNameLst>
                                          <p:attrName>ppt_w</p:attrName>
                                        </p:attrNameLst>
                                      </p:cBhvr>
                                      <p:tavLst>
                                        <p:tav tm="0">
                                          <p:val>
                                            <p:fltVal val="0"/>
                                          </p:val>
                                        </p:tav>
                                        <p:tav tm="100000">
                                          <p:val>
                                            <p:strVal val="#ppt_w"/>
                                          </p:val>
                                        </p:tav>
                                      </p:tavLst>
                                    </p:anim>
                                    <p:anim calcmode="lin" valueType="num">
                                      <p:cBhvr>
                                        <p:cTn id="27" dur="500" fill="hold"/>
                                        <p:tgtEl>
                                          <p:spTgt spid="26"/>
                                        </p:tgtEl>
                                        <p:attrNameLst>
                                          <p:attrName>ppt_h</p:attrName>
                                        </p:attrNameLst>
                                      </p:cBhvr>
                                      <p:tavLst>
                                        <p:tav tm="0">
                                          <p:val>
                                            <p:fltVal val="0"/>
                                          </p:val>
                                        </p:tav>
                                        <p:tav tm="100000">
                                          <p:val>
                                            <p:strVal val="#ppt_h"/>
                                          </p:val>
                                        </p:tav>
                                      </p:tavLst>
                                    </p:anim>
                                    <p:animEffect transition="in" filter="fade">
                                      <p:cBhvr>
                                        <p:cTn id="2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5" grpId="0"/>
      <p:bldP spid="2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自我评价</a:t>
            </a:r>
          </a:p>
        </p:txBody>
      </p:sp>
      <p:sp>
        <p:nvSpPr>
          <p:cNvPr id="146" name="弧形 145"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5D89B0E0-9625-4AD6-B2CF-3FBF118B0DE5}"/>
              </a:ext>
            </a:extLst>
          </p:cNvPr>
          <p:cNvSpPr/>
          <p:nvPr/>
        </p:nvSpPr>
        <p:spPr>
          <a:xfrm rot="17853777">
            <a:off x="571606" y="1965072"/>
            <a:ext cx="2736950" cy="2966442"/>
          </a:xfrm>
          <a:prstGeom prst="arc">
            <a:avLst>
              <a:gd name="adj1" fmla="val 16200000"/>
              <a:gd name="adj2" fmla="val 5866389"/>
            </a:avLst>
          </a:prstGeom>
          <a:ln>
            <a:solidFill>
              <a:srgbClr val="7B7C81">
                <a:alpha val="53000"/>
              </a:srgb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760">
              <a:cs typeface="+mn-ea"/>
              <a:sym typeface="+mn-lt"/>
            </a:endParaRPr>
          </a:p>
        </p:txBody>
      </p:sp>
      <p:sp>
        <p:nvSpPr>
          <p:cNvPr id="147" name="弧形 146"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A7940A26-921E-4A08-ADD5-50A12C071B47}"/>
              </a:ext>
            </a:extLst>
          </p:cNvPr>
          <p:cNvSpPr/>
          <p:nvPr/>
        </p:nvSpPr>
        <p:spPr>
          <a:xfrm rot="17853777">
            <a:off x="751176" y="2070165"/>
            <a:ext cx="2736949" cy="2966442"/>
          </a:xfrm>
          <a:prstGeom prst="arc">
            <a:avLst>
              <a:gd name="adj1" fmla="val 16200000"/>
              <a:gd name="adj2" fmla="val 5866389"/>
            </a:avLst>
          </a:prstGeom>
          <a:ln>
            <a:solidFill>
              <a:srgbClr val="7B7C81">
                <a:alpha val="53000"/>
              </a:srgb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760">
              <a:cs typeface="+mn-ea"/>
              <a:sym typeface="+mn-lt"/>
            </a:endParaRPr>
          </a:p>
        </p:txBody>
      </p:sp>
      <p:sp>
        <p:nvSpPr>
          <p:cNvPr id="148" name="椭圆 147"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84357290-E79F-445E-89FC-7D299AB46C1A}"/>
              </a:ext>
            </a:extLst>
          </p:cNvPr>
          <p:cNvSpPr/>
          <p:nvPr/>
        </p:nvSpPr>
        <p:spPr>
          <a:xfrm rot="19609735">
            <a:off x="3269063" y="2735518"/>
            <a:ext cx="115193" cy="115193"/>
          </a:xfrm>
          <a:prstGeom prst="ellipse">
            <a:avLst/>
          </a:prstGeom>
          <a:solidFill>
            <a:srgbClr val="D8783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60">
              <a:cs typeface="+mn-ea"/>
              <a:sym typeface="+mn-lt"/>
            </a:endParaRPr>
          </a:p>
        </p:txBody>
      </p:sp>
      <p:sp>
        <p:nvSpPr>
          <p:cNvPr id="149" name="椭圆 148"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A714F5C3-0F29-4FAA-956B-3ADA7B3AEA5C}"/>
              </a:ext>
            </a:extLst>
          </p:cNvPr>
          <p:cNvSpPr/>
          <p:nvPr/>
        </p:nvSpPr>
        <p:spPr>
          <a:xfrm rot="19609735">
            <a:off x="3297330" y="3667478"/>
            <a:ext cx="116086" cy="115193"/>
          </a:xfrm>
          <a:prstGeom prst="ellipse">
            <a:avLst/>
          </a:prstGeom>
          <a:solidFill>
            <a:srgbClr val="2297C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60">
              <a:cs typeface="+mn-ea"/>
              <a:sym typeface="+mn-lt"/>
            </a:endParaRPr>
          </a:p>
        </p:txBody>
      </p:sp>
      <p:sp>
        <p:nvSpPr>
          <p:cNvPr id="150" name="弧形 149"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C5774DAE-AD4E-450D-A79A-6047F13EC0C6}"/>
              </a:ext>
            </a:extLst>
          </p:cNvPr>
          <p:cNvSpPr/>
          <p:nvPr/>
        </p:nvSpPr>
        <p:spPr>
          <a:xfrm rot="17853777">
            <a:off x="895512" y="1823547"/>
            <a:ext cx="2736949" cy="2966442"/>
          </a:xfrm>
          <a:prstGeom prst="arc">
            <a:avLst>
              <a:gd name="adj1" fmla="val 16200000"/>
              <a:gd name="adj2" fmla="val 5866389"/>
            </a:avLst>
          </a:prstGeom>
          <a:ln>
            <a:solidFill>
              <a:srgbClr val="7B7C81">
                <a:alpha val="53000"/>
              </a:srgb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760">
              <a:cs typeface="+mn-ea"/>
              <a:sym typeface="+mn-lt"/>
            </a:endParaRPr>
          </a:p>
        </p:txBody>
      </p:sp>
      <p:grpSp>
        <p:nvGrpSpPr>
          <p:cNvPr id="151" name="组合 150">
            <a:extLst>
              <a:ext uri="{FF2B5EF4-FFF2-40B4-BE49-F238E27FC236}">
                <a16:creationId xmlns:a16="http://schemas.microsoft.com/office/drawing/2014/main" id="{5E1AB310-9546-49EB-B3EE-C768F6A97454}"/>
              </a:ext>
            </a:extLst>
          </p:cNvPr>
          <p:cNvGrpSpPr/>
          <p:nvPr/>
        </p:nvGrpSpPr>
        <p:grpSpPr>
          <a:xfrm>
            <a:off x="4478721" y="2205315"/>
            <a:ext cx="3933039" cy="904560"/>
            <a:chOff x="8904288" y="2710943"/>
            <a:chExt cx="2717800" cy="1608107"/>
          </a:xfrm>
        </p:grpSpPr>
        <p:sp>
          <p:nvSpPr>
            <p:cNvPr id="152" name="MH_SubTitle_1"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9479D2C1-10CD-4833-81D5-5EA32CD2A693}"/>
                </a:ext>
              </a:extLst>
            </p:cNvPr>
            <p:cNvSpPr txBox="1">
              <a:spLocks noChangeArrowheads="1"/>
            </p:cNvSpPr>
            <p:nvPr>
              <p:custDataLst>
                <p:tags r:id="rId5"/>
              </p:custDataLst>
            </p:nvPr>
          </p:nvSpPr>
          <p:spPr bwMode="auto">
            <a:xfrm>
              <a:off x="8964678" y="2710943"/>
              <a:ext cx="228038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defPPr>
                <a:defRPr lang="zh-CN"/>
              </a:defPPr>
              <a:lvl1pPr eaLnBrk="1" hangingPunct="1">
                <a:defRPr sz="1700">
                  <a:solidFill>
                    <a:srgbClr val="C80A2A"/>
                  </a:solidFill>
                  <a:latin typeface="方正细圆简体" panose="03000509000000000000" pitchFamily="65" charset="-122"/>
                  <a:ea typeface="方正细圆简体" panose="03000509000000000000" pitchFamily="65" charset="-122"/>
                </a:defRPr>
              </a:lvl1pPr>
              <a:lvl2pPr marL="742950" indent="-285750" eaLnBrk="0" hangingPunct="0">
                <a:defRPr>
                  <a:ea typeface="宋体" panose="02010600030101010101" pitchFamily="2" charset="-122"/>
                </a:defRPr>
              </a:lvl2pPr>
              <a:lvl3pPr marL="1143000" indent="-228600" eaLnBrk="0" hangingPunct="0">
                <a:defRPr>
                  <a:ea typeface="宋体" panose="02010600030101010101" pitchFamily="2" charset="-122"/>
                </a:defRPr>
              </a:lvl3pPr>
              <a:lvl4pPr marL="1600200" indent="-228600" eaLnBrk="0" hangingPunct="0">
                <a:defRPr>
                  <a:ea typeface="宋体" panose="02010600030101010101" pitchFamily="2" charset="-122"/>
                </a:defRPr>
              </a:lvl4pPr>
              <a:lvl5pPr marL="2057400" indent="-228600" eaLnBrk="0" hangingPunct="0">
                <a:defRPr>
                  <a:ea typeface="宋体" panose="02010600030101010101" pitchFamily="2" charset="-122"/>
                </a:defRPr>
              </a:lvl5pPr>
              <a:lvl6pPr marL="2514600" indent="-228600" eaLnBrk="0" fontAlgn="base" hangingPunct="0">
                <a:spcBef>
                  <a:spcPct val="0"/>
                </a:spcBef>
                <a:spcAft>
                  <a:spcPct val="0"/>
                </a:spcAft>
                <a:defRPr>
                  <a:ea typeface="宋体" panose="02010600030101010101" pitchFamily="2" charset="-122"/>
                </a:defRPr>
              </a:lvl6pPr>
              <a:lvl7pPr marL="2971800" indent="-228600" eaLnBrk="0" fontAlgn="base" hangingPunct="0">
                <a:spcBef>
                  <a:spcPct val="0"/>
                </a:spcBef>
                <a:spcAft>
                  <a:spcPct val="0"/>
                </a:spcAft>
                <a:defRPr>
                  <a:ea typeface="宋体" panose="02010600030101010101" pitchFamily="2" charset="-122"/>
                </a:defRPr>
              </a:lvl7pPr>
              <a:lvl8pPr marL="3429000" indent="-228600" eaLnBrk="0" fontAlgn="base" hangingPunct="0">
                <a:spcBef>
                  <a:spcPct val="0"/>
                </a:spcBef>
                <a:spcAft>
                  <a:spcPct val="0"/>
                </a:spcAft>
                <a:defRPr>
                  <a:ea typeface="宋体" panose="02010600030101010101" pitchFamily="2" charset="-122"/>
                </a:defRPr>
              </a:lvl8pPr>
              <a:lvl9pPr marL="3886200" indent="-228600" eaLnBrk="0" fontAlgn="base" hangingPunct="0">
                <a:spcBef>
                  <a:spcPct val="0"/>
                </a:spcBef>
                <a:spcAft>
                  <a:spcPct val="0"/>
                </a:spcAft>
                <a:defRPr>
                  <a:ea typeface="宋体" panose="02010600030101010101" pitchFamily="2" charset="-122"/>
                </a:defRPr>
              </a:lvl9pPr>
            </a:lstStyle>
            <a:p>
              <a:r>
                <a:rPr lang="zh-CN" altLang="en-US" dirty="0">
                  <a:latin typeface="+mn-lt"/>
                  <a:ea typeface="+mn-ea"/>
                  <a:cs typeface="+mn-ea"/>
                  <a:sym typeface="+mn-lt"/>
                </a:rPr>
                <a:t>目标导向的高效执行力</a:t>
              </a:r>
            </a:p>
          </p:txBody>
        </p:sp>
        <p:sp>
          <p:nvSpPr>
            <p:cNvPr id="153" name="TextBox 3"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73B9A78B-126A-499A-B271-0D7263317FED}"/>
                </a:ext>
              </a:extLst>
            </p:cNvPr>
            <p:cNvSpPr txBox="1">
              <a:spLocks noChangeArrowheads="1"/>
            </p:cNvSpPr>
            <p:nvPr/>
          </p:nvSpPr>
          <p:spPr bwMode="auto">
            <a:xfrm>
              <a:off x="8904288" y="3233738"/>
              <a:ext cx="2717800" cy="108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en-US" sz="1200" dirty="0">
                  <a:solidFill>
                    <a:schemeClr val="bg1">
                      <a:lumMod val="50000"/>
                    </a:schemeClr>
                  </a:solidFill>
                  <a:latin typeface="+mn-lt"/>
                  <a:ea typeface="+mn-ea"/>
                  <a:cs typeface="+mn-ea"/>
                  <a:sym typeface="+mn-lt"/>
                </a:rPr>
                <a:t>在项目实施过程中，即使沟通和文档环节有所不足，强大的执行力也能弥补，确保任务不延期</a:t>
              </a:r>
            </a:p>
          </p:txBody>
        </p:sp>
      </p:grpSp>
      <p:grpSp>
        <p:nvGrpSpPr>
          <p:cNvPr id="157" name="组合 156">
            <a:extLst>
              <a:ext uri="{FF2B5EF4-FFF2-40B4-BE49-F238E27FC236}">
                <a16:creationId xmlns:a16="http://schemas.microsoft.com/office/drawing/2014/main" id="{2C3B726A-39F2-45CD-88B4-9B7D4D133F06}"/>
              </a:ext>
            </a:extLst>
          </p:cNvPr>
          <p:cNvGrpSpPr/>
          <p:nvPr/>
        </p:nvGrpSpPr>
        <p:grpSpPr>
          <a:xfrm>
            <a:off x="4003036" y="1082193"/>
            <a:ext cx="4276642" cy="1174344"/>
            <a:chOff x="8204200" y="717170"/>
            <a:chExt cx="2717800" cy="2087723"/>
          </a:xfrm>
        </p:grpSpPr>
        <p:sp>
          <p:nvSpPr>
            <p:cNvPr id="158" name="MH_SubTitle_1"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192EB5B5-B885-472B-93DF-2AB4941F8F88}"/>
                </a:ext>
              </a:extLst>
            </p:cNvPr>
            <p:cNvSpPr txBox="1">
              <a:spLocks noChangeArrowheads="1"/>
            </p:cNvSpPr>
            <p:nvPr>
              <p:custDataLst>
                <p:tags r:id="rId4"/>
              </p:custDataLst>
            </p:nvPr>
          </p:nvSpPr>
          <p:spPr bwMode="auto">
            <a:xfrm>
              <a:off x="8273700" y="717170"/>
              <a:ext cx="2648300" cy="471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700" dirty="0">
                  <a:solidFill>
                    <a:srgbClr val="C80A2A"/>
                  </a:solidFill>
                  <a:latin typeface="+mn-lt"/>
                  <a:ea typeface="+mn-ea"/>
                  <a:cs typeface="+mn-ea"/>
                  <a:sym typeface="+mn-lt"/>
                </a:rPr>
                <a:t>扎实的技术功底和快速联调能力</a:t>
              </a:r>
            </a:p>
          </p:txBody>
        </p:sp>
        <p:sp>
          <p:nvSpPr>
            <p:cNvPr id="159" name="TextBox 3"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80D50580-51B6-448C-A486-9F9B77ABAA8A}"/>
                </a:ext>
              </a:extLst>
            </p:cNvPr>
            <p:cNvSpPr txBox="1">
              <a:spLocks noChangeArrowheads="1"/>
            </p:cNvSpPr>
            <p:nvPr/>
          </p:nvSpPr>
          <p:spPr bwMode="auto">
            <a:xfrm>
              <a:off x="8204200" y="1227138"/>
              <a:ext cx="2717800" cy="1577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en-US" sz="1200" dirty="0">
                  <a:solidFill>
                    <a:schemeClr val="bg1">
                      <a:lumMod val="50000"/>
                    </a:schemeClr>
                  </a:solidFill>
                  <a:latin typeface="+mn-lt"/>
                  <a:ea typeface="+mn-ea"/>
                  <a:cs typeface="+mn-ea"/>
                  <a:sym typeface="+mn-lt"/>
                </a:rPr>
                <a:t>对于实施工程师而言，技术是地基，能快速定位和解决复杂的系统对接问题是项目成功的关键</a:t>
              </a:r>
            </a:p>
          </p:txBody>
        </p:sp>
      </p:grpSp>
      <p:grpSp>
        <p:nvGrpSpPr>
          <p:cNvPr id="160" name="组合 159">
            <a:extLst>
              <a:ext uri="{FF2B5EF4-FFF2-40B4-BE49-F238E27FC236}">
                <a16:creationId xmlns:a16="http://schemas.microsoft.com/office/drawing/2014/main" id="{9885F7EC-9131-4A6B-9AE8-72F727352626}"/>
              </a:ext>
            </a:extLst>
          </p:cNvPr>
          <p:cNvGrpSpPr/>
          <p:nvPr/>
        </p:nvGrpSpPr>
        <p:grpSpPr>
          <a:xfrm>
            <a:off x="3522908" y="1301601"/>
            <a:ext cx="389335" cy="389335"/>
            <a:chOff x="7400925" y="1009650"/>
            <a:chExt cx="692150" cy="692150"/>
          </a:xfrm>
        </p:grpSpPr>
        <p:sp>
          <p:nvSpPr>
            <p:cNvPr id="161" name="椭圆 160"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37932077-E538-40B2-B868-EDAFE0F58955}"/>
                </a:ext>
              </a:extLst>
            </p:cNvPr>
            <p:cNvSpPr/>
            <p:nvPr/>
          </p:nvSpPr>
          <p:spPr>
            <a:xfrm>
              <a:off x="7400925" y="1009650"/>
              <a:ext cx="692150" cy="692150"/>
            </a:xfrm>
            <a:prstGeom prst="ellipse">
              <a:avLst/>
            </a:prstGeom>
            <a:solidFill>
              <a:srgbClr val="1088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60">
                <a:cs typeface="+mn-ea"/>
                <a:sym typeface="+mn-lt"/>
              </a:endParaRPr>
            </a:p>
          </p:txBody>
        </p:sp>
        <p:sp>
          <p:nvSpPr>
            <p:cNvPr id="162" name="KSO_Shape"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725B115E-E392-4D56-8A34-EB88A1FC22E6}"/>
                </a:ext>
              </a:extLst>
            </p:cNvPr>
            <p:cNvSpPr>
              <a:spLocks/>
            </p:cNvSpPr>
            <p:nvPr/>
          </p:nvSpPr>
          <p:spPr bwMode="auto">
            <a:xfrm>
              <a:off x="7634288" y="1136650"/>
              <a:ext cx="230187" cy="439738"/>
            </a:xfrm>
            <a:custGeom>
              <a:avLst/>
              <a:gdLst>
                <a:gd name="T0" fmla="*/ 1003326 w 2665"/>
                <a:gd name="T1" fmla="*/ 573986 h 5058"/>
                <a:gd name="T2" fmla="*/ 429943 w 2665"/>
                <a:gd name="T3" fmla="*/ 0 h 5058"/>
                <a:gd name="T4" fmla="*/ 429943 w 2665"/>
                <a:gd name="T5" fmla="*/ 756652 h 5058"/>
                <a:gd name="T6" fmla="*/ 114827 w 2665"/>
                <a:gd name="T7" fmla="*/ 440658 h 5058"/>
                <a:gd name="T8" fmla="*/ 0 w 2665"/>
                <a:gd name="T9" fmla="*/ 555531 h 5058"/>
                <a:gd name="T10" fmla="*/ 395683 w 2665"/>
                <a:gd name="T11" fmla="*/ 952500 h 5058"/>
                <a:gd name="T12" fmla="*/ 0 w 2665"/>
                <a:gd name="T13" fmla="*/ 1349469 h 5058"/>
                <a:gd name="T14" fmla="*/ 114827 w 2665"/>
                <a:gd name="T15" fmla="*/ 1464342 h 5058"/>
                <a:gd name="T16" fmla="*/ 429943 w 2665"/>
                <a:gd name="T17" fmla="*/ 1149101 h 5058"/>
                <a:gd name="T18" fmla="*/ 429943 w 2665"/>
                <a:gd name="T19" fmla="*/ 1905000 h 5058"/>
                <a:gd name="T20" fmla="*/ 1003326 w 2665"/>
                <a:gd name="T21" fmla="*/ 1331767 h 5058"/>
                <a:gd name="T22" fmla="*/ 624961 w 2665"/>
                <a:gd name="T23" fmla="*/ 952500 h 5058"/>
                <a:gd name="T24" fmla="*/ 1003326 w 2665"/>
                <a:gd name="T25" fmla="*/ 573986 h 5058"/>
                <a:gd name="T26" fmla="*/ 774425 w 2665"/>
                <a:gd name="T27" fmla="*/ 574739 h 5058"/>
                <a:gd name="T28" fmla="*/ 591454 w 2665"/>
                <a:gd name="T29" fmla="*/ 757782 h 5058"/>
                <a:gd name="T30" fmla="*/ 591078 w 2665"/>
                <a:gd name="T31" fmla="*/ 391320 h 5058"/>
                <a:gd name="T32" fmla="*/ 774425 w 2665"/>
                <a:gd name="T33" fmla="*/ 574739 h 5058"/>
                <a:gd name="T34" fmla="*/ 774425 w 2665"/>
                <a:gd name="T35" fmla="*/ 1330261 h 5058"/>
                <a:gd name="T36" fmla="*/ 591078 w 2665"/>
                <a:gd name="T37" fmla="*/ 1513304 h 5058"/>
                <a:gd name="T38" fmla="*/ 591454 w 2665"/>
                <a:gd name="T39" fmla="*/ 1147218 h 5058"/>
                <a:gd name="T40" fmla="*/ 774425 w 2665"/>
                <a:gd name="T41" fmla="*/ 1330261 h 505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65" h="5058">
                  <a:moveTo>
                    <a:pt x="2665" y="1524"/>
                  </a:moveTo>
                  <a:lnTo>
                    <a:pt x="1142" y="0"/>
                  </a:lnTo>
                  <a:lnTo>
                    <a:pt x="1142" y="2009"/>
                  </a:lnTo>
                  <a:lnTo>
                    <a:pt x="305" y="1170"/>
                  </a:lnTo>
                  <a:lnTo>
                    <a:pt x="0" y="1475"/>
                  </a:lnTo>
                  <a:lnTo>
                    <a:pt x="1051" y="2529"/>
                  </a:lnTo>
                  <a:lnTo>
                    <a:pt x="0" y="3583"/>
                  </a:lnTo>
                  <a:lnTo>
                    <a:pt x="305" y="3888"/>
                  </a:lnTo>
                  <a:lnTo>
                    <a:pt x="1142" y="3051"/>
                  </a:lnTo>
                  <a:lnTo>
                    <a:pt x="1142" y="5058"/>
                  </a:lnTo>
                  <a:lnTo>
                    <a:pt x="2665" y="3536"/>
                  </a:lnTo>
                  <a:lnTo>
                    <a:pt x="1660" y="2529"/>
                  </a:lnTo>
                  <a:lnTo>
                    <a:pt x="2665" y="1524"/>
                  </a:lnTo>
                  <a:close/>
                  <a:moveTo>
                    <a:pt x="2057" y="1526"/>
                  </a:moveTo>
                  <a:lnTo>
                    <a:pt x="1571" y="2012"/>
                  </a:lnTo>
                  <a:lnTo>
                    <a:pt x="1570" y="1039"/>
                  </a:lnTo>
                  <a:lnTo>
                    <a:pt x="2057" y="1526"/>
                  </a:lnTo>
                  <a:close/>
                  <a:moveTo>
                    <a:pt x="2057" y="3532"/>
                  </a:moveTo>
                  <a:lnTo>
                    <a:pt x="1570" y="4018"/>
                  </a:lnTo>
                  <a:lnTo>
                    <a:pt x="1571" y="3046"/>
                  </a:lnTo>
                  <a:lnTo>
                    <a:pt x="2057" y="3532"/>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sz="760">
                <a:solidFill>
                  <a:srgbClr val="FFFFFF"/>
                </a:solidFill>
                <a:latin typeface="+mn-lt"/>
                <a:ea typeface="+mn-ea"/>
                <a:cs typeface="+mn-ea"/>
                <a:sym typeface="+mn-lt"/>
              </a:endParaRPr>
            </a:p>
          </p:txBody>
        </p:sp>
      </p:grpSp>
      <p:grpSp>
        <p:nvGrpSpPr>
          <p:cNvPr id="163" name="组合 162">
            <a:extLst>
              <a:ext uri="{FF2B5EF4-FFF2-40B4-BE49-F238E27FC236}">
                <a16:creationId xmlns:a16="http://schemas.microsoft.com/office/drawing/2014/main" id="{D93E3417-0FC8-4052-8799-3A9D325D1647}"/>
              </a:ext>
            </a:extLst>
          </p:cNvPr>
          <p:cNvGrpSpPr/>
          <p:nvPr/>
        </p:nvGrpSpPr>
        <p:grpSpPr>
          <a:xfrm>
            <a:off x="4032443" y="2403779"/>
            <a:ext cx="389335" cy="389335"/>
            <a:chOff x="8101013" y="3016250"/>
            <a:chExt cx="692150" cy="692150"/>
          </a:xfrm>
        </p:grpSpPr>
        <p:sp>
          <p:nvSpPr>
            <p:cNvPr id="164" name="椭圆 163"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E3A6B313-2812-4ED0-963D-A329478B888F}"/>
                </a:ext>
              </a:extLst>
            </p:cNvPr>
            <p:cNvSpPr/>
            <p:nvPr/>
          </p:nvSpPr>
          <p:spPr>
            <a:xfrm>
              <a:off x="8101013" y="3016250"/>
              <a:ext cx="692150" cy="692150"/>
            </a:xfrm>
            <a:prstGeom prst="ellipse">
              <a:avLst/>
            </a:prstGeom>
            <a:solidFill>
              <a:srgbClr val="D8783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60" dirty="0">
                <a:cs typeface="+mn-ea"/>
                <a:sym typeface="+mn-lt"/>
              </a:endParaRPr>
            </a:p>
          </p:txBody>
        </p:sp>
        <p:sp>
          <p:nvSpPr>
            <p:cNvPr id="165" name="KSO_Shape"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159F6466-C3F0-43BE-9F5E-A7DDDA350CA2}"/>
                </a:ext>
              </a:extLst>
            </p:cNvPr>
            <p:cNvSpPr/>
            <p:nvPr/>
          </p:nvSpPr>
          <p:spPr>
            <a:xfrm>
              <a:off x="8313738" y="3219450"/>
              <a:ext cx="290512" cy="244475"/>
            </a:xfrm>
            <a:custGeom>
              <a:avLst/>
              <a:gdLst>
                <a:gd name="connsiteX0" fmla="*/ 2733675 w 5559425"/>
                <a:gd name="connsiteY0" fmla="*/ 1498599 h 4676774"/>
                <a:gd name="connsiteX1" fmla="*/ 2708275 w 5559425"/>
                <a:gd name="connsiteY1" fmla="*/ 1501774 h 4676774"/>
                <a:gd name="connsiteX2" fmla="*/ 2689225 w 5559425"/>
                <a:gd name="connsiteY2" fmla="*/ 1511299 h 4676774"/>
                <a:gd name="connsiteX3" fmla="*/ 2673350 w 5559425"/>
                <a:gd name="connsiteY3" fmla="*/ 1520824 h 4676774"/>
                <a:gd name="connsiteX4" fmla="*/ 2663825 w 5559425"/>
                <a:gd name="connsiteY4" fmla="*/ 1536699 h 4676774"/>
                <a:gd name="connsiteX5" fmla="*/ 2657475 w 5559425"/>
                <a:gd name="connsiteY5" fmla="*/ 1555749 h 4676774"/>
                <a:gd name="connsiteX6" fmla="*/ 2654300 w 5559425"/>
                <a:gd name="connsiteY6" fmla="*/ 1577974 h 4676774"/>
                <a:gd name="connsiteX7" fmla="*/ 2654300 w 5559425"/>
                <a:gd name="connsiteY7" fmla="*/ 1603374 h 4676774"/>
                <a:gd name="connsiteX8" fmla="*/ 2654300 w 5559425"/>
                <a:gd name="connsiteY8" fmla="*/ 1758949 h 4676774"/>
                <a:gd name="connsiteX9" fmla="*/ 2593975 w 5559425"/>
                <a:gd name="connsiteY9" fmla="*/ 1771649 h 4676774"/>
                <a:gd name="connsiteX10" fmla="*/ 2540000 w 5559425"/>
                <a:gd name="connsiteY10" fmla="*/ 1787524 h 4676774"/>
                <a:gd name="connsiteX11" fmla="*/ 2492375 w 5559425"/>
                <a:gd name="connsiteY11" fmla="*/ 1806574 h 4676774"/>
                <a:gd name="connsiteX12" fmla="*/ 2444750 w 5559425"/>
                <a:gd name="connsiteY12" fmla="*/ 1828799 h 4676774"/>
                <a:gd name="connsiteX13" fmla="*/ 2400300 w 5559425"/>
                <a:gd name="connsiteY13" fmla="*/ 1854199 h 4676774"/>
                <a:gd name="connsiteX14" fmla="*/ 2362200 w 5559425"/>
                <a:gd name="connsiteY14" fmla="*/ 1879599 h 4676774"/>
                <a:gd name="connsiteX15" fmla="*/ 2327275 w 5559425"/>
                <a:gd name="connsiteY15" fmla="*/ 1911349 h 4676774"/>
                <a:gd name="connsiteX16" fmla="*/ 2292350 w 5559425"/>
                <a:gd name="connsiteY16" fmla="*/ 1943099 h 4676774"/>
                <a:gd name="connsiteX17" fmla="*/ 2266950 w 5559425"/>
                <a:gd name="connsiteY17" fmla="*/ 1978024 h 4676774"/>
                <a:gd name="connsiteX18" fmla="*/ 2241550 w 5559425"/>
                <a:gd name="connsiteY18" fmla="*/ 2016124 h 4676774"/>
                <a:gd name="connsiteX19" fmla="*/ 2219325 w 5559425"/>
                <a:gd name="connsiteY19" fmla="*/ 2054224 h 4676774"/>
                <a:gd name="connsiteX20" fmla="*/ 2203450 w 5559425"/>
                <a:gd name="connsiteY20" fmla="*/ 2092324 h 4676774"/>
                <a:gd name="connsiteX21" fmla="*/ 2190750 w 5559425"/>
                <a:gd name="connsiteY21" fmla="*/ 2130424 h 4676774"/>
                <a:gd name="connsiteX22" fmla="*/ 2181225 w 5559425"/>
                <a:gd name="connsiteY22" fmla="*/ 2168524 h 4676774"/>
                <a:gd name="connsiteX23" fmla="*/ 2174875 w 5559425"/>
                <a:gd name="connsiteY23" fmla="*/ 2209799 h 4676774"/>
                <a:gd name="connsiteX24" fmla="*/ 2171700 w 5559425"/>
                <a:gd name="connsiteY24" fmla="*/ 2251074 h 4676774"/>
                <a:gd name="connsiteX25" fmla="*/ 2174875 w 5559425"/>
                <a:gd name="connsiteY25" fmla="*/ 2314574 h 4676774"/>
                <a:gd name="connsiteX26" fmla="*/ 2184400 w 5559425"/>
                <a:gd name="connsiteY26" fmla="*/ 2371724 h 4676774"/>
                <a:gd name="connsiteX27" fmla="*/ 2197100 w 5559425"/>
                <a:gd name="connsiteY27" fmla="*/ 2425699 h 4676774"/>
                <a:gd name="connsiteX28" fmla="*/ 2216150 w 5559425"/>
                <a:gd name="connsiteY28" fmla="*/ 2476499 h 4676774"/>
                <a:gd name="connsiteX29" fmla="*/ 2238375 w 5559425"/>
                <a:gd name="connsiteY29" fmla="*/ 2520949 h 4676774"/>
                <a:gd name="connsiteX30" fmla="*/ 2266950 w 5559425"/>
                <a:gd name="connsiteY30" fmla="*/ 2562224 h 4676774"/>
                <a:gd name="connsiteX31" fmla="*/ 2298700 w 5559425"/>
                <a:gd name="connsiteY31" fmla="*/ 2603499 h 4676774"/>
                <a:gd name="connsiteX32" fmla="*/ 2333625 w 5559425"/>
                <a:gd name="connsiteY32" fmla="*/ 2638424 h 4676774"/>
                <a:gd name="connsiteX33" fmla="*/ 2371725 w 5559425"/>
                <a:gd name="connsiteY33" fmla="*/ 2670174 h 4676774"/>
                <a:gd name="connsiteX34" fmla="*/ 2413000 w 5559425"/>
                <a:gd name="connsiteY34" fmla="*/ 2701924 h 4676774"/>
                <a:gd name="connsiteX35" fmla="*/ 2457450 w 5559425"/>
                <a:gd name="connsiteY35" fmla="*/ 2730499 h 4676774"/>
                <a:gd name="connsiteX36" fmla="*/ 2501900 w 5559425"/>
                <a:gd name="connsiteY36" fmla="*/ 2755899 h 4676774"/>
                <a:gd name="connsiteX37" fmla="*/ 2600325 w 5559425"/>
                <a:gd name="connsiteY37" fmla="*/ 2803524 h 4676774"/>
                <a:gd name="connsiteX38" fmla="*/ 2701925 w 5559425"/>
                <a:gd name="connsiteY38" fmla="*/ 2844799 h 4676774"/>
                <a:gd name="connsiteX39" fmla="*/ 2790825 w 5559425"/>
                <a:gd name="connsiteY39" fmla="*/ 2882899 h 4676774"/>
                <a:gd name="connsiteX40" fmla="*/ 2863850 w 5559425"/>
                <a:gd name="connsiteY40" fmla="*/ 2920999 h 4676774"/>
                <a:gd name="connsiteX41" fmla="*/ 2924175 w 5559425"/>
                <a:gd name="connsiteY41" fmla="*/ 2955924 h 4676774"/>
                <a:gd name="connsiteX42" fmla="*/ 2946400 w 5559425"/>
                <a:gd name="connsiteY42" fmla="*/ 2974974 h 4676774"/>
                <a:gd name="connsiteX43" fmla="*/ 2968625 w 5559425"/>
                <a:gd name="connsiteY43" fmla="*/ 2994024 h 4676774"/>
                <a:gd name="connsiteX44" fmla="*/ 2984500 w 5559425"/>
                <a:gd name="connsiteY44" fmla="*/ 3009899 h 4676774"/>
                <a:gd name="connsiteX45" fmla="*/ 3000375 w 5559425"/>
                <a:gd name="connsiteY45" fmla="*/ 3032124 h 4676774"/>
                <a:gd name="connsiteX46" fmla="*/ 3013075 w 5559425"/>
                <a:gd name="connsiteY46" fmla="*/ 3051174 h 4676774"/>
                <a:gd name="connsiteX47" fmla="*/ 3022600 w 5559425"/>
                <a:gd name="connsiteY47" fmla="*/ 3073399 h 4676774"/>
                <a:gd name="connsiteX48" fmla="*/ 3028950 w 5559425"/>
                <a:gd name="connsiteY48" fmla="*/ 3095624 h 4676774"/>
                <a:gd name="connsiteX49" fmla="*/ 3035300 w 5559425"/>
                <a:gd name="connsiteY49" fmla="*/ 3121024 h 4676774"/>
                <a:gd name="connsiteX50" fmla="*/ 3038475 w 5559425"/>
                <a:gd name="connsiteY50" fmla="*/ 3146424 h 4676774"/>
                <a:gd name="connsiteX51" fmla="*/ 3041650 w 5559425"/>
                <a:gd name="connsiteY51" fmla="*/ 3171824 h 4676774"/>
                <a:gd name="connsiteX52" fmla="*/ 3038475 w 5559425"/>
                <a:gd name="connsiteY52" fmla="*/ 3203574 h 4676774"/>
                <a:gd name="connsiteX53" fmla="*/ 3032125 w 5559425"/>
                <a:gd name="connsiteY53" fmla="*/ 3232149 h 4676774"/>
                <a:gd name="connsiteX54" fmla="*/ 3025775 w 5559425"/>
                <a:gd name="connsiteY54" fmla="*/ 3257549 h 4676774"/>
                <a:gd name="connsiteX55" fmla="*/ 3013075 w 5559425"/>
                <a:gd name="connsiteY55" fmla="*/ 3279774 h 4676774"/>
                <a:gd name="connsiteX56" fmla="*/ 2997200 w 5559425"/>
                <a:gd name="connsiteY56" fmla="*/ 3301999 h 4676774"/>
                <a:gd name="connsiteX57" fmla="*/ 2978150 w 5559425"/>
                <a:gd name="connsiteY57" fmla="*/ 3317874 h 4676774"/>
                <a:gd name="connsiteX58" fmla="*/ 2955925 w 5559425"/>
                <a:gd name="connsiteY58" fmla="*/ 3333749 h 4676774"/>
                <a:gd name="connsiteX59" fmla="*/ 2927350 w 5559425"/>
                <a:gd name="connsiteY59" fmla="*/ 3349624 h 4676774"/>
                <a:gd name="connsiteX60" fmla="*/ 2898775 w 5559425"/>
                <a:gd name="connsiteY60" fmla="*/ 3359149 h 4676774"/>
                <a:gd name="connsiteX61" fmla="*/ 2870200 w 5559425"/>
                <a:gd name="connsiteY61" fmla="*/ 3371849 h 4676774"/>
                <a:gd name="connsiteX62" fmla="*/ 2803525 w 5559425"/>
                <a:gd name="connsiteY62" fmla="*/ 3384549 h 4676774"/>
                <a:gd name="connsiteX63" fmla="*/ 2733675 w 5559425"/>
                <a:gd name="connsiteY63" fmla="*/ 3394074 h 4676774"/>
                <a:gd name="connsiteX64" fmla="*/ 2657475 w 5559425"/>
                <a:gd name="connsiteY64" fmla="*/ 3397249 h 4676774"/>
                <a:gd name="connsiteX65" fmla="*/ 2581275 w 5559425"/>
                <a:gd name="connsiteY65" fmla="*/ 3397249 h 4676774"/>
                <a:gd name="connsiteX66" fmla="*/ 2517775 w 5559425"/>
                <a:gd name="connsiteY66" fmla="*/ 3390899 h 4676774"/>
                <a:gd name="connsiteX67" fmla="*/ 2457450 w 5559425"/>
                <a:gd name="connsiteY67" fmla="*/ 3384549 h 4676774"/>
                <a:gd name="connsiteX68" fmla="*/ 2406650 w 5559425"/>
                <a:gd name="connsiteY68" fmla="*/ 3375024 h 4676774"/>
                <a:gd name="connsiteX69" fmla="*/ 2324100 w 5559425"/>
                <a:gd name="connsiteY69" fmla="*/ 3349624 h 4676774"/>
                <a:gd name="connsiteX70" fmla="*/ 2257425 w 5559425"/>
                <a:gd name="connsiteY70" fmla="*/ 3324224 h 4676774"/>
                <a:gd name="connsiteX71" fmla="*/ 2232025 w 5559425"/>
                <a:gd name="connsiteY71" fmla="*/ 3314699 h 4676774"/>
                <a:gd name="connsiteX72" fmla="*/ 2212975 w 5559425"/>
                <a:gd name="connsiteY72" fmla="*/ 3308349 h 4676774"/>
                <a:gd name="connsiteX73" fmla="*/ 2203450 w 5559425"/>
                <a:gd name="connsiteY73" fmla="*/ 3311524 h 4676774"/>
                <a:gd name="connsiteX74" fmla="*/ 2193925 w 5559425"/>
                <a:gd name="connsiteY74" fmla="*/ 3317874 h 4676774"/>
                <a:gd name="connsiteX75" fmla="*/ 2184400 w 5559425"/>
                <a:gd name="connsiteY75" fmla="*/ 3330574 h 4676774"/>
                <a:gd name="connsiteX76" fmla="*/ 2174875 w 5559425"/>
                <a:gd name="connsiteY76" fmla="*/ 3346449 h 4676774"/>
                <a:gd name="connsiteX77" fmla="*/ 2159000 w 5559425"/>
                <a:gd name="connsiteY77" fmla="*/ 3390899 h 4676774"/>
                <a:gd name="connsiteX78" fmla="*/ 2146300 w 5559425"/>
                <a:gd name="connsiteY78" fmla="*/ 3441699 h 4676774"/>
                <a:gd name="connsiteX79" fmla="*/ 2133600 w 5559425"/>
                <a:gd name="connsiteY79" fmla="*/ 3495674 h 4676774"/>
                <a:gd name="connsiteX80" fmla="*/ 2130425 w 5559425"/>
                <a:gd name="connsiteY80" fmla="*/ 3546474 h 4676774"/>
                <a:gd name="connsiteX81" fmla="*/ 2130425 w 5559425"/>
                <a:gd name="connsiteY81" fmla="*/ 3568699 h 4676774"/>
                <a:gd name="connsiteX82" fmla="*/ 2130425 w 5559425"/>
                <a:gd name="connsiteY82" fmla="*/ 3587749 h 4676774"/>
                <a:gd name="connsiteX83" fmla="*/ 2133600 w 5559425"/>
                <a:gd name="connsiteY83" fmla="*/ 3600449 h 4676774"/>
                <a:gd name="connsiteX84" fmla="*/ 2139950 w 5559425"/>
                <a:gd name="connsiteY84" fmla="*/ 3606799 h 4676774"/>
                <a:gd name="connsiteX85" fmla="*/ 2168525 w 5559425"/>
                <a:gd name="connsiteY85" fmla="*/ 3622674 h 4676774"/>
                <a:gd name="connsiteX86" fmla="*/ 2203450 w 5559425"/>
                <a:gd name="connsiteY86" fmla="*/ 3641724 h 4676774"/>
                <a:gd name="connsiteX87" fmla="*/ 2247900 w 5559425"/>
                <a:gd name="connsiteY87" fmla="*/ 3657599 h 4676774"/>
                <a:gd name="connsiteX88" fmla="*/ 2301875 w 5559425"/>
                <a:gd name="connsiteY88" fmla="*/ 3673474 h 4676774"/>
                <a:gd name="connsiteX89" fmla="*/ 2362200 w 5559425"/>
                <a:gd name="connsiteY89" fmla="*/ 3689349 h 4676774"/>
                <a:gd name="connsiteX90" fmla="*/ 2432050 w 5559425"/>
                <a:gd name="connsiteY90" fmla="*/ 3702049 h 4676774"/>
                <a:gd name="connsiteX91" fmla="*/ 2511425 w 5559425"/>
                <a:gd name="connsiteY91" fmla="*/ 3711574 h 4676774"/>
                <a:gd name="connsiteX92" fmla="*/ 2597150 w 5559425"/>
                <a:gd name="connsiteY92" fmla="*/ 3717924 h 4676774"/>
                <a:gd name="connsiteX93" fmla="*/ 2597150 w 5559425"/>
                <a:gd name="connsiteY93" fmla="*/ 3829049 h 4676774"/>
                <a:gd name="connsiteX94" fmla="*/ 2597150 w 5559425"/>
                <a:gd name="connsiteY94" fmla="*/ 3860799 h 4676774"/>
                <a:gd name="connsiteX95" fmla="*/ 2603500 w 5559425"/>
                <a:gd name="connsiteY95" fmla="*/ 3886199 h 4676774"/>
                <a:gd name="connsiteX96" fmla="*/ 2609850 w 5559425"/>
                <a:gd name="connsiteY96" fmla="*/ 3905249 h 4676774"/>
                <a:gd name="connsiteX97" fmla="*/ 2619375 w 5559425"/>
                <a:gd name="connsiteY97" fmla="*/ 3921124 h 4676774"/>
                <a:gd name="connsiteX98" fmla="*/ 2632075 w 5559425"/>
                <a:gd name="connsiteY98" fmla="*/ 3930649 h 4676774"/>
                <a:gd name="connsiteX99" fmla="*/ 2647950 w 5559425"/>
                <a:gd name="connsiteY99" fmla="*/ 3936999 h 4676774"/>
                <a:gd name="connsiteX100" fmla="*/ 2670175 w 5559425"/>
                <a:gd name="connsiteY100" fmla="*/ 3940174 h 4676774"/>
                <a:gd name="connsiteX101" fmla="*/ 2695575 w 5559425"/>
                <a:gd name="connsiteY101" fmla="*/ 3940174 h 4676774"/>
                <a:gd name="connsiteX102" fmla="*/ 2879725 w 5559425"/>
                <a:gd name="connsiteY102" fmla="*/ 3940174 h 4676774"/>
                <a:gd name="connsiteX103" fmla="*/ 2905125 w 5559425"/>
                <a:gd name="connsiteY103" fmla="*/ 3940174 h 4676774"/>
                <a:gd name="connsiteX104" fmla="*/ 2924175 w 5559425"/>
                <a:gd name="connsiteY104" fmla="*/ 3936999 h 4676774"/>
                <a:gd name="connsiteX105" fmla="*/ 2940050 w 5559425"/>
                <a:gd name="connsiteY105" fmla="*/ 3930649 h 4676774"/>
                <a:gd name="connsiteX106" fmla="*/ 2946400 w 5559425"/>
                <a:gd name="connsiteY106" fmla="*/ 3924299 h 4676774"/>
                <a:gd name="connsiteX107" fmla="*/ 2952750 w 5559425"/>
                <a:gd name="connsiteY107" fmla="*/ 3911599 h 4676774"/>
                <a:gd name="connsiteX108" fmla="*/ 2959100 w 5559425"/>
                <a:gd name="connsiteY108" fmla="*/ 3892549 h 4676774"/>
                <a:gd name="connsiteX109" fmla="*/ 2959100 w 5559425"/>
                <a:gd name="connsiteY109" fmla="*/ 3870324 h 4676774"/>
                <a:gd name="connsiteX110" fmla="*/ 2962275 w 5559425"/>
                <a:gd name="connsiteY110" fmla="*/ 3841749 h 4676774"/>
                <a:gd name="connsiteX111" fmla="*/ 2962275 w 5559425"/>
                <a:gd name="connsiteY111" fmla="*/ 3689349 h 4676774"/>
                <a:gd name="connsiteX112" fmla="*/ 3009900 w 5559425"/>
                <a:gd name="connsiteY112" fmla="*/ 3679824 h 4676774"/>
                <a:gd name="connsiteX113" fmla="*/ 3057525 w 5559425"/>
                <a:gd name="connsiteY113" fmla="*/ 3663949 h 4676774"/>
                <a:gd name="connsiteX114" fmla="*/ 3101975 w 5559425"/>
                <a:gd name="connsiteY114" fmla="*/ 3648074 h 4676774"/>
                <a:gd name="connsiteX115" fmla="*/ 3146425 w 5559425"/>
                <a:gd name="connsiteY115" fmla="*/ 3629024 h 4676774"/>
                <a:gd name="connsiteX116" fmla="*/ 3187700 w 5559425"/>
                <a:gd name="connsiteY116" fmla="*/ 3609974 h 4676774"/>
                <a:gd name="connsiteX117" fmla="*/ 3225800 w 5559425"/>
                <a:gd name="connsiteY117" fmla="*/ 3584574 h 4676774"/>
                <a:gd name="connsiteX118" fmla="*/ 3260725 w 5559425"/>
                <a:gd name="connsiteY118" fmla="*/ 3555999 h 4676774"/>
                <a:gd name="connsiteX119" fmla="*/ 3295650 w 5559425"/>
                <a:gd name="connsiteY119" fmla="*/ 3527424 h 4676774"/>
                <a:gd name="connsiteX120" fmla="*/ 3324225 w 5559425"/>
                <a:gd name="connsiteY120" fmla="*/ 3492499 h 4676774"/>
                <a:gd name="connsiteX121" fmla="*/ 3349625 w 5559425"/>
                <a:gd name="connsiteY121" fmla="*/ 3454399 h 4676774"/>
                <a:gd name="connsiteX122" fmla="*/ 3371850 w 5559425"/>
                <a:gd name="connsiteY122" fmla="*/ 3413124 h 4676774"/>
                <a:gd name="connsiteX123" fmla="*/ 3390900 w 5559425"/>
                <a:gd name="connsiteY123" fmla="*/ 3371849 h 4676774"/>
                <a:gd name="connsiteX124" fmla="*/ 3406775 w 5559425"/>
                <a:gd name="connsiteY124" fmla="*/ 3324224 h 4676774"/>
                <a:gd name="connsiteX125" fmla="*/ 3419475 w 5559425"/>
                <a:gd name="connsiteY125" fmla="*/ 3270249 h 4676774"/>
                <a:gd name="connsiteX126" fmla="*/ 3425825 w 5559425"/>
                <a:gd name="connsiteY126" fmla="*/ 3216274 h 4676774"/>
                <a:gd name="connsiteX127" fmla="*/ 3429000 w 5559425"/>
                <a:gd name="connsiteY127" fmla="*/ 3155949 h 4676774"/>
                <a:gd name="connsiteX128" fmla="*/ 3425825 w 5559425"/>
                <a:gd name="connsiteY128" fmla="*/ 3101974 h 4676774"/>
                <a:gd name="connsiteX129" fmla="*/ 3419475 w 5559425"/>
                <a:gd name="connsiteY129" fmla="*/ 3051174 h 4676774"/>
                <a:gd name="connsiteX130" fmla="*/ 3406775 w 5559425"/>
                <a:gd name="connsiteY130" fmla="*/ 3003549 h 4676774"/>
                <a:gd name="connsiteX131" fmla="*/ 3394075 w 5559425"/>
                <a:gd name="connsiteY131" fmla="*/ 2955924 h 4676774"/>
                <a:gd name="connsiteX132" fmla="*/ 3371850 w 5559425"/>
                <a:gd name="connsiteY132" fmla="*/ 2911474 h 4676774"/>
                <a:gd name="connsiteX133" fmla="*/ 3349625 w 5559425"/>
                <a:gd name="connsiteY133" fmla="*/ 2870199 h 4676774"/>
                <a:gd name="connsiteX134" fmla="*/ 3317875 w 5559425"/>
                <a:gd name="connsiteY134" fmla="*/ 2828924 h 4676774"/>
                <a:gd name="connsiteX135" fmla="*/ 3286125 w 5559425"/>
                <a:gd name="connsiteY135" fmla="*/ 2790824 h 4676774"/>
                <a:gd name="connsiteX136" fmla="*/ 3248025 w 5559425"/>
                <a:gd name="connsiteY136" fmla="*/ 2755899 h 4676774"/>
                <a:gd name="connsiteX137" fmla="*/ 3206750 w 5559425"/>
                <a:gd name="connsiteY137" fmla="*/ 2720974 h 4676774"/>
                <a:gd name="connsiteX138" fmla="*/ 3162300 w 5559425"/>
                <a:gd name="connsiteY138" fmla="*/ 2689224 h 4676774"/>
                <a:gd name="connsiteX139" fmla="*/ 3114675 w 5559425"/>
                <a:gd name="connsiteY139" fmla="*/ 2657474 h 4676774"/>
                <a:gd name="connsiteX140" fmla="*/ 3063875 w 5559425"/>
                <a:gd name="connsiteY140" fmla="*/ 2625724 h 4676774"/>
                <a:gd name="connsiteX141" fmla="*/ 3006725 w 5559425"/>
                <a:gd name="connsiteY141" fmla="*/ 2597149 h 4676774"/>
                <a:gd name="connsiteX142" fmla="*/ 2946400 w 5559425"/>
                <a:gd name="connsiteY142" fmla="*/ 2568574 h 4676774"/>
                <a:gd name="connsiteX143" fmla="*/ 2886075 w 5559425"/>
                <a:gd name="connsiteY143" fmla="*/ 2539999 h 4676774"/>
                <a:gd name="connsiteX144" fmla="*/ 2806700 w 5559425"/>
                <a:gd name="connsiteY144" fmla="*/ 2508249 h 4676774"/>
                <a:gd name="connsiteX145" fmla="*/ 2740025 w 5559425"/>
                <a:gd name="connsiteY145" fmla="*/ 2476499 h 4676774"/>
                <a:gd name="connsiteX146" fmla="*/ 2682875 w 5559425"/>
                <a:gd name="connsiteY146" fmla="*/ 2441574 h 4676774"/>
                <a:gd name="connsiteX147" fmla="*/ 2635250 w 5559425"/>
                <a:gd name="connsiteY147" fmla="*/ 2409824 h 4676774"/>
                <a:gd name="connsiteX148" fmla="*/ 2616200 w 5559425"/>
                <a:gd name="connsiteY148" fmla="*/ 2393949 h 4676774"/>
                <a:gd name="connsiteX149" fmla="*/ 2600325 w 5559425"/>
                <a:gd name="connsiteY149" fmla="*/ 2378074 h 4676774"/>
                <a:gd name="connsiteX150" fmla="*/ 2587625 w 5559425"/>
                <a:gd name="connsiteY150" fmla="*/ 2359024 h 4676774"/>
                <a:gd name="connsiteX151" fmla="*/ 2574925 w 5559425"/>
                <a:gd name="connsiteY151" fmla="*/ 2339974 h 4676774"/>
                <a:gd name="connsiteX152" fmla="*/ 2565400 w 5559425"/>
                <a:gd name="connsiteY152" fmla="*/ 2320924 h 4676774"/>
                <a:gd name="connsiteX153" fmla="*/ 2559050 w 5559425"/>
                <a:gd name="connsiteY153" fmla="*/ 2298699 h 4676774"/>
                <a:gd name="connsiteX154" fmla="*/ 2555875 w 5559425"/>
                <a:gd name="connsiteY154" fmla="*/ 2276474 h 4676774"/>
                <a:gd name="connsiteX155" fmla="*/ 2552700 w 5559425"/>
                <a:gd name="connsiteY155" fmla="*/ 2251074 h 4676774"/>
                <a:gd name="connsiteX156" fmla="*/ 2555875 w 5559425"/>
                <a:gd name="connsiteY156" fmla="*/ 2228849 h 4676774"/>
                <a:gd name="connsiteX157" fmla="*/ 2559050 w 5559425"/>
                <a:gd name="connsiteY157" fmla="*/ 2206624 h 4676774"/>
                <a:gd name="connsiteX158" fmla="*/ 2562225 w 5559425"/>
                <a:gd name="connsiteY158" fmla="*/ 2184399 h 4676774"/>
                <a:gd name="connsiteX159" fmla="*/ 2571750 w 5559425"/>
                <a:gd name="connsiteY159" fmla="*/ 2162174 h 4676774"/>
                <a:gd name="connsiteX160" fmla="*/ 2581275 w 5559425"/>
                <a:gd name="connsiteY160" fmla="*/ 2143124 h 4676774"/>
                <a:gd name="connsiteX161" fmla="*/ 2593975 w 5559425"/>
                <a:gd name="connsiteY161" fmla="*/ 2124074 h 4676774"/>
                <a:gd name="connsiteX162" fmla="*/ 2609850 w 5559425"/>
                <a:gd name="connsiteY162" fmla="*/ 2108199 h 4676774"/>
                <a:gd name="connsiteX163" fmla="*/ 2625725 w 5559425"/>
                <a:gd name="connsiteY163" fmla="*/ 2092324 h 4676774"/>
                <a:gd name="connsiteX164" fmla="*/ 2644775 w 5559425"/>
                <a:gd name="connsiteY164" fmla="*/ 2079624 h 4676774"/>
                <a:gd name="connsiteX165" fmla="*/ 2667000 w 5559425"/>
                <a:gd name="connsiteY165" fmla="*/ 2066924 h 4676774"/>
                <a:gd name="connsiteX166" fmla="*/ 2695575 w 5559425"/>
                <a:gd name="connsiteY166" fmla="*/ 2057399 h 4676774"/>
                <a:gd name="connsiteX167" fmla="*/ 2724150 w 5559425"/>
                <a:gd name="connsiteY167" fmla="*/ 2047874 h 4676774"/>
                <a:gd name="connsiteX168" fmla="*/ 2759075 w 5559425"/>
                <a:gd name="connsiteY168" fmla="*/ 2041524 h 4676774"/>
                <a:gd name="connsiteX169" fmla="*/ 2797175 w 5559425"/>
                <a:gd name="connsiteY169" fmla="*/ 2038349 h 4676774"/>
                <a:gd name="connsiteX170" fmla="*/ 2838450 w 5559425"/>
                <a:gd name="connsiteY170" fmla="*/ 2035174 h 4676774"/>
                <a:gd name="connsiteX171" fmla="*/ 2886075 w 5559425"/>
                <a:gd name="connsiteY171" fmla="*/ 2035174 h 4676774"/>
                <a:gd name="connsiteX172" fmla="*/ 2933700 w 5559425"/>
                <a:gd name="connsiteY172" fmla="*/ 2035174 h 4676774"/>
                <a:gd name="connsiteX173" fmla="*/ 2981325 w 5559425"/>
                <a:gd name="connsiteY173" fmla="*/ 2038349 h 4676774"/>
                <a:gd name="connsiteX174" fmla="*/ 3032125 w 5559425"/>
                <a:gd name="connsiteY174" fmla="*/ 2044699 h 4676774"/>
                <a:gd name="connsiteX175" fmla="*/ 3079750 w 5559425"/>
                <a:gd name="connsiteY175" fmla="*/ 2054224 h 4676774"/>
                <a:gd name="connsiteX176" fmla="*/ 3165475 w 5559425"/>
                <a:gd name="connsiteY176" fmla="*/ 2073274 h 4676774"/>
                <a:gd name="connsiteX177" fmla="*/ 3225800 w 5559425"/>
                <a:gd name="connsiteY177" fmla="*/ 2089149 h 4676774"/>
                <a:gd name="connsiteX178" fmla="*/ 3238500 w 5559425"/>
                <a:gd name="connsiteY178" fmla="*/ 2089149 h 4676774"/>
                <a:gd name="connsiteX179" fmla="*/ 3251200 w 5559425"/>
                <a:gd name="connsiteY179" fmla="*/ 2082799 h 4676774"/>
                <a:gd name="connsiteX180" fmla="*/ 3260725 w 5559425"/>
                <a:gd name="connsiteY180" fmla="*/ 2073274 h 4676774"/>
                <a:gd name="connsiteX181" fmla="*/ 3273425 w 5559425"/>
                <a:gd name="connsiteY181" fmla="*/ 2054224 h 4676774"/>
                <a:gd name="connsiteX182" fmla="*/ 3295650 w 5559425"/>
                <a:gd name="connsiteY182" fmla="*/ 2006599 h 4676774"/>
                <a:gd name="connsiteX183" fmla="*/ 3311525 w 5559425"/>
                <a:gd name="connsiteY183" fmla="*/ 1958974 h 4676774"/>
                <a:gd name="connsiteX184" fmla="*/ 3321050 w 5559425"/>
                <a:gd name="connsiteY184" fmla="*/ 1904999 h 4676774"/>
                <a:gd name="connsiteX185" fmla="*/ 3324225 w 5559425"/>
                <a:gd name="connsiteY185" fmla="*/ 1857374 h 4676774"/>
                <a:gd name="connsiteX186" fmla="*/ 3324225 w 5559425"/>
                <a:gd name="connsiteY186" fmla="*/ 1835149 h 4676774"/>
                <a:gd name="connsiteX187" fmla="*/ 3317875 w 5559425"/>
                <a:gd name="connsiteY187" fmla="*/ 1819274 h 4676774"/>
                <a:gd name="connsiteX188" fmla="*/ 3311525 w 5559425"/>
                <a:gd name="connsiteY188" fmla="*/ 1806574 h 4676774"/>
                <a:gd name="connsiteX189" fmla="*/ 3298825 w 5559425"/>
                <a:gd name="connsiteY189" fmla="*/ 1797049 h 4676774"/>
                <a:gd name="connsiteX190" fmla="*/ 3254375 w 5559425"/>
                <a:gd name="connsiteY190" fmla="*/ 1784349 h 4676774"/>
                <a:gd name="connsiteX191" fmla="*/ 3197225 w 5559425"/>
                <a:gd name="connsiteY191" fmla="*/ 1768474 h 4676774"/>
                <a:gd name="connsiteX192" fmla="*/ 3159125 w 5559425"/>
                <a:gd name="connsiteY192" fmla="*/ 1762124 h 4676774"/>
                <a:gd name="connsiteX193" fmla="*/ 3117850 w 5559425"/>
                <a:gd name="connsiteY193" fmla="*/ 1755774 h 4676774"/>
                <a:gd name="connsiteX194" fmla="*/ 3019425 w 5559425"/>
                <a:gd name="connsiteY194" fmla="*/ 1746249 h 4676774"/>
                <a:gd name="connsiteX195" fmla="*/ 3019425 w 5559425"/>
                <a:gd name="connsiteY195" fmla="*/ 1609724 h 4676774"/>
                <a:gd name="connsiteX196" fmla="*/ 3019425 w 5559425"/>
                <a:gd name="connsiteY196" fmla="*/ 1555749 h 4676774"/>
                <a:gd name="connsiteX197" fmla="*/ 3016250 w 5559425"/>
                <a:gd name="connsiteY197" fmla="*/ 1533524 h 4676774"/>
                <a:gd name="connsiteX198" fmla="*/ 3009900 w 5559425"/>
                <a:gd name="connsiteY198" fmla="*/ 1520824 h 4676774"/>
                <a:gd name="connsiteX199" fmla="*/ 3003550 w 5559425"/>
                <a:gd name="connsiteY199" fmla="*/ 1511299 h 4676774"/>
                <a:gd name="connsiteX200" fmla="*/ 2990850 w 5559425"/>
                <a:gd name="connsiteY200" fmla="*/ 1501774 h 4676774"/>
                <a:gd name="connsiteX201" fmla="*/ 2968625 w 5559425"/>
                <a:gd name="connsiteY201" fmla="*/ 1498599 h 4676774"/>
                <a:gd name="connsiteX202" fmla="*/ 2943225 w 5559425"/>
                <a:gd name="connsiteY202" fmla="*/ 1498599 h 4676774"/>
                <a:gd name="connsiteX203" fmla="*/ 2762250 w 5559425"/>
                <a:gd name="connsiteY203" fmla="*/ 1498599 h 4676774"/>
                <a:gd name="connsiteX204" fmla="*/ 2077933 w 5559425"/>
                <a:gd name="connsiteY204" fmla="*/ 438148 h 4676774"/>
                <a:gd name="connsiteX205" fmla="*/ 2048669 w 5559425"/>
                <a:gd name="connsiteY205" fmla="*/ 467412 h 4676774"/>
                <a:gd name="connsiteX206" fmla="*/ 2048669 w 5559425"/>
                <a:gd name="connsiteY206" fmla="*/ 769928 h 4676774"/>
                <a:gd name="connsiteX207" fmla="*/ 2075397 w 5559425"/>
                <a:gd name="connsiteY207" fmla="*/ 778225 h 4676774"/>
                <a:gd name="connsiteX208" fmla="*/ 2174524 w 5559425"/>
                <a:gd name="connsiteY208" fmla="*/ 877352 h 4676774"/>
                <a:gd name="connsiteX209" fmla="*/ 2184888 w 5559425"/>
                <a:gd name="connsiteY209" fmla="*/ 928686 h 4676774"/>
                <a:gd name="connsiteX210" fmla="*/ 3371361 w 5559425"/>
                <a:gd name="connsiteY210" fmla="*/ 928686 h 4676774"/>
                <a:gd name="connsiteX211" fmla="*/ 3381725 w 5559425"/>
                <a:gd name="connsiteY211" fmla="*/ 877352 h 4676774"/>
                <a:gd name="connsiteX212" fmla="*/ 3480853 w 5559425"/>
                <a:gd name="connsiteY212" fmla="*/ 778224 h 4676774"/>
                <a:gd name="connsiteX213" fmla="*/ 3507582 w 5559425"/>
                <a:gd name="connsiteY213" fmla="*/ 769927 h 4676774"/>
                <a:gd name="connsiteX214" fmla="*/ 3507582 w 5559425"/>
                <a:gd name="connsiteY214" fmla="*/ 467412 h 4676774"/>
                <a:gd name="connsiteX215" fmla="*/ 3478318 w 5559425"/>
                <a:gd name="connsiteY215" fmla="*/ 438148 h 4676774"/>
                <a:gd name="connsiteX216" fmla="*/ 2060754 w 5559425"/>
                <a:gd name="connsiteY216" fmla="*/ 0 h 4676774"/>
                <a:gd name="connsiteX217" fmla="*/ 3495494 w 5559425"/>
                <a:gd name="connsiteY217" fmla="*/ 0 h 4676774"/>
                <a:gd name="connsiteX218" fmla="*/ 3949699 w 5559425"/>
                <a:gd name="connsiteY218" fmla="*/ 454204 h 4676774"/>
                <a:gd name="connsiteX219" fmla="*/ 3949699 w 5559425"/>
                <a:gd name="connsiteY219" fmla="*/ 772638 h 4676774"/>
                <a:gd name="connsiteX220" fmla="*/ 3967697 w 5559425"/>
                <a:gd name="connsiteY220" fmla="*/ 778224 h 4676774"/>
                <a:gd name="connsiteX221" fmla="*/ 4066824 w 5559425"/>
                <a:gd name="connsiteY221" fmla="*/ 877352 h 4676774"/>
                <a:gd name="connsiteX222" fmla="*/ 4077188 w 5559425"/>
                <a:gd name="connsiteY222" fmla="*/ 928686 h 4676774"/>
                <a:gd name="connsiteX223" fmla="*/ 5316011 w 5559425"/>
                <a:gd name="connsiteY223" fmla="*/ 928686 h 4676774"/>
                <a:gd name="connsiteX224" fmla="*/ 5559425 w 5559425"/>
                <a:gd name="connsiteY224" fmla="*/ 1172100 h 4676774"/>
                <a:gd name="connsiteX225" fmla="*/ 5559425 w 5559425"/>
                <a:gd name="connsiteY225" fmla="*/ 4355572 h 4676774"/>
                <a:gd name="connsiteX226" fmla="*/ 5316011 w 5559425"/>
                <a:gd name="connsiteY226" fmla="*/ 4598986 h 4676774"/>
                <a:gd name="connsiteX227" fmla="*/ 4950129 w 5559425"/>
                <a:gd name="connsiteY227" fmla="*/ 4598986 h 4676774"/>
                <a:gd name="connsiteX228" fmla="*/ 4924434 w 5559425"/>
                <a:gd name="connsiteY228" fmla="*/ 4637096 h 4676774"/>
                <a:gd name="connsiteX229" fmla="*/ 4828643 w 5559425"/>
                <a:gd name="connsiteY229" fmla="*/ 4676774 h 4676774"/>
                <a:gd name="connsiteX230" fmla="*/ 4572531 w 5559425"/>
                <a:gd name="connsiteY230" fmla="*/ 4676774 h 4676774"/>
                <a:gd name="connsiteX231" fmla="*/ 4476740 w 5559425"/>
                <a:gd name="connsiteY231" fmla="*/ 4637096 h 4676774"/>
                <a:gd name="connsiteX232" fmla="*/ 4451046 w 5559425"/>
                <a:gd name="connsiteY232" fmla="*/ 4598986 h 4676774"/>
                <a:gd name="connsiteX233" fmla="*/ 1063928 w 5559425"/>
                <a:gd name="connsiteY233" fmla="*/ 4598986 h 4676774"/>
                <a:gd name="connsiteX234" fmla="*/ 1038234 w 5559425"/>
                <a:gd name="connsiteY234" fmla="*/ 4637096 h 4676774"/>
                <a:gd name="connsiteX235" fmla="*/ 942443 w 5559425"/>
                <a:gd name="connsiteY235" fmla="*/ 4676774 h 4676774"/>
                <a:gd name="connsiteX236" fmla="*/ 686331 w 5559425"/>
                <a:gd name="connsiteY236" fmla="*/ 4676774 h 4676774"/>
                <a:gd name="connsiteX237" fmla="*/ 590540 w 5559425"/>
                <a:gd name="connsiteY237" fmla="*/ 4637096 h 4676774"/>
                <a:gd name="connsiteX238" fmla="*/ 564846 w 5559425"/>
                <a:gd name="connsiteY238" fmla="*/ 4598986 h 4676774"/>
                <a:gd name="connsiteX239" fmla="*/ 243414 w 5559425"/>
                <a:gd name="connsiteY239" fmla="*/ 4598986 h 4676774"/>
                <a:gd name="connsiteX240" fmla="*/ 0 w 5559425"/>
                <a:gd name="connsiteY240" fmla="*/ 4355572 h 4676774"/>
                <a:gd name="connsiteX241" fmla="*/ 0 w 5559425"/>
                <a:gd name="connsiteY241" fmla="*/ 1172100 h 4676774"/>
                <a:gd name="connsiteX242" fmla="*/ 243414 w 5559425"/>
                <a:gd name="connsiteY242" fmla="*/ 928686 h 4676774"/>
                <a:gd name="connsiteX243" fmla="*/ 1479061 w 5559425"/>
                <a:gd name="connsiteY243" fmla="*/ 928686 h 4676774"/>
                <a:gd name="connsiteX244" fmla="*/ 1489425 w 5559425"/>
                <a:gd name="connsiteY244" fmla="*/ 877352 h 4676774"/>
                <a:gd name="connsiteX245" fmla="*/ 1588552 w 5559425"/>
                <a:gd name="connsiteY245" fmla="*/ 778225 h 4676774"/>
                <a:gd name="connsiteX246" fmla="*/ 1606549 w 5559425"/>
                <a:gd name="connsiteY246" fmla="*/ 772638 h 4676774"/>
                <a:gd name="connsiteX247" fmla="*/ 1606549 w 5559425"/>
                <a:gd name="connsiteY247" fmla="*/ 454204 h 4676774"/>
                <a:gd name="connsiteX248" fmla="*/ 2060754 w 5559425"/>
                <a:gd name="connsiteY248" fmla="*/ 0 h 467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5559425" h="4676774">
                  <a:moveTo>
                    <a:pt x="2733675" y="1498599"/>
                  </a:moveTo>
                  <a:lnTo>
                    <a:pt x="2708275" y="1501774"/>
                  </a:lnTo>
                  <a:lnTo>
                    <a:pt x="2689225" y="1511299"/>
                  </a:lnTo>
                  <a:lnTo>
                    <a:pt x="2673350" y="1520824"/>
                  </a:lnTo>
                  <a:lnTo>
                    <a:pt x="2663825" y="1536699"/>
                  </a:lnTo>
                  <a:lnTo>
                    <a:pt x="2657475" y="1555749"/>
                  </a:lnTo>
                  <a:lnTo>
                    <a:pt x="2654300" y="1577974"/>
                  </a:lnTo>
                  <a:lnTo>
                    <a:pt x="2654300" y="1603374"/>
                  </a:lnTo>
                  <a:lnTo>
                    <a:pt x="2654300" y="1758949"/>
                  </a:lnTo>
                  <a:lnTo>
                    <a:pt x="2593975" y="1771649"/>
                  </a:lnTo>
                  <a:lnTo>
                    <a:pt x="2540000" y="1787524"/>
                  </a:lnTo>
                  <a:lnTo>
                    <a:pt x="2492375" y="1806574"/>
                  </a:lnTo>
                  <a:lnTo>
                    <a:pt x="2444750" y="1828799"/>
                  </a:lnTo>
                  <a:lnTo>
                    <a:pt x="2400300" y="1854199"/>
                  </a:lnTo>
                  <a:lnTo>
                    <a:pt x="2362200" y="1879599"/>
                  </a:lnTo>
                  <a:lnTo>
                    <a:pt x="2327275" y="1911349"/>
                  </a:lnTo>
                  <a:lnTo>
                    <a:pt x="2292350" y="1943099"/>
                  </a:lnTo>
                  <a:lnTo>
                    <a:pt x="2266950" y="1978024"/>
                  </a:lnTo>
                  <a:lnTo>
                    <a:pt x="2241550" y="2016124"/>
                  </a:lnTo>
                  <a:lnTo>
                    <a:pt x="2219325" y="2054224"/>
                  </a:lnTo>
                  <a:lnTo>
                    <a:pt x="2203450" y="2092324"/>
                  </a:lnTo>
                  <a:lnTo>
                    <a:pt x="2190750" y="2130424"/>
                  </a:lnTo>
                  <a:lnTo>
                    <a:pt x="2181225" y="2168524"/>
                  </a:lnTo>
                  <a:lnTo>
                    <a:pt x="2174875" y="2209799"/>
                  </a:lnTo>
                  <a:lnTo>
                    <a:pt x="2171700" y="2251074"/>
                  </a:lnTo>
                  <a:lnTo>
                    <a:pt x="2174875" y="2314574"/>
                  </a:lnTo>
                  <a:lnTo>
                    <a:pt x="2184400" y="2371724"/>
                  </a:lnTo>
                  <a:lnTo>
                    <a:pt x="2197100" y="2425699"/>
                  </a:lnTo>
                  <a:lnTo>
                    <a:pt x="2216150" y="2476499"/>
                  </a:lnTo>
                  <a:lnTo>
                    <a:pt x="2238375" y="2520949"/>
                  </a:lnTo>
                  <a:lnTo>
                    <a:pt x="2266950" y="2562224"/>
                  </a:lnTo>
                  <a:lnTo>
                    <a:pt x="2298700" y="2603499"/>
                  </a:lnTo>
                  <a:lnTo>
                    <a:pt x="2333625" y="2638424"/>
                  </a:lnTo>
                  <a:lnTo>
                    <a:pt x="2371725" y="2670174"/>
                  </a:lnTo>
                  <a:lnTo>
                    <a:pt x="2413000" y="2701924"/>
                  </a:lnTo>
                  <a:lnTo>
                    <a:pt x="2457450" y="2730499"/>
                  </a:lnTo>
                  <a:lnTo>
                    <a:pt x="2501900" y="2755899"/>
                  </a:lnTo>
                  <a:lnTo>
                    <a:pt x="2600325" y="2803524"/>
                  </a:lnTo>
                  <a:lnTo>
                    <a:pt x="2701925" y="2844799"/>
                  </a:lnTo>
                  <a:lnTo>
                    <a:pt x="2790825" y="2882899"/>
                  </a:lnTo>
                  <a:lnTo>
                    <a:pt x="2863850" y="2920999"/>
                  </a:lnTo>
                  <a:lnTo>
                    <a:pt x="2924175" y="2955924"/>
                  </a:lnTo>
                  <a:lnTo>
                    <a:pt x="2946400" y="2974974"/>
                  </a:lnTo>
                  <a:lnTo>
                    <a:pt x="2968625" y="2994024"/>
                  </a:lnTo>
                  <a:lnTo>
                    <a:pt x="2984500" y="3009899"/>
                  </a:lnTo>
                  <a:lnTo>
                    <a:pt x="3000375" y="3032124"/>
                  </a:lnTo>
                  <a:lnTo>
                    <a:pt x="3013075" y="3051174"/>
                  </a:lnTo>
                  <a:lnTo>
                    <a:pt x="3022600" y="3073399"/>
                  </a:lnTo>
                  <a:lnTo>
                    <a:pt x="3028950" y="3095624"/>
                  </a:lnTo>
                  <a:lnTo>
                    <a:pt x="3035300" y="3121024"/>
                  </a:lnTo>
                  <a:lnTo>
                    <a:pt x="3038475" y="3146424"/>
                  </a:lnTo>
                  <a:lnTo>
                    <a:pt x="3041650" y="3171824"/>
                  </a:lnTo>
                  <a:lnTo>
                    <a:pt x="3038475" y="3203574"/>
                  </a:lnTo>
                  <a:lnTo>
                    <a:pt x="3032125" y="3232149"/>
                  </a:lnTo>
                  <a:lnTo>
                    <a:pt x="3025775" y="3257549"/>
                  </a:lnTo>
                  <a:lnTo>
                    <a:pt x="3013075" y="3279774"/>
                  </a:lnTo>
                  <a:lnTo>
                    <a:pt x="2997200" y="3301999"/>
                  </a:lnTo>
                  <a:lnTo>
                    <a:pt x="2978150" y="3317874"/>
                  </a:lnTo>
                  <a:lnTo>
                    <a:pt x="2955925" y="3333749"/>
                  </a:lnTo>
                  <a:lnTo>
                    <a:pt x="2927350" y="3349624"/>
                  </a:lnTo>
                  <a:lnTo>
                    <a:pt x="2898775" y="3359149"/>
                  </a:lnTo>
                  <a:lnTo>
                    <a:pt x="2870200" y="3371849"/>
                  </a:lnTo>
                  <a:lnTo>
                    <a:pt x="2803525" y="3384549"/>
                  </a:lnTo>
                  <a:lnTo>
                    <a:pt x="2733675" y="3394074"/>
                  </a:lnTo>
                  <a:lnTo>
                    <a:pt x="2657475" y="3397249"/>
                  </a:lnTo>
                  <a:lnTo>
                    <a:pt x="2581275" y="3397249"/>
                  </a:lnTo>
                  <a:lnTo>
                    <a:pt x="2517775" y="3390899"/>
                  </a:lnTo>
                  <a:lnTo>
                    <a:pt x="2457450" y="3384549"/>
                  </a:lnTo>
                  <a:lnTo>
                    <a:pt x="2406650" y="3375024"/>
                  </a:lnTo>
                  <a:lnTo>
                    <a:pt x="2324100" y="3349624"/>
                  </a:lnTo>
                  <a:lnTo>
                    <a:pt x="2257425" y="3324224"/>
                  </a:lnTo>
                  <a:lnTo>
                    <a:pt x="2232025" y="3314699"/>
                  </a:lnTo>
                  <a:lnTo>
                    <a:pt x="2212975" y="3308349"/>
                  </a:lnTo>
                  <a:lnTo>
                    <a:pt x="2203450" y="3311524"/>
                  </a:lnTo>
                  <a:lnTo>
                    <a:pt x="2193925" y="3317874"/>
                  </a:lnTo>
                  <a:lnTo>
                    <a:pt x="2184400" y="3330574"/>
                  </a:lnTo>
                  <a:lnTo>
                    <a:pt x="2174875" y="3346449"/>
                  </a:lnTo>
                  <a:lnTo>
                    <a:pt x="2159000" y="3390899"/>
                  </a:lnTo>
                  <a:lnTo>
                    <a:pt x="2146300" y="3441699"/>
                  </a:lnTo>
                  <a:lnTo>
                    <a:pt x="2133600" y="3495674"/>
                  </a:lnTo>
                  <a:lnTo>
                    <a:pt x="2130425" y="3546474"/>
                  </a:lnTo>
                  <a:lnTo>
                    <a:pt x="2130425" y="3568699"/>
                  </a:lnTo>
                  <a:lnTo>
                    <a:pt x="2130425" y="3587749"/>
                  </a:lnTo>
                  <a:lnTo>
                    <a:pt x="2133600" y="3600449"/>
                  </a:lnTo>
                  <a:lnTo>
                    <a:pt x="2139950" y="3606799"/>
                  </a:lnTo>
                  <a:lnTo>
                    <a:pt x="2168525" y="3622674"/>
                  </a:lnTo>
                  <a:lnTo>
                    <a:pt x="2203450" y="3641724"/>
                  </a:lnTo>
                  <a:lnTo>
                    <a:pt x="2247900" y="3657599"/>
                  </a:lnTo>
                  <a:lnTo>
                    <a:pt x="2301875" y="3673474"/>
                  </a:lnTo>
                  <a:lnTo>
                    <a:pt x="2362200" y="3689349"/>
                  </a:lnTo>
                  <a:lnTo>
                    <a:pt x="2432050" y="3702049"/>
                  </a:lnTo>
                  <a:lnTo>
                    <a:pt x="2511425" y="3711574"/>
                  </a:lnTo>
                  <a:lnTo>
                    <a:pt x="2597150" y="3717924"/>
                  </a:lnTo>
                  <a:lnTo>
                    <a:pt x="2597150" y="3829049"/>
                  </a:lnTo>
                  <a:lnTo>
                    <a:pt x="2597150" y="3860799"/>
                  </a:lnTo>
                  <a:lnTo>
                    <a:pt x="2603500" y="3886199"/>
                  </a:lnTo>
                  <a:lnTo>
                    <a:pt x="2609850" y="3905249"/>
                  </a:lnTo>
                  <a:lnTo>
                    <a:pt x="2619375" y="3921124"/>
                  </a:lnTo>
                  <a:lnTo>
                    <a:pt x="2632075" y="3930649"/>
                  </a:lnTo>
                  <a:lnTo>
                    <a:pt x="2647950" y="3936999"/>
                  </a:lnTo>
                  <a:lnTo>
                    <a:pt x="2670175" y="3940174"/>
                  </a:lnTo>
                  <a:lnTo>
                    <a:pt x="2695575" y="3940174"/>
                  </a:lnTo>
                  <a:lnTo>
                    <a:pt x="2879725" y="3940174"/>
                  </a:lnTo>
                  <a:lnTo>
                    <a:pt x="2905125" y="3940174"/>
                  </a:lnTo>
                  <a:lnTo>
                    <a:pt x="2924175" y="3936999"/>
                  </a:lnTo>
                  <a:lnTo>
                    <a:pt x="2940050" y="3930649"/>
                  </a:lnTo>
                  <a:lnTo>
                    <a:pt x="2946400" y="3924299"/>
                  </a:lnTo>
                  <a:lnTo>
                    <a:pt x="2952750" y="3911599"/>
                  </a:lnTo>
                  <a:lnTo>
                    <a:pt x="2959100" y="3892549"/>
                  </a:lnTo>
                  <a:lnTo>
                    <a:pt x="2959100" y="3870324"/>
                  </a:lnTo>
                  <a:lnTo>
                    <a:pt x="2962275" y="3841749"/>
                  </a:lnTo>
                  <a:lnTo>
                    <a:pt x="2962275" y="3689349"/>
                  </a:lnTo>
                  <a:lnTo>
                    <a:pt x="3009900" y="3679824"/>
                  </a:lnTo>
                  <a:lnTo>
                    <a:pt x="3057525" y="3663949"/>
                  </a:lnTo>
                  <a:lnTo>
                    <a:pt x="3101975" y="3648074"/>
                  </a:lnTo>
                  <a:lnTo>
                    <a:pt x="3146425" y="3629024"/>
                  </a:lnTo>
                  <a:lnTo>
                    <a:pt x="3187700" y="3609974"/>
                  </a:lnTo>
                  <a:lnTo>
                    <a:pt x="3225800" y="3584574"/>
                  </a:lnTo>
                  <a:lnTo>
                    <a:pt x="3260725" y="3555999"/>
                  </a:lnTo>
                  <a:lnTo>
                    <a:pt x="3295650" y="3527424"/>
                  </a:lnTo>
                  <a:lnTo>
                    <a:pt x="3324225" y="3492499"/>
                  </a:lnTo>
                  <a:lnTo>
                    <a:pt x="3349625" y="3454399"/>
                  </a:lnTo>
                  <a:lnTo>
                    <a:pt x="3371850" y="3413124"/>
                  </a:lnTo>
                  <a:lnTo>
                    <a:pt x="3390900" y="3371849"/>
                  </a:lnTo>
                  <a:lnTo>
                    <a:pt x="3406775" y="3324224"/>
                  </a:lnTo>
                  <a:lnTo>
                    <a:pt x="3419475" y="3270249"/>
                  </a:lnTo>
                  <a:lnTo>
                    <a:pt x="3425825" y="3216274"/>
                  </a:lnTo>
                  <a:lnTo>
                    <a:pt x="3429000" y="3155949"/>
                  </a:lnTo>
                  <a:lnTo>
                    <a:pt x="3425825" y="3101974"/>
                  </a:lnTo>
                  <a:lnTo>
                    <a:pt x="3419475" y="3051174"/>
                  </a:lnTo>
                  <a:lnTo>
                    <a:pt x="3406775" y="3003549"/>
                  </a:lnTo>
                  <a:lnTo>
                    <a:pt x="3394075" y="2955924"/>
                  </a:lnTo>
                  <a:lnTo>
                    <a:pt x="3371850" y="2911474"/>
                  </a:lnTo>
                  <a:lnTo>
                    <a:pt x="3349625" y="2870199"/>
                  </a:lnTo>
                  <a:lnTo>
                    <a:pt x="3317875" y="2828924"/>
                  </a:lnTo>
                  <a:lnTo>
                    <a:pt x="3286125" y="2790824"/>
                  </a:lnTo>
                  <a:lnTo>
                    <a:pt x="3248025" y="2755899"/>
                  </a:lnTo>
                  <a:lnTo>
                    <a:pt x="3206750" y="2720974"/>
                  </a:lnTo>
                  <a:lnTo>
                    <a:pt x="3162300" y="2689224"/>
                  </a:lnTo>
                  <a:lnTo>
                    <a:pt x="3114675" y="2657474"/>
                  </a:lnTo>
                  <a:lnTo>
                    <a:pt x="3063875" y="2625724"/>
                  </a:lnTo>
                  <a:lnTo>
                    <a:pt x="3006725" y="2597149"/>
                  </a:lnTo>
                  <a:lnTo>
                    <a:pt x="2946400" y="2568574"/>
                  </a:lnTo>
                  <a:lnTo>
                    <a:pt x="2886075" y="2539999"/>
                  </a:lnTo>
                  <a:lnTo>
                    <a:pt x="2806700" y="2508249"/>
                  </a:lnTo>
                  <a:lnTo>
                    <a:pt x="2740025" y="2476499"/>
                  </a:lnTo>
                  <a:lnTo>
                    <a:pt x="2682875" y="2441574"/>
                  </a:lnTo>
                  <a:lnTo>
                    <a:pt x="2635250" y="2409824"/>
                  </a:lnTo>
                  <a:lnTo>
                    <a:pt x="2616200" y="2393949"/>
                  </a:lnTo>
                  <a:lnTo>
                    <a:pt x="2600325" y="2378074"/>
                  </a:lnTo>
                  <a:lnTo>
                    <a:pt x="2587625" y="2359024"/>
                  </a:lnTo>
                  <a:lnTo>
                    <a:pt x="2574925" y="2339974"/>
                  </a:lnTo>
                  <a:lnTo>
                    <a:pt x="2565400" y="2320924"/>
                  </a:lnTo>
                  <a:lnTo>
                    <a:pt x="2559050" y="2298699"/>
                  </a:lnTo>
                  <a:lnTo>
                    <a:pt x="2555875" y="2276474"/>
                  </a:lnTo>
                  <a:lnTo>
                    <a:pt x="2552700" y="2251074"/>
                  </a:lnTo>
                  <a:lnTo>
                    <a:pt x="2555875" y="2228849"/>
                  </a:lnTo>
                  <a:lnTo>
                    <a:pt x="2559050" y="2206624"/>
                  </a:lnTo>
                  <a:lnTo>
                    <a:pt x="2562225" y="2184399"/>
                  </a:lnTo>
                  <a:lnTo>
                    <a:pt x="2571750" y="2162174"/>
                  </a:lnTo>
                  <a:lnTo>
                    <a:pt x="2581275" y="2143124"/>
                  </a:lnTo>
                  <a:lnTo>
                    <a:pt x="2593975" y="2124074"/>
                  </a:lnTo>
                  <a:lnTo>
                    <a:pt x="2609850" y="2108199"/>
                  </a:lnTo>
                  <a:lnTo>
                    <a:pt x="2625725" y="2092324"/>
                  </a:lnTo>
                  <a:lnTo>
                    <a:pt x="2644775" y="2079624"/>
                  </a:lnTo>
                  <a:lnTo>
                    <a:pt x="2667000" y="2066924"/>
                  </a:lnTo>
                  <a:lnTo>
                    <a:pt x="2695575" y="2057399"/>
                  </a:lnTo>
                  <a:lnTo>
                    <a:pt x="2724150" y="2047874"/>
                  </a:lnTo>
                  <a:lnTo>
                    <a:pt x="2759075" y="2041524"/>
                  </a:lnTo>
                  <a:lnTo>
                    <a:pt x="2797175" y="2038349"/>
                  </a:lnTo>
                  <a:lnTo>
                    <a:pt x="2838450" y="2035174"/>
                  </a:lnTo>
                  <a:lnTo>
                    <a:pt x="2886075" y="2035174"/>
                  </a:lnTo>
                  <a:lnTo>
                    <a:pt x="2933700" y="2035174"/>
                  </a:lnTo>
                  <a:lnTo>
                    <a:pt x="2981325" y="2038349"/>
                  </a:lnTo>
                  <a:lnTo>
                    <a:pt x="3032125" y="2044699"/>
                  </a:lnTo>
                  <a:lnTo>
                    <a:pt x="3079750" y="2054224"/>
                  </a:lnTo>
                  <a:lnTo>
                    <a:pt x="3165475" y="2073274"/>
                  </a:lnTo>
                  <a:lnTo>
                    <a:pt x="3225800" y="2089149"/>
                  </a:lnTo>
                  <a:lnTo>
                    <a:pt x="3238500" y="2089149"/>
                  </a:lnTo>
                  <a:lnTo>
                    <a:pt x="3251200" y="2082799"/>
                  </a:lnTo>
                  <a:lnTo>
                    <a:pt x="3260725" y="2073274"/>
                  </a:lnTo>
                  <a:lnTo>
                    <a:pt x="3273425" y="2054224"/>
                  </a:lnTo>
                  <a:lnTo>
                    <a:pt x="3295650" y="2006599"/>
                  </a:lnTo>
                  <a:lnTo>
                    <a:pt x="3311525" y="1958974"/>
                  </a:lnTo>
                  <a:lnTo>
                    <a:pt x="3321050" y="1904999"/>
                  </a:lnTo>
                  <a:lnTo>
                    <a:pt x="3324225" y="1857374"/>
                  </a:lnTo>
                  <a:lnTo>
                    <a:pt x="3324225" y="1835149"/>
                  </a:lnTo>
                  <a:lnTo>
                    <a:pt x="3317875" y="1819274"/>
                  </a:lnTo>
                  <a:lnTo>
                    <a:pt x="3311525" y="1806574"/>
                  </a:lnTo>
                  <a:lnTo>
                    <a:pt x="3298825" y="1797049"/>
                  </a:lnTo>
                  <a:lnTo>
                    <a:pt x="3254375" y="1784349"/>
                  </a:lnTo>
                  <a:lnTo>
                    <a:pt x="3197225" y="1768474"/>
                  </a:lnTo>
                  <a:lnTo>
                    <a:pt x="3159125" y="1762124"/>
                  </a:lnTo>
                  <a:lnTo>
                    <a:pt x="3117850" y="1755774"/>
                  </a:lnTo>
                  <a:lnTo>
                    <a:pt x="3019425" y="1746249"/>
                  </a:lnTo>
                  <a:lnTo>
                    <a:pt x="3019425" y="1609724"/>
                  </a:lnTo>
                  <a:lnTo>
                    <a:pt x="3019425" y="1555749"/>
                  </a:lnTo>
                  <a:lnTo>
                    <a:pt x="3016250" y="1533524"/>
                  </a:lnTo>
                  <a:lnTo>
                    <a:pt x="3009900" y="1520824"/>
                  </a:lnTo>
                  <a:lnTo>
                    <a:pt x="3003550" y="1511299"/>
                  </a:lnTo>
                  <a:lnTo>
                    <a:pt x="2990850" y="1501774"/>
                  </a:lnTo>
                  <a:lnTo>
                    <a:pt x="2968625" y="1498599"/>
                  </a:lnTo>
                  <a:lnTo>
                    <a:pt x="2943225" y="1498599"/>
                  </a:lnTo>
                  <a:lnTo>
                    <a:pt x="2762250" y="1498599"/>
                  </a:lnTo>
                  <a:close/>
                  <a:moveTo>
                    <a:pt x="2077933" y="438148"/>
                  </a:moveTo>
                  <a:cubicBezTo>
                    <a:pt x="2061771" y="438148"/>
                    <a:pt x="2048669" y="451250"/>
                    <a:pt x="2048669" y="467412"/>
                  </a:cubicBezTo>
                  <a:lnTo>
                    <a:pt x="2048669" y="769928"/>
                  </a:lnTo>
                  <a:lnTo>
                    <a:pt x="2075397" y="778225"/>
                  </a:lnTo>
                  <a:cubicBezTo>
                    <a:pt x="2119967" y="797076"/>
                    <a:pt x="2155673" y="832782"/>
                    <a:pt x="2174524" y="877352"/>
                  </a:cubicBezTo>
                  <a:lnTo>
                    <a:pt x="2184888" y="928686"/>
                  </a:lnTo>
                  <a:lnTo>
                    <a:pt x="3371361" y="928686"/>
                  </a:lnTo>
                  <a:lnTo>
                    <a:pt x="3381725" y="877352"/>
                  </a:lnTo>
                  <a:cubicBezTo>
                    <a:pt x="3400577" y="832782"/>
                    <a:pt x="3436283" y="797076"/>
                    <a:pt x="3480853" y="778224"/>
                  </a:cubicBezTo>
                  <a:lnTo>
                    <a:pt x="3507582" y="769927"/>
                  </a:lnTo>
                  <a:lnTo>
                    <a:pt x="3507582" y="467412"/>
                  </a:lnTo>
                  <a:cubicBezTo>
                    <a:pt x="3507582" y="451250"/>
                    <a:pt x="3494480" y="438148"/>
                    <a:pt x="3478318" y="438148"/>
                  </a:cubicBezTo>
                  <a:close/>
                  <a:moveTo>
                    <a:pt x="2060754" y="0"/>
                  </a:moveTo>
                  <a:lnTo>
                    <a:pt x="3495494" y="0"/>
                  </a:lnTo>
                  <a:cubicBezTo>
                    <a:pt x="3746344" y="0"/>
                    <a:pt x="3949699" y="203354"/>
                    <a:pt x="3949699" y="454204"/>
                  </a:cubicBezTo>
                  <a:lnTo>
                    <a:pt x="3949699" y="772638"/>
                  </a:lnTo>
                  <a:lnTo>
                    <a:pt x="3967697" y="778224"/>
                  </a:lnTo>
                  <a:cubicBezTo>
                    <a:pt x="4012267" y="797076"/>
                    <a:pt x="4047973" y="832782"/>
                    <a:pt x="4066824" y="877352"/>
                  </a:cubicBezTo>
                  <a:lnTo>
                    <a:pt x="4077188" y="928686"/>
                  </a:lnTo>
                  <a:lnTo>
                    <a:pt x="5316011" y="928686"/>
                  </a:lnTo>
                  <a:cubicBezTo>
                    <a:pt x="5450445" y="928686"/>
                    <a:pt x="5559425" y="1037666"/>
                    <a:pt x="5559425" y="1172100"/>
                  </a:cubicBezTo>
                  <a:lnTo>
                    <a:pt x="5559425" y="4355572"/>
                  </a:lnTo>
                  <a:cubicBezTo>
                    <a:pt x="5559425" y="4490006"/>
                    <a:pt x="5450445" y="4598986"/>
                    <a:pt x="5316011" y="4598986"/>
                  </a:cubicBezTo>
                  <a:lnTo>
                    <a:pt x="4950129" y="4598986"/>
                  </a:lnTo>
                  <a:lnTo>
                    <a:pt x="4924434" y="4637096"/>
                  </a:lnTo>
                  <a:cubicBezTo>
                    <a:pt x="4899919" y="4661611"/>
                    <a:pt x="4866052" y="4676774"/>
                    <a:pt x="4828643" y="4676774"/>
                  </a:cubicBezTo>
                  <a:lnTo>
                    <a:pt x="4572531" y="4676774"/>
                  </a:lnTo>
                  <a:cubicBezTo>
                    <a:pt x="4535123" y="4676774"/>
                    <a:pt x="4501256" y="4661611"/>
                    <a:pt x="4476740" y="4637096"/>
                  </a:cubicBezTo>
                  <a:lnTo>
                    <a:pt x="4451046" y="4598986"/>
                  </a:lnTo>
                  <a:lnTo>
                    <a:pt x="1063928" y="4598986"/>
                  </a:lnTo>
                  <a:lnTo>
                    <a:pt x="1038234" y="4637096"/>
                  </a:lnTo>
                  <a:cubicBezTo>
                    <a:pt x="1013719" y="4661611"/>
                    <a:pt x="979851" y="4676774"/>
                    <a:pt x="942443" y="4676774"/>
                  </a:cubicBezTo>
                  <a:lnTo>
                    <a:pt x="686331" y="4676774"/>
                  </a:lnTo>
                  <a:cubicBezTo>
                    <a:pt x="648922" y="4676774"/>
                    <a:pt x="615055" y="4661611"/>
                    <a:pt x="590540" y="4637096"/>
                  </a:cubicBezTo>
                  <a:lnTo>
                    <a:pt x="564846" y="4598986"/>
                  </a:lnTo>
                  <a:lnTo>
                    <a:pt x="243414" y="4598986"/>
                  </a:lnTo>
                  <a:cubicBezTo>
                    <a:pt x="108980" y="4598986"/>
                    <a:pt x="0" y="4490006"/>
                    <a:pt x="0" y="4355572"/>
                  </a:cubicBezTo>
                  <a:lnTo>
                    <a:pt x="0" y="1172100"/>
                  </a:lnTo>
                  <a:cubicBezTo>
                    <a:pt x="0" y="1037666"/>
                    <a:pt x="108980" y="928686"/>
                    <a:pt x="243414" y="928686"/>
                  </a:cubicBezTo>
                  <a:lnTo>
                    <a:pt x="1479061" y="928686"/>
                  </a:lnTo>
                  <a:lnTo>
                    <a:pt x="1489425" y="877352"/>
                  </a:lnTo>
                  <a:cubicBezTo>
                    <a:pt x="1508276" y="832782"/>
                    <a:pt x="1543982" y="797076"/>
                    <a:pt x="1588552" y="778225"/>
                  </a:cubicBezTo>
                  <a:lnTo>
                    <a:pt x="1606549" y="772638"/>
                  </a:lnTo>
                  <a:lnTo>
                    <a:pt x="1606549" y="454204"/>
                  </a:lnTo>
                  <a:cubicBezTo>
                    <a:pt x="1606549" y="203354"/>
                    <a:pt x="1809904" y="0"/>
                    <a:pt x="206075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760">
                <a:solidFill>
                  <a:srgbClr val="FFFFFF"/>
                </a:solidFill>
                <a:cs typeface="+mn-ea"/>
                <a:sym typeface="+mn-lt"/>
              </a:endParaRPr>
            </a:p>
          </p:txBody>
        </p:sp>
      </p:grpSp>
      <p:sp>
        <p:nvSpPr>
          <p:cNvPr id="169" name="椭圆 168"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6D34D7AD-4E96-49F5-96F0-59F73ECC69EA}"/>
              </a:ext>
            </a:extLst>
          </p:cNvPr>
          <p:cNvSpPr/>
          <p:nvPr/>
        </p:nvSpPr>
        <p:spPr>
          <a:xfrm rot="19609735">
            <a:off x="2365885" y="1862275"/>
            <a:ext cx="115193" cy="115193"/>
          </a:xfrm>
          <a:prstGeom prst="ellipse">
            <a:avLst/>
          </a:prstGeom>
          <a:solidFill>
            <a:srgbClr val="10888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60">
              <a:cs typeface="+mn-ea"/>
              <a:sym typeface="+mn-lt"/>
            </a:endParaRPr>
          </a:p>
        </p:txBody>
      </p:sp>
      <p:sp>
        <p:nvSpPr>
          <p:cNvPr id="170" name="MH_SubTitle_1"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404E43BE-4043-4E68-92A8-0F0888477BE3}"/>
              </a:ext>
            </a:extLst>
          </p:cNvPr>
          <p:cNvSpPr txBox="1">
            <a:spLocks noChangeArrowheads="1"/>
          </p:cNvSpPr>
          <p:nvPr>
            <p:custDataLst>
              <p:tags r:id="rId2"/>
            </p:custDataLst>
          </p:nvPr>
        </p:nvSpPr>
        <p:spPr bwMode="auto">
          <a:xfrm>
            <a:off x="1655147" y="2741332"/>
            <a:ext cx="1041678" cy="1014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3000" dirty="0">
                <a:solidFill>
                  <a:srgbClr val="C80A2A"/>
                </a:solidFill>
                <a:latin typeface="幼圆" panose="02010509060101010101" pitchFamily="49" charset="-122"/>
                <a:ea typeface="幼圆" panose="02010509060101010101" pitchFamily="49" charset="-122"/>
                <a:cs typeface="+mn-ea"/>
                <a:sym typeface="+mn-lt"/>
              </a:rPr>
              <a:t>优点</a:t>
            </a:r>
          </a:p>
        </p:txBody>
      </p:sp>
      <p:grpSp>
        <p:nvGrpSpPr>
          <p:cNvPr id="2" name="组合 1">
            <a:extLst>
              <a:ext uri="{FF2B5EF4-FFF2-40B4-BE49-F238E27FC236}">
                <a16:creationId xmlns:a16="http://schemas.microsoft.com/office/drawing/2014/main" id="{579E4703-00AF-A8DA-DBAC-8B58D7D3FB61}"/>
              </a:ext>
            </a:extLst>
          </p:cNvPr>
          <p:cNvGrpSpPr/>
          <p:nvPr/>
        </p:nvGrpSpPr>
        <p:grpSpPr>
          <a:xfrm>
            <a:off x="4917761" y="3380957"/>
            <a:ext cx="3959775" cy="913342"/>
            <a:chOff x="8661400" y="4774958"/>
            <a:chExt cx="2717800" cy="1623716"/>
          </a:xfrm>
        </p:grpSpPr>
        <p:sp>
          <p:nvSpPr>
            <p:cNvPr id="3" name="MH_SubTitle_1"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30D6543A-800F-FEC9-77DE-3B10F2B1CCBB}"/>
                </a:ext>
              </a:extLst>
            </p:cNvPr>
            <p:cNvSpPr txBox="1">
              <a:spLocks noChangeArrowheads="1"/>
            </p:cNvSpPr>
            <p:nvPr>
              <p:custDataLst>
                <p:tags r:id="rId3"/>
              </p:custDataLst>
            </p:nvPr>
          </p:nvSpPr>
          <p:spPr bwMode="auto">
            <a:xfrm>
              <a:off x="8718945" y="4774958"/>
              <a:ext cx="23241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defPPr>
                <a:defRPr lang="zh-CN"/>
              </a:defPPr>
              <a:lvl1pPr eaLnBrk="1" hangingPunct="1">
                <a:defRPr sz="1700">
                  <a:solidFill>
                    <a:srgbClr val="C80A2A"/>
                  </a:solidFill>
                  <a:latin typeface="方正细圆简体" panose="03000509000000000000" pitchFamily="65" charset="-122"/>
                  <a:ea typeface="方正细圆简体" panose="03000509000000000000" pitchFamily="65" charset="-122"/>
                </a:defRPr>
              </a:lvl1pPr>
              <a:lvl2pPr marL="742950" indent="-285750" eaLnBrk="0" hangingPunct="0">
                <a:defRPr>
                  <a:ea typeface="宋体" panose="02010600030101010101" pitchFamily="2" charset="-122"/>
                </a:defRPr>
              </a:lvl2pPr>
              <a:lvl3pPr marL="1143000" indent="-228600" eaLnBrk="0" hangingPunct="0">
                <a:defRPr>
                  <a:ea typeface="宋体" panose="02010600030101010101" pitchFamily="2" charset="-122"/>
                </a:defRPr>
              </a:lvl3pPr>
              <a:lvl4pPr marL="1600200" indent="-228600" eaLnBrk="0" hangingPunct="0">
                <a:defRPr>
                  <a:ea typeface="宋体" panose="02010600030101010101" pitchFamily="2" charset="-122"/>
                </a:defRPr>
              </a:lvl4pPr>
              <a:lvl5pPr marL="2057400" indent="-228600" eaLnBrk="0" hangingPunct="0">
                <a:defRPr>
                  <a:ea typeface="宋体" panose="02010600030101010101" pitchFamily="2" charset="-122"/>
                </a:defRPr>
              </a:lvl5pPr>
              <a:lvl6pPr marL="2514600" indent="-228600" eaLnBrk="0" fontAlgn="base" hangingPunct="0">
                <a:spcBef>
                  <a:spcPct val="0"/>
                </a:spcBef>
                <a:spcAft>
                  <a:spcPct val="0"/>
                </a:spcAft>
                <a:defRPr>
                  <a:ea typeface="宋体" panose="02010600030101010101" pitchFamily="2" charset="-122"/>
                </a:defRPr>
              </a:lvl6pPr>
              <a:lvl7pPr marL="2971800" indent="-228600" eaLnBrk="0" fontAlgn="base" hangingPunct="0">
                <a:spcBef>
                  <a:spcPct val="0"/>
                </a:spcBef>
                <a:spcAft>
                  <a:spcPct val="0"/>
                </a:spcAft>
                <a:defRPr>
                  <a:ea typeface="宋体" panose="02010600030101010101" pitchFamily="2" charset="-122"/>
                </a:defRPr>
              </a:lvl7pPr>
              <a:lvl8pPr marL="3429000" indent="-228600" eaLnBrk="0" fontAlgn="base" hangingPunct="0">
                <a:spcBef>
                  <a:spcPct val="0"/>
                </a:spcBef>
                <a:spcAft>
                  <a:spcPct val="0"/>
                </a:spcAft>
                <a:defRPr>
                  <a:ea typeface="宋体" panose="02010600030101010101" pitchFamily="2" charset="-122"/>
                </a:defRPr>
              </a:lvl8pPr>
              <a:lvl9pPr marL="3886200" indent="-228600" eaLnBrk="0" fontAlgn="base" hangingPunct="0">
                <a:spcBef>
                  <a:spcPct val="0"/>
                </a:spcBef>
                <a:spcAft>
                  <a:spcPct val="0"/>
                </a:spcAft>
                <a:defRPr>
                  <a:ea typeface="宋体" panose="02010600030101010101" pitchFamily="2" charset="-122"/>
                </a:defRPr>
              </a:lvl9pPr>
            </a:lstStyle>
            <a:p>
              <a:r>
                <a:rPr lang="zh-CN" altLang="en-US" dirty="0">
                  <a:latin typeface="+mn-lt"/>
                  <a:ea typeface="+mn-ea"/>
                  <a:cs typeface="+mn-ea"/>
                  <a:sym typeface="+mn-lt"/>
                </a:rPr>
                <a:t>专注执行，主动协同</a:t>
              </a:r>
            </a:p>
          </p:txBody>
        </p:sp>
        <p:sp>
          <p:nvSpPr>
            <p:cNvPr id="4" name="TextBox 3"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029FFDF1-E159-7C73-0845-7E9C25118DF5}"/>
                </a:ext>
              </a:extLst>
            </p:cNvPr>
            <p:cNvSpPr txBox="1">
              <a:spLocks noChangeArrowheads="1"/>
            </p:cNvSpPr>
            <p:nvPr/>
          </p:nvSpPr>
          <p:spPr bwMode="auto">
            <a:xfrm>
              <a:off x="8661400" y="5313364"/>
              <a:ext cx="2717800" cy="1085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en-US" sz="1200" dirty="0">
                  <a:solidFill>
                    <a:schemeClr val="bg1">
                      <a:lumMod val="50000"/>
                    </a:schemeClr>
                  </a:solidFill>
                  <a:latin typeface="+mn-lt"/>
                  <a:ea typeface="+mn-ea"/>
                  <a:cs typeface="+mn-ea"/>
                  <a:sym typeface="+mn-lt"/>
                </a:rPr>
                <a:t>对分配的任务能高度专注，主动向团队中沟通和文档能力强的同事协同和学习</a:t>
              </a:r>
            </a:p>
          </p:txBody>
        </p:sp>
      </p:grpSp>
      <p:grpSp>
        <p:nvGrpSpPr>
          <p:cNvPr id="5" name="组合 4">
            <a:extLst>
              <a:ext uri="{FF2B5EF4-FFF2-40B4-BE49-F238E27FC236}">
                <a16:creationId xmlns:a16="http://schemas.microsoft.com/office/drawing/2014/main" id="{DDA575CB-4FD5-CEA8-B1A4-30165E38B7B6}"/>
              </a:ext>
            </a:extLst>
          </p:cNvPr>
          <p:cNvGrpSpPr/>
          <p:nvPr/>
        </p:nvGrpSpPr>
        <p:grpSpPr>
          <a:xfrm>
            <a:off x="4530761" y="3622509"/>
            <a:ext cx="389335" cy="389335"/>
            <a:chOff x="7858125" y="5094288"/>
            <a:chExt cx="692150" cy="692150"/>
          </a:xfrm>
        </p:grpSpPr>
        <p:sp>
          <p:nvSpPr>
            <p:cNvPr id="6" name="椭圆 5"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763B3B8B-4734-CAE5-66B0-E0B5AD825DCE}"/>
                </a:ext>
              </a:extLst>
            </p:cNvPr>
            <p:cNvSpPr/>
            <p:nvPr/>
          </p:nvSpPr>
          <p:spPr>
            <a:xfrm>
              <a:off x="7858125" y="5094288"/>
              <a:ext cx="692150" cy="692150"/>
            </a:xfrm>
            <a:prstGeom prst="ellipse">
              <a:avLst/>
            </a:prstGeom>
            <a:solidFill>
              <a:srgbClr val="2297C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60" dirty="0">
                <a:cs typeface="+mn-ea"/>
                <a:sym typeface="+mn-lt"/>
              </a:endParaRPr>
            </a:p>
          </p:txBody>
        </p:sp>
        <p:sp>
          <p:nvSpPr>
            <p:cNvPr id="7" name="KSO_Shape"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8063B043-7927-5753-71D7-82E2F152B5A0}"/>
                </a:ext>
              </a:extLst>
            </p:cNvPr>
            <p:cNvSpPr>
              <a:spLocks/>
            </p:cNvSpPr>
            <p:nvPr/>
          </p:nvSpPr>
          <p:spPr bwMode="auto">
            <a:xfrm>
              <a:off x="8016875" y="5265738"/>
              <a:ext cx="365125" cy="363537"/>
            </a:xfrm>
            <a:custGeom>
              <a:avLst/>
              <a:gdLst>
                <a:gd name="T0" fmla="*/ 2147483647 w 3896"/>
                <a:gd name="T1" fmla="*/ 2147483647 h 3896"/>
                <a:gd name="T2" fmla="*/ 0 w 3896"/>
                <a:gd name="T3" fmla="*/ 2147483647 h 3896"/>
                <a:gd name="T4" fmla="*/ 2147483647 w 3896"/>
                <a:gd name="T5" fmla="*/ 0 h 3896"/>
                <a:gd name="T6" fmla="*/ 2147483647 w 3896"/>
                <a:gd name="T7" fmla="*/ 2147483647 h 3896"/>
                <a:gd name="T8" fmla="*/ 2147483647 w 3896"/>
                <a:gd name="T9" fmla="*/ 2147483647 h 3896"/>
                <a:gd name="T10" fmla="*/ 2147483647 w 3896"/>
                <a:gd name="T11" fmla="*/ 2147483647 h 3896"/>
                <a:gd name="T12" fmla="*/ 2147483647 w 3896"/>
                <a:gd name="T13" fmla="*/ 2147483647 h 3896"/>
                <a:gd name="T14" fmla="*/ 2147483647 w 3896"/>
                <a:gd name="T15" fmla="*/ 2147483647 h 3896"/>
                <a:gd name="T16" fmla="*/ 2147483647 w 3896"/>
                <a:gd name="T17" fmla="*/ 2147483647 h 3896"/>
                <a:gd name="T18" fmla="*/ 2147483647 w 3896"/>
                <a:gd name="T19" fmla="*/ 2147483647 h 3896"/>
                <a:gd name="T20" fmla="*/ 2147483647 w 3896"/>
                <a:gd name="T21" fmla="*/ 2147483647 h 3896"/>
                <a:gd name="T22" fmla="*/ 2147483647 w 3896"/>
                <a:gd name="T23" fmla="*/ 2147483647 h 3896"/>
                <a:gd name="T24" fmla="*/ 2147483647 w 3896"/>
                <a:gd name="T25" fmla="*/ 2147483647 h 3896"/>
                <a:gd name="T26" fmla="*/ 2147483647 w 3896"/>
                <a:gd name="T27" fmla="*/ 2147483647 h 3896"/>
                <a:gd name="T28" fmla="*/ 2147483647 w 3896"/>
                <a:gd name="T29" fmla="*/ 2147483647 h 3896"/>
                <a:gd name="T30" fmla="*/ 2147483647 w 3896"/>
                <a:gd name="T31" fmla="*/ 2147483647 h 3896"/>
                <a:gd name="T32" fmla="*/ 2147483647 w 3896"/>
                <a:gd name="T33" fmla="*/ 2147483647 h 3896"/>
                <a:gd name="T34" fmla="*/ 2147483647 w 3896"/>
                <a:gd name="T35" fmla="*/ 2147483647 h 3896"/>
                <a:gd name="T36" fmla="*/ 2147483647 w 3896"/>
                <a:gd name="T37" fmla="*/ 2147483647 h 3896"/>
                <a:gd name="T38" fmla="*/ 2147483647 w 3896"/>
                <a:gd name="T39" fmla="*/ 2147483647 h 3896"/>
                <a:gd name="T40" fmla="*/ 2147483647 w 3896"/>
                <a:gd name="T41" fmla="*/ 2147483647 h 3896"/>
                <a:gd name="T42" fmla="*/ 2147483647 w 3896"/>
                <a:gd name="T43" fmla="*/ 2147483647 h 3896"/>
                <a:gd name="T44" fmla="*/ 2147483647 w 3896"/>
                <a:gd name="T45" fmla="*/ 2147483647 h 3896"/>
                <a:gd name="T46" fmla="*/ 2147483647 w 3896"/>
                <a:gd name="T47" fmla="*/ 2147483647 h 389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896" h="3896">
                  <a:moveTo>
                    <a:pt x="1948" y="3896"/>
                  </a:moveTo>
                  <a:cubicBezTo>
                    <a:pt x="872" y="3896"/>
                    <a:pt x="0" y="3024"/>
                    <a:pt x="0" y="1948"/>
                  </a:cubicBezTo>
                  <a:cubicBezTo>
                    <a:pt x="0" y="872"/>
                    <a:pt x="872" y="0"/>
                    <a:pt x="1948" y="0"/>
                  </a:cubicBezTo>
                  <a:cubicBezTo>
                    <a:pt x="3024" y="0"/>
                    <a:pt x="3896" y="872"/>
                    <a:pt x="3896" y="1948"/>
                  </a:cubicBezTo>
                  <a:cubicBezTo>
                    <a:pt x="3896" y="3024"/>
                    <a:pt x="3024" y="3896"/>
                    <a:pt x="1948" y="3896"/>
                  </a:cubicBezTo>
                  <a:close/>
                  <a:moveTo>
                    <a:pt x="3018" y="839"/>
                  </a:moveTo>
                  <a:cubicBezTo>
                    <a:pt x="2852" y="674"/>
                    <a:pt x="2687" y="839"/>
                    <a:pt x="2687" y="839"/>
                  </a:cubicBezTo>
                  <a:cubicBezTo>
                    <a:pt x="2108" y="1418"/>
                    <a:pt x="2108" y="1418"/>
                    <a:pt x="2108" y="1418"/>
                  </a:cubicBezTo>
                  <a:cubicBezTo>
                    <a:pt x="869" y="1170"/>
                    <a:pt x="869" y="1170"/>
                    <a:pt x="869" y="1170"/>
                  </a:cubicBezTo>
                  <a:cubicBezTo>
                    <a:pt x="703" y="1335"/>
                    <a:pt x="703" y="1335"/>
                    <a:pt x="703" y="1335"/>
                  </a:cubicBezTo>
                  <a:cubicBezTo>
                    <a:pt x="1695" y="1831"/>
                    <a:pt x="1695" y="1831"/>
                    <a:pt x="1695" y="1831"/>
                  </a:cubicBezTo>
                  <a:cubicBezTo>
                    <a:pt x="1232" y="2294"/>
                    <a:pt x="1232" y="2294"/>
                    <a:pt x="1232" y="2294"/>
                  </a:cubicBezTo>
                  <a:cubicBezTo>
                    <a:pt x="786" y="2245"/>
                    <a:pt x="786" y="2245"/>
                    <a:pt x="786" y="2245"/>
                  </a:cubicBezTo>
                  <a:cubicBezTo>
                    <a:pt x="621" y="2410"/>
                    <a:pt x="621" y="2410"/>
                    <a:pt x="621" y="2410"/>
                  </a:cubicBezTo>
                  <a:cubicBezTo>
                    <a:pt x="1199" y="2658"/>
                    <a:pt x="1199" y="2658"/>
                    <a:pt x="1199" y="2658"/>
                  </a:cubicBezTo>
                  <a:cubicBezTo>
                    <a:pt x="1447" y="3236"/>
                    <a:pt x="1447" y="3236"/>
                    <a:pt x="1447" y="3236"/>
                  </a:cubicBezTo>
                  <a:cubicBezTo>
                    <a:pt x="1612" y="3071"/>
                    <a:pt x="1612" y="3071"/>
                    <a:pt x="1612" y="3071"/>
                  </a:cubicBezTo>
                  <a:cubicBezTo>
                    <a:pt x="1563" y="2625"/>
                    <a:pt x="1563" y="2625"/>
                    <a:pt x="1563" y="2625"/>
                  </a:cubicBezTo>
                  <a:cubicBezTo>
                    <a:pt x="2026" y="2162"/>
                    <a:pt x="2026" y="2162"/>
                    <a:pt x="2026" y="2162"/>
                  </a:cubicBezTo>
                  <a:cubicBezTo>
                    <a:pt x="2522" y="3154"/>
                    <a:pt x="2522" y="3154"/>
                    <a:pt x="2522" y="3154"/>
                  </a:cubicBezTo>
                  <a:cubicBezTo>
                    <a:pt x="2687" y="2989"/>
                    <a:pt x="2687" y="2989"/>
                    <a:pt x="2687" y="2989"/>
                  </a:cubicBezTo>
                  <a:cubicBezTo>
                    <a:pt x="2439" y="1749"/>
                    <a:pt x="2439" y="1749"/>
                    <a:pt x="2439" y="1749"/>
                  </a:cubicBezTo>
                  <a:cubicBezTo>
                    <a:pt x="3018" y="1170"/>
                    <a:pt x="3018" y="1170"/>
                    <a:pt x="3018" y="1170"/>
                  </a:cubicBezTo>
                  <a:cubicBezTo>
                    <a:pt x="3018" y="1170"/>
                    <a:pt x="3183" y="1005"/>
                    <a:pt x="3018" y="83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sz="760">
                <a:latin typeface="+mn-lt"/>
                <a:ea typeface="+mn-ea"/>
                <a:cs typeface="+mn-ea"/>
                <a:sym typeface="+mn-lt"/>
              </a:endParaRPr>
            </a:p>
          </p:txBody>
        </p:sp>
      </p:grpSp>
      <p:grpSp>
        <p:nvGrpSpPr>
          <p:cNvPr id="8" name="组合 7">
            <a:extLst>
              <a:ext uri="{FF2B5EF4-FFF2-40B4-BE49-F238E27FC236}">
                <a16:creationId xmlns:a16="http://schemas.microsoft.com/office/drawing/2014/main" id="{2BA68CBC-0AA8-3FD6-BAA7-7E93744C6433}"/>
              </a:ext>
            </a:extLst>
          </p:cNvPr>
          <p:cNvGrpSpPr/>
          <p:nvPr/>
        </p:nvGrpSpPr>
        <p:grpSpPr>
          <a:xfrm>
            <a:off x="4743338" y="31526"/>
            <a:ext cx="4356770" cy="488896"/>
            <a:chOff x="5295273" y="122395"/>
            <a:chExt cx="3946796" cy="355983"/>
          </a:xfrm>
          <a:gradFill flip="none" rotWithShape="1">
            <a:gsLst>
              <a:gs pos="74000">
                <a:schemeClr val="accent2">
                  <a:lumMod val="75000"/>
                </a:schemeClr>
              </a:gs>
              <a:gs pos="100000">
                <a:schemeClr val="bg1">
                  <a:lumMod val="95000"/>
                </a:schemeClr>
              </a:gs>
            </a:gsLst>
            <a:path path="circle">
              <a:fillToRect l="50000" t="130000" r="50000" b="-30000"/>
            </a:path>
            <a:tileRect/>
          </a:gradFill>
        </p:grpSpPr>
        <p:sp>
          <p:nvSpPr>
            <p:cNvPr id="9" name="矩形 8">
              <a:extLst>
                <a:ext uri="{FF2B5EF4-FFF2-40B4-BE49-F238E27FC236}">
                  <a16:creationId xmlns:a16="http://schemas.microsoft.com/office/drawing/2014/main" id="{29D6C89F-44EA-0F42-4C6E-4CB003DDCACB}"/>
                </a:ext>
              </a:extLst>
            </p:cNvPr>
            <p:cNvSpPr/>
            <p:nvPr/>
          </p:nvSpPr>
          <p:spPr>
            <a:xfrm>
              <a:off x="5295273" y="122395"/>
              <a:ext cx="3946796" cy="35598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dirty="0">
                <a:solidFill>
                  <a:schemeClr val="bg1"/>
                </a:solidFill>
                <a:highlight>
                  <a:srgbClr val="FFFF00"/>
                </a:highlight>
                <a:sym typeface="+mn-ea"/>
              </a:endParaRPr>
            </a:p>
          </p:txBody>
        </p:sp>
        <p:pic>
          <p:nvPicPr>
            <p:cNvPr id="10" name="图片 9">
              <a:extLst>
                <a:ext uri="{FF2B5EF4-FFF2-40B4-BE49-F238E27FC236}">
                  <a16:creationId xmlns:a16="http://schemas.microsoft.com/office/drawing/2014/main" id="{46C0F284-3D61-C33B-3183-71FAA29B14F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54218" y="140450"/>
              <a:ext cx="1819100" cy="337927"/>
            </a:xfrm>
            <a:prstGeom prst="rect">
              <a:avLst/>
            </a:prstGeom>
            <a:grpFill/>
            <a:effectLst/>
          </p:spPr>
        </p:pic>
        <p:sp>
          <p:nvSpPr>
            <p:cNvPr id="11" name="TextBox 7">
              <a:extLst>
                <a:ext uri="{FF2B5EF4-FFF2-40B4-BE49-F238E27FC236}">
                  <a16:creationId xmlns:a16="http://schemas.microsoft.com/office/drawing/2014/main" id="{10ABED3D-CAD3-F592-468D-E6D08517A82E}"/>
                </a:ext>
              </a:extLst>
            </p:cNvPr>
            <p:cNvSpPr txBox="1"/>
            <p:nvPr/>
          </p:nvSpPr>
          <p:spPr>
            <a:xfrm>
              <a:off x="7432262" y="186156"/>
              <a:ext cx="1648958" cy="246514"/>
            </a:xfrm>
            <a:prstGeom prst="rect">
              <a:avLst/>
            </a:prstGeom>
            <a:grpFill/>
          </p:spPr>
          <p:txBody>
            <a:bodyPr wrap="square" rtlCol="0">
              <a:spAutoFit/>
            </a:bodyPr>
            <a:lstStyle/>
            <a:p>
              <a:r>
                <a:rPr lang="en-US" altLang="zh-CN" sz="1600" b="1" dirty="0">
                  <a:solidFill>
                    <a:schemeClr val="bg1"/>
                  </a:solidFill>
                  <a:latin typeface="微软雅黑" panose="020B0503020204020204" charset="-122"/>
                  <a:ea typeface="微软雅黑" panose="020B0503020204020204" charset="-122"/>
                </a:rPr>
                <a:t>|   </a:t>
              </a:r>
              <a:r>
                <a:rPr lang="zh-CN" altLang="en-US" sz="1600" b="1" dirty="0">
                  <a:solidFill>
                    <a:schemeClr val="bg1"/>
                  </a:solidFill>
                  <a:latin typeface="微软雅黑" panose="020B0503020204020204" charset="-122"/>
                  <a:ea typeface="微软雅黑" panose="020B0503020204020204" charset="-122"/>
                </a:rPr>
                <a:t>南部一组部门</a:t>
              </a:r>
            </a:p>
          </p:txBody>
        </p:sp>
      </p:grpSp>
    </p:spTree>
    <p:extLst>
      <p:ext uri="{BB962C8B-B14F-4D97-AF65-F5344CB8AC3E}">
        <p14:creationId xmlns:p14="http://schemas.microsoft.com/office/powerpoint/2010/main" val="200172153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fade">
                                      <p:cBhvr>
                                        <p:cTn id="7" dur="500"/>
                                        <p:tgtEl>
                                          <p:spTgt spid="170"/>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0"/>
                                        </p:tgtEl>
                                        <p:attrNameLst>
                                          <p:attrName>style.visibility</p:attrName>
                                        </p:attrNameLst>
                                      </p:cBhvr>
                                      <p:to>
                                        <p:strVal val="visible"/>
                                      </p:to>
                                    </p:set>
                                    <p:anim calcmode="lin" valueType="num">
                                      <p:cBhvr>
                                        <p:cTn id="11" dur="500" fill="hold"/>
                                        <p:tgtEl>
                                          <p:spTgt spid="150"/>
                                        </p:tgtEl>
                                        <p:attrNameLst>
                                          <p:attrName>ppt_w</p:attrName>
                                        </p:attrNameLst>
                                      </p:cBhvr>
                                      <p:tavLst>
                                        <p:tav tm="0">
                                          <p:val>
                                            <p:fltVal val="0"/>
                                          </p:val>
                                        </p:tav>
                                        <p:tav tm="100000">
                                          <p:val>
                                            <p:strVal val="#ppt_w"/>
                                          </p:val>
                                        </p:tav>
                                      </p:tavLst>
                                    </p:anim>
                                    <p:anim calcmode="lin" valueType="num">
                                      <p:cBhvr>
                                        <p:cTn id="12" dur="500" fill="hold"/>
                                        <p:tgtEl>
                                          <p:spTgt spid="150"/>
                                        </p:tgtEl>
                                        <p:attrNameLst>
                                          <p:attrName>ppt_h</p:attrName>
                                        </p:attrNameLst>
                                      </p:cBhvr>
                                      <p:tavLst>
                                        <p:tav tm="0">
                                          <p:val>
                                            <p:fltVal val="0"/>
                                          </p:val>
                                        </p:tav>
                                        <p:tav tm="100000">
                                          <p:val>
                                            <p:strVal val="#ppt_h"/>
                                          </p:val>
                                        </p:tav>
                                      </p:tavLst>
                                    </p:anim>
                                    <p:animEffect transition="in" filter="fade">
                                      <p:cBhvr>
                                        <p:cTn id="13" dur="500"/>
                                        <p:tgtEl>
                                          <p:spTgt spid="15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47"/>
                                        </p:tgtEl>
                                        <p:attrNameLst>
                                          <p:attrName>style.visibility</p:attrName>
                                        </p:attrNameLst>
                                      </p:cBhvr>
                                      <p:to>
                                        <p:strVal val="visible"/>
                                      </p:to>
                                    </p:set>
                                    <p:animEffect transition="in" filter="barn(inVertical)">
                                      <p:cBhvr>
                                        <p:cTn id="16" dur="500"/>
                                        <p:tgtEl>
                                          <p:spTgt spid="14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46"/>
                                        </p:tgtEl>
                                        <p:attrNameLst>
                                          <p:attrName>style.visibility</p:attrName>
                                        </p:attrNameLst>
                                      </p:cBhvr>
                                      <p:to>
                                        <p:strVal val="visible"/>
                                      </p:to>
                                    </p:set>
                                    <p:animEffect transition="in" filter="barn(inVertical)">
                                      <p:cBhvr>
                                        <p:cTn id="19" dur="500"/>
                                        <p:tgtEl>
                                          <p:spTgt spid="146"/>
                                        </p:tgtEl>
                                      </p:cBhvr>
                                    </p:animEffect>
                                  </p:childTnLst>
                                </p:cTn>
                              </p:par>
                            </p:childTnLst>
                          </p:cTn>
                        </p:par>
                        <p:par>
                          <p:cTn id="20" fill="hold">
                            <p:stCondLst>
                              <p:cond delay="1000"/>
                            </p:stCondLst>
                            <p:childTnLst>
                              <p:par>
                                <p:cTn id="21" presetID="53" presetClass="entr" presetSubtype="16" fill="hold" grpId="0" nodeType="afterEffect">
                                  <p:stCondLst>
                                    <p:cond delay="0"/>
                                  </p:stCondLst>
                                  <p:childTnLst>
                                    <p:set>
                                      <p:cBhvr>
                                        <p:cTn id="22" dur="1" fill="hold">
                                          <p:stCondLst>
                                            <p:cond delay="0"/>
                                          </p:stCondLst>
                                        </p:cTn>
                                        <p:tgtEl>
                                          <p:spTgt spid="169"/>
                                        </p:tgtEl>
                                        <p:attrNameLst>
                                          <p:attrName>style.visibility</p:attrName>
                                        </p:attrNameLst>
                                      </p:cBhvr>
                                      <p:to>
                                        <p:strVal val="visible"/>
                                      </p:to>
                                    </p:set>
                                    <p:anim calcmode="lin" valueType="num">
                                      <p:cBhvr>
                                        <p:cTn id="23" dur="500" fill="hold"/>
                                        <p:tgtEl>
                                          <p:spTgt spid="169"/>
                                        </p:tgtEl>
                                        <p:attrNameLst>
                                          <p:attrName>ppt_w</p:attrName>
                                        </p:attrNameLst>
                                      </p:cBhvr>
                                      <p:tavLst>
                                        <p:tav tm="0">
                                          <p:val>
                                            <p:fltVal val="0"/>
                                          </p:val>
                                        </p:tav>
                                        <p:tav tm="100000">
                                          <p:val>
                                            <p:strVal val="#ppt_w"/>
                                          </p:val>
                                        </p:tav>
                                      </p:tavLst>
                                    </p:anim>
                                    <p:anim calcmode="lin" valueType="num">
                                      <p:cBhvr>
                                        <p:cTn id="24" dur="500" fill="hold"/>
                                        <p:tgtEl>
                                          <p:spTgt spid="169"/>
                                        </p:tgtEl>
                                        <p:attrNameLst>
                                          <p:attrName>ppt_h</p:attrName>
                                        </p:attrNameLst>
                                      </p:cBhvr>
                                      <p:tavLst>
                                        <p:tav tm="0">
                                          <p:val>
                                            <p:fltVal val="0"/>
                                          </p:val>
                                        </p:tav>
                                        <p:tav tm="100000">
                                          <p:val>
                                            <p:strVal val="#ppt_h"/>
                                          </p:val>
                                        </p:tav>
                                      </p:tavLst>
                                    </p:anim>
                                    <p:animEffect transition="in" filter="fade">
                                      <p:cBhvr>
                                        <p:cTn id="25" dur="500"/>
                                        <p:tgtEl>
                                          <p:spTgt spid="169"/>
                                        </p:tgtEl>
                                      </p:cBhvr>
                                    </p:animEffect>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148"/>
                                        </p:tgtEl>
                                        <p:attrNameLst>
                                          <p:attrName>style.visibility</p:attrName>
                                        </p:attrNameLst>
                                      </p:cBhvr>
                                      <p:to>
                                        <p:strVal val="visible"/>
                                      </p:to>
                                    </p:set>
                                    <p:anim calcmode="lin" valueType="num">
                                      <p:cBhvr>
                                        <p:cTn id="29" dur="500" fill="hold"/>
                                        <p:tgtEl>
                                          <p:spTgt spid="148"/>
                                        </p:tgtEl>
                                        <p:attrNameLst>
                                          <p:attrName>ppt_w</p:attrName>
                                        </p:attrNameLst>
                                      </p:cBhvr>
                                      <p:tavLst>
                                        <p:tav tm="0">
                                          <p:val>
                                            <p:fltVal val="0"/>
                                          </p:val>
                                        </p:tav>
                                        <p:tav tm="100000">
                                          <p:val>
                                            <p:strVal val="#ppt_w"/>
                                          </p:val>
                                        </p:tav>
                                      </p:tavLst>
                                    </p:anim>
                                    <p:anim calcmode="lin" valueType="num">
                                      <p:cBhvr>
                                        <p:cTn id="30" dur="500" fill="hold"/>
                                        <p:tgtEl>
                                          <p:spTgt spid="148"/>
                                        </p:tgtEl>
                                        <p:attrNameLst>
                                          <p:attrName>ppt_h</p:attrName>
                                        </p:attrNameLst>
                                      </p:cBhvr>
                                      <p:tavLst>
                                        <p:tav tm="0">
                                          <p:val>
                                            <p:fltVal val="0"/>
                                          </p:val>
                                        </p:tav>
                                        <p:tav tm="100000">
                                          <p:val>
                                            <p:strVal val="#ppt_h"/>
                                          </p:val>
                                        </p:tav>
                                      </p:tavLst>
                                    </p:anim>
                                    <p:animEffect transition="in" filter="fade">
                                      <p:cBhvr>
                                        <p:cTn id="31" dur="500"/>
                                        <p:tgtEl>
                                          <p:spTgt spid="148"/>
                                        </p:tgtEl>
                                      </p:cBhvr>
                                    </p:animEffect>
                                  </p:childTnLst>
                                </p:cTn>
                              </p:par>
                            </p:childTnLst>
                          </p:cTn>
                        </p:par>
                        <p:par>
                          <p:cTn id="32" fill="hold">
                            <p:stCondLst>
                              <p:cond delay="2000"/>
                            </p:stCondLst>
                            <p:childTnLst>
                              <p:par>
                                <p:cTn id="33" presetID="53" presetClass="entr" presetSubtype="16" fill="hold" grpId="0" nodeType="afterEffect">
                                  <p:stCondLst>
                                    <p:cond delay="0"/>
                                  </p:stCondLst>
                                  <p:childTnLst>
                                    <p:set>
                                      <p:cBhvr>
                                        <p:cTn id="34" dur="1" fill="hold">
                                          <p:stCondLst>
                                            <p:cond delay="0"/>
                                          </p:stCondLst>
                                        </p:cTn>
                                        <p:tgtEl>
                                          <p:spTgt spid="149"/>
                                        </p:tgtEl>
                                        <p:attrNameLst>
                                          <p:attrName>style.visibility</p:attrName>
                                        </p:attrNameLst>
                                      </p:cBhvr>
                                      <p:to>
                                        <p:strVal val="visible"/>
                                      </p:to>
                                    </p:set>
                                    <p:anim calcmode="lin" valueType="num">
                                      <p:cBhvr>
                                        <p:cTn id="35" dur="500" fill="hold"/>
                                        <p:tgtEl>
                                          <p:spTgt spid="149"/>
                                        </p:tgtEl>
                                        <p:attrNameLst>
                                          <p:attrName>ppt_w</p:attrName>
                                        </p:attrNameLst>
                                      </p:cBhvr>
                                      <p:tavLst>
                                        <p:tav tm="0">
                                          <p:val>
                                            <p:fltVal val="0"/>
                                          </p:val>
                                        </p:tav>
                                        <p:tav tm="100000">
                                          <p:val>
                                            <p:strVal val="#ppt_w"/>
                                          </p:val>
                                        </p:tav>
                                      </p:tavLst>
                                    </p:anim>
                                    <p:anim calcmode="lin" valueType="num">
                                      <p:cBhvr>
                                        <p:cTn id="36" dur="500" fill="hold"/>
                                        <p:tgtEl>
                                          <p:spTgt spid="149"/>
                                        </p:tgtEl>
                                        <p:attrNameLst>
                                          <p:attrName>ppt_h</p:attrName>
                                        </p:attrNameLst>
                                      </p:cBhvr>
                                      <p:tavLst>
                                        <p:tav tm="0">
                                          <p:val>
                                            <p:fltVal val="0"/>
                                          </p:val>
                                        </p:tav>
                                        <p:tav tm="100000">
                                          <p:val>
                                            <p:strVal val="#ppt_h"/>
                                          </p:val>
                                        </p:tav>
                                      </p:tavLst>
                                    </p:anim>
                                    <p:animEffect transition="in" filter="fade">
                                      <p:cBhvr>
                                        <p:cTn id="37" dur="500"/>
                                        <p:tgtEl>
                                          <p:spTgt spid="149"/>
                                        </p:tgtEl>
                                      </p:cBhvr>
                                    </p:animEffect>
                                  </p:childTnLst>
                                </p:cTn>
                              </p:par>
                            </p:childTnLst>
                          </p:cTn>
                        </p:par>
                        <p:par>
                          <p:cTn id="38" fill="hold">
                            <p:stCondLst>
                              <p:cond delay="2500"/>
                            </p:stCondLst>
                            <p:childTnLst>
                              <p:par>
                                <p:cTn id="39" presetID="31" presetClass="entr" presetSubtype="0" fill="hold" nodeType="afterEffect">
                                  <p:stCondLst>
                                    <p:cond delay="0"/>
                                  </p:stCondLst>
                                  <p:childTnLst>
                                    <p:set>
                                      <p:cBhvr>
                                        <p:cTn id="40" dur="1" fill="hold">
                                          <p:stCondLst>
                                            <p:cond delay="0"/>
                                          </p:stCondLst>
                                        </p:cTn>
                                        <p:tgtEl>
                                          <p:spTgt spid="160"/>
                                        </p:tgtEl>
                                        <p:attrNameLst>
                                          <p:attrName>style.visibility</p:attrName>
                                        </p:attrNameLst>
                                      </p:cBhvr>
                                      <p:to>
                                        <p:strVal val="visible"/>
                                      </p:to>
                                    </p:set>
                                    <p:anim calcmode="lin" valueType="num">
                                      <p:cBhvr>
                                        <p:cTn id="41" dur="1000" fill="hold"/>
                                        <p:tgtEl>
                                          <p:spTgt spid="160"/>
                                        </p:tgtEl>
                                        <p:attrNameLst>
                                          <p:attrName>ppt_w</p:attrName>
                                        </p:attrNameLst>
                                      </p:cBhvr>
                                      <p:tavLst>
                                        <p:tav tm="0">
                                          <p:val>
                                            <p:fltVal val="0"/>
                                          </p:val>
                                        </p:tav>
                                        <p:tav tm="100000">
                                          <p:val>
                                            <p:strVal val="#ppt_w"/>
                                          </p:val>
                                        </p:tav>
                                      </p:tavLst>
                                    </p:anim>
                                    <p:anim calcmode="lin" valueType="num">
                                      <p:cBhvr>
                                        <p:cTn id="42" dur="1000" fill="hold"/>
                                        <p:tgtEl>
                                          <p:spTgt spid="160"/>
                                        </p:tgtEl>
                                        <p:attrNameLst>
                                          <p:attrName>ppt_h</p:attrName>
                                        </p:attrNameLst>
                                      </p:cBhvr>
                                      <p:tavLst>
                                        <p:tav tm="0">
                                          <p:val>
                                            <p:fltVal val="0"/>
                                          </p:val>
                                        </p:tav>
                                        <p:tav tm="100000">
                                          <p:val>
                                            <p:strVal val="#ppt_h"/>
                                          </p:val>
                                        </p:tav>
                                      </p:tavLst>
                                    </p:anim>
                                    <p:anim calcmode="lin" valueType="num">
                                      <p:cBhvr>
                                        <p:cTn id="43" dur="1000" fill="hold"/>
                                        <p:tgtEl>
                                          <p:spTgt spid="160"/>
                                        </p:tgtEl>
                                        <p:attrNameLst>
                                          <p:attrName>style.rotation</p:attrName>
                                        </p:attrNameLst>
                                      </p:cBhvr>
                                      <p:tavLst>
                                        <p:tav tm="0">
                                          <p:val>
                                            <p:fltVal val="90"/>
                                          </p:val>
                                        </p:tav>
                                        <p:tav tm="100000">
                                          <p:val>
                                            <p:fltVal val="0"/>
                                          </p:val>
                                        </p:tav>
                                      </p:tavLst>
                                    </p:anim>
                                    <p:animEffect transition="in" filter="fade">
                                      <p:cBhvr>
                                        <p:cTn id="44" dur="1000"/>
                                        <p:tgtEl>
                                          <p:spTgt spid="160"/>
                                        </p:tgtEl>
                                      </p:cBhvr>
                                    </p:animEffect>
                                  </p:childTnLst>
                                </p:cTn>
                              </p:par>
                              <p:par>
                                <p:cTn id="45" presetID="31" presetClass="entr" presetSubtype="0" fill="hold" nodeType="withEffect">
                                  <p:stCondLst>
                                    <p:cond delay="0"/>
                                  </p:stCondLst>
                                  <p:childTnLst>
                                    <p:set>
                                      <p:cBhvr>
                                        <p:cTn id="46" dur="1" fill="hold">
                                          <p:stCondLst>
                                            <p:cond delay="0"/>
                                          </p:stCondLst>
                                        </p:cTn>
                                        <p:tgtEl>
                                          <p:spTgt spid="163"/>
                                        </p:tgtEl>
                                        <p:attrNameLst>
                                          <p:attrName>style.visibility</p:attrName>
                                        </p:attrNameLst>
                                      </p:cBhvr>
                                      <p:to>
                                        <p:strVal val="visible"/>
                                      </p:to>
                                    </p:set>
                                    <p:anim calcmode="lin" valueType="num">
                                      <p:cBhvr>
                                        <p:cTn id="47" dur="1000" fill="hold"/>
                                        <p:tgtEl>
                                          <p:spTgt spid="163"/>
                                        </p:tgtEl>
                                        <p:attrNameLst>
                                          <p:attrName>ppt_w</p:attrName>
                                        </p:attrNameLst>
                                      </p:cBhvr>
                                      <p:tavLst>
                                        <p:tav tm="0">
                                          <p:val>
                                            <p:fltVal val="0"/>
                                          </p:val>
                                        </p:tav>
                                        <p:tav tm="100000">
                                          <p:val>
                                            <p:strVal val="#ppt_w"/>
                                          </p:val>
                                        </p:tav>
                                      </p:tavLst>
                                    </p:anim>
                                    <p:anim calcmode="lin" valueType="num">
                                      <p:cBhvr>
                                        <p:cTn id="48" dur="1000" fill="hold"/>
                                        <p:tgtEl>
                                          <p:spTgt spid="163"/>
                                        </p:tgtEl>
                                        <p:attrNameLst>
                                          <p:attrName>ppt_h</p:attrName>
                                        </p:attrNameLst>
                                      </p:cBhvr>
                                      <p:tavLst>
                                        <p:tav tm="0">
                                          <p:val>
                                            <p:fltVal val="0"/>
                                          </p:val>
                                        </p:tav>
                                        <p:tav tm="100000">
                                          <p:val>
                                            <p:strVal val="#ppt_h"/>
                                          </p:val>
                                        </p:tav>
                                      </p:tavLst>
                                    </p:anim>
                                    <p:anim calcmode="lin" valueType="num">
                                      <p:cBhvr>
                                        <p:cTn id="49" dur="1000" fill="hold"/>
                                        <p:tgtEl>
                                          <p:spTgt spid="163"/>
                                        </p:tgtEl>
                                        <p:attrNameLst>
                                          <p:attrName>style.rotation</p:attrName>
                                        </p:attrNameLst>
                                      </p:cBhvr>
                                      <p:tavLst>
                                        <p:tav tm="0">
                                          <p:val>
                                            <p:fltVal val="90"/>
                                          </p:val>
                                        </p:tav>
                                        <p:tav tm="100000">
                                          <p:val>
                                            <p:fltVal val="0"/>
                                          </p:val>
                                        </p:tav>
                                      </p:tavLst>
                                    </p:anim>
                                    <p:animEffect transition="in" filter="fade">
                                      <p:cBhvr>
                                        <p:cTn id="50" dur="1000"/>
                                        <p:tgtEl>
                                          <p:spTgt spid="163"/>
                                        </p:tgtEl>
                                      </p:cBhvr>
                                    </p:animEffect>
                                  </p:childTnLst>
                                </p:cTn>
                              </p:par>
                            </p:childTnLst>
                          </p:cTn>
                        </p:par>
                        <p:par>
                          <p:cTn id="51" fill="hold">
                            <p:stCondLst>
                              <p:cond delay="3500"/>
                            </p:stCondLst>
                            <p:childTnLst>
                              <p:par>
                                <p:cTn id="52" presetID="42" presetClass="entr" presetSubtype="0" fill="hold" nodeType="afterEffect">
                                  <p:stCondLst>
                                    <p:cond delay="0"/>
                                  </p:stCondLst>
                                  <p:childTnLst>
                                    <p:set>
                                      <p:cBhvr>
                                        <p:cTn id="53" dur="1" fill="hold">
                                          <p:stCondLst>
                                            <p:cond delay="0"/>
                                          </p:stCondLst>
                                        </p:cTn>
                                        <p:tgtEl>
                                          <p:spTgt spid="157"/>
                                        </p:tgtEl>
                                        <p:attrNameLst>
                                          <p:attrName>style.visibility</p:attrName>
                                        </p:attrNameLst>
                                      </p:cBhvr>
                                      <p:to>
                                        <p:strVal val="visible"/>
                                      </p:to>
                                    </p:set>
                                    <p:animEffect transition="in" filter="fade">
                                      <p:cBhvr>
                                        <p:cTn id="54" dur="1000"/>
                                        <p:tgtEl>
                                          <p:spTgt spid="157"/>
                                        </p:tgtEl>
                                      </p:cBhvr>
                                    </p:animEffect>
                                    <p:anim calcmode="lin" valueType="num">
                                      <p:cBhvr>
                                        <p:cTn id="55" dur="1000" fill="hold"/>
                                        <p:tgtEl>
                                          <p:spTgt spid="157"/>
                                        </p:tgtEl>
                                        <p:attrNameLst>
                                          <p:attrName>ppt_x</p:attrName>
                                        </p:attrNameLst>
                                      </p:cBhvr>
                                      <p:tavLst>
                                        <p:tav tm="0">
                                          <p:val>
                                            <p:strVal val="#ppt_x"/>
                                          </p:val>
                                        </p:tav>
                                        <p:tav tm="100000">
                                          <p:val>
                                            <p:strVal val="#ppt_x"/>
                                          </p:val>
                                        </p:tav>
                                      </p:tavLst>
                                    </p:anim>
                                    <p:anim calcmode="lin" valueType="num">
                                      <p:cBhvr>
                                        <p:cTn id="56" dur="1000" fill="hold"/>
                                        <p:tgtEl>
                                          <p:spTgt spid="157"/>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151"/>
                                        </p:tgtEl>
                                        <p:attrNameLst>
                                          <p:attrName>style.visibility</p:attrName>
                                        </p:attrNameLst>
                                      </p:cBhvr>
                                      <p:to>
                                        <p:strVal val="visible"/>
                                      </p:to>
                                    </p:set>
                                    <p:animEffect transition="in" filter="fade">
                                      <p:cBhvr>
                                        <p:cTn id="59" dur="1000"/>
                                        <p:tgtEl>
                                          <p:spTgt spid="151"/>
                                        </p:tgtEl>
                                      </p:cBhvr>
                                    </p:animEffect>
                                    <p:anim calcmode="lin" valueType="num">
                                      <p:cBhvr>
                                        <p:cTn id="60" dur="1000" fill="hold"/>
                                        <p:tgtEl>
                                          <p:spTgt spid="151"/>
                                        </p:tgtEl>
                                        <p:attrNameLst>
                                          <p:attrName>ppt_x</p:attrName>
                                        </p:attrNameLst>
                                      </p:cBhvr>
                                      <p:tavLst>
                                        <p:tav tm="0">
                                          <p:val>
                                            <p:strVal val="#ppt_x"/>
                                          </p:val>
                                        </p:tav>
                                        <p:tav tm="100000">
                                          <p:val>
                                            <p:strVal val="#ppt_x"/>
                                          </p:val>
                                        </p:tav>
                                      </p:tavLst>
                                    </p:anim>
                                    <p:anim calcmode="lin" valueType="num">
                                      <p:cBhvr>
                                        <p:cTn id="61" dur="1000" fill="hold"/>
                                        <p:tgtEl>
                                          <p:spTgt spid="151"/>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2"/>
                                        </p:tgtEl>
                                        <p:attrNameLst>
                                          <p:attrName>style.visibility</p:attrName>
                                        </p:attrNameLst>
                                      </p:cBhvr>
                                      <p:to>
                                        <p:strVal val="visible"/>
                                      </p:to>
                                    </p:set>
                                    <p:animEffect transition="in" filter="fade">
                                      <p:cBhvr>
                                        <p:cTn id="64" dur="1000"/>
                                        <p:tgtEl>
                                          <p:spTgt spid="2"/>
                                        </p:tgtEl>
                                      </p:cBhvr>
                                    </p:animEffect>
                                    <p:anim calcmode="lin" valueType="num">
                                      <p:cBhvr>
                                        <p:cTn id="65" dur="1000" fill="hold"/>
                                        <p:tgtEl>
                                          <p:spTgt spid="2"/>
                                        </p:tgtEl>
                                        <p:attrNameLst>
                                          <p:attrName>ppt_x</p:attrName>
                                        </p:attrNameLst>
                                      </p:cBhvr>
                                      <p:tavLst>
                                        <p:tav tm="0">
                                          <p:val>
                                            <p:strVal val="#ppt_x"/>
                                          </p:val>
                                        </p:tav>
                                        <p:tav tm="100000">
                                          <p:val>
                                            <p:strVal val="#ppt_x"/>
                                          </p:val>
                                        </p:tav>
                                      </p:tavLst>
                                    </p:anim>
                                    <p:anim calcmode="lin" valueType="num">
                                      <p:cBhvr>
                                        <p:cTn id="66" dur="1000" fill="hold"/>
                                        <p:tgtEl>
                                          <p:spTgt spid="2"/>
                                        </p:tgtEl>
                                        <p:attrNameLst>
                                          <p:attrName>ppt_y</p:attrName>
                                        </p:attrNameLst>
                                      </p:cBhvr>
                                      <p:tavLst>
                                        <p:tav tm="0">
                                          <p:val>
                                            <p:strVal val="#ppt_y+.1"/>
                                          </p:val>
                                        </p:tav>
                                        <p:tav tm="100000">
                                          <p:val>
                                            <p:strVal val="#ppt_y"/>
                                          </p:val>
                                        </p:tav>
                                      </p:tavLst>
                                    </p:anim>
                                  </p:childTnLst>
                                </p:cTn>
                              </p:par>
                              <p:par>
                                <p:cTn id="67" presetID="31" presetClass="entr" presetSubtype="0" fill="hold" nodeType="withEffect">
                                  <p:stCondLst>
                                    <p:cond delay="0"/>
                                  </p:stCondLst>
                                  <p:childTnLst>
                                    <p:set>
                                      <p:cBhvr>
                                        <p:cTn id="68" dur="1" fill="hold">
                                          <p:stCondLst>
                                            <p:cond delay="0"/>
                                          </p:stCondLst>
                                        </p:cTn>
                                        <p:tgtEl>
                                          <p:spTgt spid="5"/>
                                        </p:tgtEl>
                                        <p:attrNameLst>
                                          <p:attrName>style.visibility</p:attrName>
                                        </p:attrNameLst>
                                      </p:cBhvr>
                                      <p:to>
                                        <p:strVal val="visible"/>
                                      </p:to>
                                    </p:set>
                                    <p:anim calcmode="lin" valueType="num">
                                      <p:cBhvr>
                                        <p:cTn id="69" dur="1000" fill="hold"/>
                                        <p:tgtEl>
                                          <p:spTgt spid="5"/>
                                        </p:tgtEl>
                                        <p:attrNameLst>
                                          <p:attrName>ppt_w</p:attrName>
                                        </p:attrNameLst>
                                      </p:cBhvr>
                                      <p:tavLst>
                                        <p:tav tm="0">
                                          <p:val>
                                            <p:fltVal val="0"/>
                                          </p:val>
                                        </p:tav>
                                        <p:tav tm="100000">
                                          <p:val>
                                            <p:strVal val="#ppt_w"/>
                                          </p:val>
                                        </p:tav>
                                      </p:tavLst>
                                    </p:anim>
                                    <p:anim calcmode="lin" valueType="num">
                                      <p:cBhvr>
                                        <p:cTn id="70" dur="1000" fill="hold"/>
                                        <p:tgtEl>
                                          <p:spTgt spid="5"/>
                                        </p:tgtEl>
                                        <p:attrNameLst>
                                          <p:attrName>ppt_h</p:attrName>
                                        </p:attrNameLst>
                                      </p:cBhvr>
                                      <p:tavLst>
                                        <p:tav tm="0">
                                          <p:val>
                                            <p:fltVal val="0"/>
                                          </p:val>
                                        </p:tav>
                                        <p:tav tm="100000">
                                          <p:val>
                                            <p:strVal val="#ppt_h"/>
                                          </p:val>
                                        </p:tav>
                                      </p:tavLst>
                                    </p:anim>
                                    <p:anim calcmode="lin" valueType="num">
                                      <p:cBhvr>
                                        <p:cTn id="71" dur="1000" fill="hold"/>
                                        <p:tgtEl>
                                          <p:spTgt spid="5"/>
                                        </p:tgtEl>
                                        <p:attrNameLst>
                                          <p:attrName>style.rotation</p:attrName>
                                        </p:attrNameLst>
                                      </p:cBhvr>
                                      <p:tavLst>
                                        <p:tav tm="0">
                                          <p:val>
                                            <p:fltVal val="90"/>
                                          </p:val>
                                        </p:tav>
                                        <p:tav tm="100000">
                                          <p:val>
                                            <p:fltVal val="0"/>
                                          </p:val>
                                        </p:tav>
                                      </p:tavLst>
                                    </p:anim>
                                    <p:animEffect transition="in" filter="fade">
                                      <p:cBhvr>
                                        <p:cTn id="7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 grpId="0" animBg="1"/>
      <p:bldP spid="147" grpId="0" animBg="1"/>
      <p:bldP spid="148" grpId="0" animBg="1"/>
      <p:bldP spid="149" grpId="0" animBg="1"/>
      <p:bldP spid="150" grpId="0" animBg="1"/>
      <p:bldP spid="169" grpId="0" animBg="1"/>
      <p:bldP spid="17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自我评价</a:t>
            </a:r>
          </a:p>
        </p:txBody>
      </p:sp>
      <p:sp>
        <p:nvSpPr>
          <p:cNvPr id="59" name="椭圆 58"/>
          <p:cNvSpPr/>
          <p:nvPr/>
        </p:nvSpPr>
        <p:spPr>
          <a:xfrm>
            <a:off x="957430" y="1921745"/>
            <a:ext cx="1844275" cy="1844272"/>
          </a:xfrm>
          <a:prstGeom prst="ellipse">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anchor="ctr" anchorCtr="1">
            <a:normAutofit/>
          </a:bodyPr>
          <a:lstStyle/>
          <a:p>
            <a:pPr algn="ctr"/>
            <a:r>
              <a:rPr lang="zh-CN" altLang="en-US" dirty="0">
                <a:solidFill>
                  <a:schemeClr val="bg1">
                    <a:lumMod val="65000"/>
                  </a:schemeClr>
                </a:solidFill>
                <a:latin typeface="幼圆" panose="02010509060101010101" pitchFamily="49" charset="-122"/>
                <a:ea typeface="幼圆" panose="02010509060101010101" pitchFamily="49" charset="-122"/>
              </a:rPr>
              <a:t>不足与</a:t>
            </a:r>
            <a:endParaRPr lang="en-US" altLang="zh-CN" dirty="0">
              <a:solidFill>
                <a:schemeClr val="bg1">
                  <a:lumMod val="65000"/>
                </a:schemeClr>
              </a:solidFill>
              <a:latin typeface="幼圆" panose="02010509060101010101" pitchFamily="49" charset="-122"/>
              <a:ea typeface="幼圆" panose="02010509060101010101" pitchFamily="49" charset="-122"/>
            </a:endParaRPr>
          </a:p>
          <a:p>
            <a:pPr algn="ctr"/>
            <a:r>
              <a:rPr lang="zh-CN" altLang="en-US" dirty="0">
                <a:solidFill>
                  <a:schemeClr val="bg1">
                    <a:lumMod val="65000"/>
                  </a:schemeClr>
                </a:solidFill>
                <a:latin typeface="幼圆" panose="02010509060101010101" pitchFamily="49" charset="-122"/>
                <a:ea typeface="幼圆" panose="02010509060101010101" pitchFamily="49" charset="-122"/>
              </a:rPr>
              <a:t>改进</a:t>
            </a:r>
          </a:p>
        </p:txBody>
      </p:sp>
      <p:grpSp>
        <p:nvGrpSpPr>
          <p:cNvPr id="60" name="组合 59"/>
          <p:cNvGrpSpPr/>
          <p:nvPr/>
        </p:nvGrpSpPr>
        <p:grpSpPr>
          <a:xfrm>
            <a:off x="1072915" y="2037230"/>
            <a:ext cx="1613305" cy="1613302"/>
            <a:chOff x="989863" y="2466975"/>
            <a:chExt cx="2151074" cy="2151070"/>
          </a:xfrm>
        </p:grpSpPr>
        <p:sp>
          <p:nvSpPr>
            <p:cNvPr id="61" name="圆: 空心 20"/>
            <p:cNvSpPr/>
            <p:nvPr/>
          </p:nvSpPr>
          <p:spPr>
            <a:xfrm>
              <a:off x="989863" y="2466975"/>
              <a:ext cx="2151074" cy="2151070"/>
            </a:xfrm>
            <a:prstGeom prst="donut">
              <a:avLst>
                <a:gd name="adj" fmla="val 17000"/>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62" name="空心弧 61"/>
            <p:cNvSpPr/>
            <p:nvPr/>
          </p:nvSpPr>
          <p:spPr>
            <a:xfrm>
              <a:off x="989863" y="2466975"/>
              <a:ext cx="2151074" cy="2151070"/>
            </a:xfrm>
            <a:prstGeom prst="blockArc">
              <a:avLst>
                <a:gd name="adj1" fmla="val 21117331"/>
                <a:gd name="adj2" fmla="val 9071983"/>
                <a:gd name="adj3" fmla="val 17000"/>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63" name="空心弧 62"/>
            <p:cNvSpPr/>
            <p:nvPr/>
          </p:nvSpPr>
          <p:spPr>
            <a:xfrm>
              <a:off x="989863" y="2466975"/>
              <a:ext cx="2151074" cy="2151070"/>
            </a:xfrm>
            <a:prstGeom prst="blockArc">
              <a:avLst>
                <a:gd name="adj1" fmla="val 17895101"/>
                <a:gd name="adj2" fmla="val 2443215"/>
                <a:gd name="adj3" fmla="val 17000"/>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cxnSp>
        <p:nvCxnSpPr>
          <p:cNvPr id="64" name="直接连接符 63"/>
          <p:cNvCxnSpPr>
            <a:endCxn id="59" idx="6"/>
          </p:cNvCxnSpPr>
          <p:nvPr/>
        </p:nvCxnSpPr>
        <p:spPr>
          <a:xfrm flipH="1">
            <a:off x="2801705" y="2843881"/>
            <a:ext cx="7629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连接符: 肘形 16"/>
          <p:cNvCxnSpPr>
            <a:endCxn id="59" idx="0"/>
          </p:cNvCxnSpPr>
          <p:nvPr/>
        </p:nvCxnSpPr>
        <p:spPr>
          <a:xfrm rot="10800000" flipV="1">
            <a:off x="1879568" y="1667799"/>
            <a:ext cx="1685114" cy="253946"/>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66" name="连接符: 肘形 17"/>
          <p:cNvCxnSpPr>
            <a:endCxn id="59" idx="4"/>
          </p:cNvCxnSpPr>
          <p:nvPr/>
        </p:nvCxnSpPr>
        <p:spPr>
          <a:xfrm rot="10800000">
            <a:off x="1879568" y="3766018"/>
            <a:ext cx="1685114" cy="311673"/>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69" name="椭圆 68"/>
          <p:cNvSpPr/>
          <p:nvPr/>
        </p:nvSpPr>
        <p:spPr>
          <a:xfrm>
            <a:off x="3555544" y="3773665"/>
            <a:ext cx="743097" cy="743095"/>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0" name="矩形 69"/>
          <p:cNvSpPr/>
          <p:nvPr/>
        </p:nvSpPr>
        <p:spPr>
          <a:xfrm>
            <a:off x="4322208" y="1212394"/>
            <a:ext cx="3014415" cy="379989"/>
          </a:xfrm>
          <a:prstGeom prst="rect">
            <a:avLst/>
          </a:prstGeom>
        </p:spPr>
        <p:txBody>
          <a:bodyPr wrap="none">
            <a:noAutofit/>
          </a:bodyPr>
          <a:lstStyle/>
          <a:p>
            <a:r>
              <a:rPr lang="zh-CN" altLang="en-US" b="1" dirty="0">
                <a:solidFill>
                  <a:schemeClr val="accent1"/>
                </a:solidFill>
                <a:latin typeface="幼圆" panose="02010509060101010101" pitchFamily="49" charset="-122"/>
                <a:ea typeface="幼圆" panose="02010509060101010101" pitchFamily="49" charset="-122"/>
              </a:rPr>
              <a:t>沟通协调深度不足</a:t>
            </a:r>
          </a:p>
        </p:txBody>
      </p:sp>
      <p:sp>
        <p:nvSpPr>
          <p:cNvPr id="71" name="椭圆 70"/>
          <p:cNvSpPr/>
          <p:nvPr/>
        </p:nvSpPr>
        <p:spPr>
          <a:xfrm>
            <a:off x="3555544" y="2472333"/>
            <a:ext cx="743097" cy="743095"/>
          </a:xfrm>
          <a:prstGeom prst="ellipse">
            <a:avLst/>
          </a:pr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2" name="矩形 71"/>
          <p:cNvSpPr/>
          <p:nvPr/>
        </p:nvSpPr>
        <p:spPr>
          <a:xfrm>
            <a:off x="4322208" y="1592383"/>
            <a:ext cx="3634962" cy="585177"/>
          </a:xfrm>
          <a:prstGeom prst="rect">
            <a:avLst/>
          </a:prstGeom>
        </p:spPr>
        <p:txBody>
          <a:bodyPr wrap="square">
            <a:noAutofit/>
          </a:bodyPr>
          <a:lstStyle/>
          <a:p>
            <a:pPr>
              <a:lnSpc>
                <a:spcPct val="120000"/>
              </a:lnSpc>
            </a:pPr>
            <a:r>
              <a:rPr lang="zh-CN" altLang="en-US" sz="1200" dirty="0">
                <a:solidFill>
                  <a:schemeClr val="bg1">
                    <a:lumMod val="65000"/>
                  </a:schemeClr>
                </a:solidFill>
                <a:latin typeface="幼圆" panose="02010509060101010101" pitchFamily="49" charset="-122"/>
                <a:ea typeface="幼圆" panose="02010509060101010101" pitchFamily="49" charset="-122"/>
              </a:rPr>
              <a:t>加强结构化沟通：主动记录简报，确保信息全面一致。</a:t>
            </a:r>
          </a:p>
        </p:txBody>
      </p:sp>
      <p:sp>
        <p:nvSpPr>
          <p:cNvPr id="73" name="椭圆 72"/>
          <p:cNvSpPr/>
          <p:nvPr/>
        </p:nvSpPr>
        <p:spPr>
          <a:xfrm>
            <a:off x="3555544" y="1241237"/>
            <a:ext cx="743097" cy="743095"/>
          </a:xfrm>
          <a:prstGeom prst="ellipse">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74" name="任意多边形: 形状 8"/>
          <p:cNvSpPr>
            <a:spLocks/>
          </p:cNvSpPr>
          <p:nvPr/>
        </p:nvSpPr>
        <p:spPr bwMode="auto">
          <a:xfrm>
            <a:off x="3726799" y="2643690"/>
            <a:ext cx="400587" cy="400382"/>
          </a:xfrm>
          <a:custGeom>
            <a:avLst/>
            <a:gdLst>
              <a:gd name="connsiteX0" fmla="*/ 92075 w 329801"/>
              <a:gd name="connsiteY0" fmla="*/ 220095 h 329633"/>
              <a:gd name="connsiteX1" fmla="*/ 92075 w 329801"/>
              <a:gd name="connsiteY1" fmla="*/ 228033 h 329633"/>
              <a:gd name="connsiteX2" fmla="*/ 100013 w 329801"/>
              <a:gd name="connsiteY2" fmla="*/ 228033 h 329633"/>
              <a:gd name="connsiteX3" fmla="*/ 92075 w 329801"/>
              <a:gd name="connsiteY3" fmla="*/ 202632 h 329633"/>
              <a:gd name="connsiteX4" fmla="*/ 92075 w 329801"/>
              <a:gd name="connsiteY4" fmla="*/ 210570 h 329633"/>
              <a:gd name="connsiteX5" fmla="*/ 107950 w 329801"/>
              <a:gd name="connsiteY5" fmla="*/ 228032 h 329633"/>
              <a:gd name="connsiteX6" fmla="*/ 117475 w 329801"/>
              <a:gd name="connsiteY6" fmla="*/ 228032 h 329633"/>
              <a:gd name="connsiteX7" fmla="*/ 92075 w 329801"/>
              <a:gd name="connsiteY7" fmla="*/ 185170 h 329633"/>
              <a:gd name="connsiteX8" fmla="*/ 92075 w 329801"/>
              <a:gd name="connsiteY8" fmla="*/ 194695 h 329633"/>
              <a:gd name="connsiteX9" fmla="*/ 117475 w 329801"/>
              <a:gd name="connsiteY9" fmla="*/ 220095 h 329633"/>
              <a:gd name="connsiteX10" fmla="*/ 117475 w 329801"/>
              <a:gd name="connsiteY10" fmla="*/ 210570 h 329633"/>
              <a:gd name="connsiteX11" fmla="*/ 32288 w 329801"/>
              <a:gd name="connsiteY11" fmla="*/ 177232 h 329633"/>
              <a:gd name="connsiteX12" fmla="*/ 152400 w 329801"/>
              <a:gd name="connsiteY12" fmla="*/ 298635 h 329633"/>
              <a:gd name="connsiteX13" fmla="*/ 149817 w 329801"/>
              <a:gd name="connsiteY13" fmla="*/ 329632 h 329633"/>
              <a:gd name="connsiteX14" fmla="*/ 0 w 329801"/>
              <a:gd name="connsiteY14" fmla="*/ 179815 h 329633"/>
              <a:gd name="connsiteX15" fmla="*/ 32288 w 329801"/>
              <a:gd name="connsiteY15" fmla="*/ 177232 h 329633"/>
              <a:gd name="connsiteX16" fmla="*/ 92075 w 329801"/>
              <a:gd name="connsiteY16" fmla="*/ 167707 h 329633"/>
              <a:gd name="connsiteX17" fmla="*/ 92075 w 329801"/>
              <a:gd name="connsiteY17" fmla="*/ 177232 h 329633"/>
              <a:gd name="connsiteX18" fmla="*/ 117475 w 329801"/>
              <a:gd name="connsiteY18" fmla="*/ 202632 h 329633"/>
              <a:gd name="connsiteX19" fmla="*/ 117475 w 329801"/>
              <a:gd name="connsiteY19" fmla="*/ 194695 h 329633"/>
              <a:gd name="connsiteX20" fmla="*/ 109538 w 329801"/>
              <a:gd name="connsiteY20" fmla="*/ 161357 h 329633"/>
              <a:gd name="connsiteX21" fmla="*/ 117476 w 329801"/>
              <a:gd name="connsiteY21" fmla="*/ 169295 h 329633"/>
              <a:gd name="connsiteX22" fmla="*/ 117476 w 329801"/>
              <a:gd name="connsiteY22" fmla="*/ 161357 h 329633"/>
              <a:gd name="connsiteX23" fmla="*/ 92075 w 329801"/>
              <a:gd name="connsiteY23" fmla="*/ 161357 h 329633"/>
              <a:gd name="connsiteX24" fmla="*/ 117475 w 329801"/>
              <a:gd name="connsiteY24" fmla="*/ 186757 h 329633"/>
              <a:gd name="connsiteX25" fmla="*/ 117475 w 329801"/>
              <a:gd name="connsiteY25" fmla="*/ 177232 h 329633"/>
              <a:gd name="connsiteX26" fmla="*/ 100012 w 329801"/>
              <a:gd name="connsiteY26" fmla="*/ 161357 h 329633"/>
              <a:gd name="connsiteX27" fmla="*/ 86111 w 329801"/>
              <a:gd name="connsiteY27" fmla="*/ 150245 h 329633"/>
              <a:gd name="connsiteX28" fmla="*/ 123439 w 329801"/>
              <a:gd name="connsiteY28" fmla="*/ 150245 h 329633"/>
              <a:gd name="connsiteX29" fmla="*/ 128588 w 329801"/>
              <a:gd name="connsiteY29" fmla="*/ 155381 h 329633"/>
              <a:gd name="connsiteX30" fmla="*/ 128588 w 329801"/>
              <a:gd name="connsiteY30" fmla="*/ 232422 h 329633"/>
              <a:gd name="connsiteX31" fmla="*/ 123439 w 329801"/>
              <a:gd name="connsiteY31" fmla="*/ 237558 h 329633"/>
              <a:gd name="connsiteX32" fmla="*/ 86111 w 329801"/>
              <a:gd name="connsiteY32" fmla="*/ 237558 h 329633"/>
              <a:gd name="connsiteX33" fmla="*/ 80963 w 329801"/>
              <a:gd name="connsiteY33" fmla="*/ 232422 h 329633"/>
              <a:gd name="connsiteX34" fmla="*/ 80963 w 329801"/>
              <a:gd name="connsiteY34" fmla="*/ 155381 h 329633"/>
              <a:gd name="connsiteX35" fmla="*/ 86111 w 329801"/>
              <a:gd name="connsiteY35" fmla="*/ 150245 h 329633"/>
              <a:gd name="connsiteX36" fmla="*/ 327661 w 329801"/>
              <a:gd name="connsiteY36" fmla="*/ 137545 h 329633"/>
              <a:gd name="connsiteX37" fmla="*/ 178802 w 329801"/>
              <a:gd name="connsiteY37" fmla="*/ 329633 h 329633"/>
              <a:gd name="connsiteX38" fmla="*/ 176213 w 329801"/>
              <a:gd name="connsiteY38" fmla="*/ 297404 h 329633"/>
              <a:gd name="connsiteX39" fmla="*/ 269412 w 329801"/>
              <a:gd name="connsiteY39" fmla="*/ 247125 h 329633"/>
              <a:gd name="connsiteX40" fmla="*/ 295300 w 329801"/>
              <a:gd name="connsiteY40" fmla="*/ 143991 h 329633"/>
              <a:gd name="connsiteX41" fmla="*/ 327661 w 329801"/>
              <a:gd name="connsiteY41" fmla="*/ 137545 h 329633"/>
              <a:gd name="connsiteX42" fmla="*/ 211138 w 329801"/>
              <a:gd name="connsiteY42" fmla="*/ 132782 h 329633"/>
              <a:gd name="connsiteX43" fmla="*/ 211138 w 329801"/>
              <a:gd name="connsiteY43" fmla="*/ 228032 h 329633"/>
              <a:gd name="connsiteX44" fmla="*/ 236538 w 329801"/>
              <a:gd name="connsiteY44" fmla="*/ 228032 h 329633"/>
              <a:gd name="connsiteX45" fmla="*/ 236538 w 329801"/>
              <a:gd name="connsiteY45" fmla="*/ 132782 h 329633"/>
              <a:gd name="connsiteX46" fmla="*/ 203587 w 329801"/>
              <a:gd name="connsiteY46" fmla="*/ 121670 h 329633"/>
              <a:gd name="connsiteX47" fmla="*/ 240915 w 329801"/>
              <a:gd name="connsiteY47" fmla="*/ 121670 h 329633"/>
              <a:gd name="connsiteX48" fmla="*/ 246063 w 329801"/>
              <a:gd name="connsiteY48" fmla="*/ 126821 h 329633"/>
              <a:gd name="connsiteX49" fmla="*/ 246063 w 329801"/>
              <a:gd name="connsiteY49" fmla="*/ 232407 h 329633"/>
              <a:gd name="connsiteX50" fmla="*/ 240915 w 329801"/>
              <a:gd name="connsiteY50" fmla="*/ 237558 h 329633"/>
              <a:gd name="connsiteX51" fmla="*/ 203587 w 329801"/>
              <a:gd name="connsiteY51" fmla="*/ 237558 h 329633"/>
              <a:gd name="connsiteX52" fmla="*/ 198438 w 329801"/>
              <a:gd name="connsiteY52" fmla="*/ 232407 h 329633"/>
              <a:gd name="connsiteX53" fmla="*/ 198438 w 329801"/>
              <a:gd name="connsiteY53" fmla="*/ 126821 h 329633"/>
              <a:gd name="connsiteX54" fmla="*/ 203587 w 329801"/>
              <a:gd name="connsiteY54" fmla="*/ 121670 h 329633"/>
              <a:gd name="connsiteX55" fmla="*/ 146403 w 329801"/>
              <a:gd name="connsiteY55" fmla="*/ 78807 h 329633"/>
              <a:gd name="connsiteX56" fmla="*/ 182211 w 329801"/>
              <a:gd name="connsiteY56" fmla="*/ 78807 h 329633"/>
              <a:gd name="connsiteX57" fmla="*/ 187326 w 329801"/>
              <a:gd name="connsiteY57" fmla="*/ 83970 h 329633"/>
              <a:gd name="connsiteX58" fmla="*/ 187326 w 329801"/>
              <a:gd name="connsiteY58" fmla="*/ 232394 h 329633"/>
              <a:gd name="connsiteX59" fmla="*/ 182211 w 329801"/>
              <a:gd name="connsiteY59" fmla="*/ 237557 h 329633"/>
              <a:gd name="connsiteX60" fmla="*/ 146403 w 329801"/>
              <a:gd name="connsiteY60" fmla="*/ 237557 h 329633"/>
              <a:gd name="connsiteX61" fmla="*/ 141288 w 329801"/>
              <a:gd name="connsiteY61" fmla="*/ 232394 h 329633"/>
              <a:gd name="connsiteX62" fmla="*/ 141288 w 329801"/>
              <a:gd name="connsiteY62" fmla="*/ 83970 h 329633"/>
              <a:gd name="connsiteX63" fmla="*/ 146403 w 329801"/>
              <a:gd name="connsiteY63" fmla="*/ 78807 h 329633"/>
              <a:gd name="connsiteX64" fmla="*/ 257930 w 329801"/>
              <a:gd name="connsiteY64" fmla="*/ 31182 h 329633"/>
              <a:gd name="connsiteX65" fmla="*/ 319088 w 329801"/>
              <a:gd name="connsiteY65" fmla="*/ 109775 h 329633"/>
              <a:gd name="connsiteX66" fmla="*/ 287859 w 329801"/>
              <a:gd name="connsiteY66" fmla="*/ 120082 h 329633"/>
              <a:gd name="connsiteX67" fmla="*/ 268340 w 329801"/>
              <a:gd name="connsiteY67" fmla="*/ 85295 h 329633"/>
              <a:gd name="connsiteX68" fmla="*/ 239713 w 329801"/>
              <a:gd name="connsiteY68" fmla="*/ 58238 h 329633"/>
              <a:gd name="connsiteX69" fmla="*/ 257930 w 329801"/>
              <a:gd name="connsiteY69" fmla="*/ 31182 h 329633"/>
              <a:gd name="connsiteX70" fmla="*/ 155199 w 329801"/>
              <a:gd name="connsiteY70" fmla="*/ 194 h 329633"/>
              <a:gd name="connsiteX71" fmla="*/ 233363 w 329801"/>
              <a:gd name="connsiteY71" fmla="*/ 15064 h 329633"/>
              <a:gd name="connsiteX72" fmla="*/ 219181 w 329801"/>
              <a:gd name="connsiteY72" fmla="*/ 46097 h 329633"/>
              <a:gd name="connsiteX73" fmla="*/ 32232 w 329801"/>
              <a:gd name="connsiteY73" fmla="*/ 153420 h 329633"/>
              <a:gd name="connsiteX74" fmla="*/ 0 w 329801"/>
              <a:gd name="connsiteY74" fmla="*/ 150834 h 329633"/>
              <a:gd name="connsiteX75" fmla="*/ 79936 w 329801"/>
              <a:gd name="connsiteY75" fmla="*/ 24115 h 329633"/>
              <a:gd name="connsiteX76" fmla="*/ 155199 w 329801"/>
              <a:gd name="connsiteY76" fmla="*/ 194 h 32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29801" h="329633">
                <a:moveTo>
                  <a:pt x="92075" y="220095"/>
                </a:moveTo>
                <a:lnTo>
                  <a:pt x="92075" y="228033"/>
                </a:lnTo>
                <a:lnTo>
                  <a:pt x="100013" y="228033"/>
                </a:lnTo>
                <a:close/>
                <a:moveTo>
                  <a:pt x="92075" y="202632"/>
                </a:moveTo>
                <a:lnTo>
                  <a:pt x="92075" y="210570"/>
                </a:lnTo>
                <a:lnTo>
                  <a:pt x="107950" y="228032"/>
                </a:lnTo>
                <a:lnTo>
                  <a:pt x="117475" y="228032"/>
                </a:lnTo>
                <a:close/>
                <a:moveTo>
                  <a:pt x="92075" y="185170"/>
                </a:moveTo>
                <a:lnTo>
                  <a:pt x="92075" y="194695"/>
                </a:lnTo>
                <a:lnTo>
                  <a:pt x="117475" y="220095"/>
                </a:lnTo>
                <a:lnTo>
                  <a:pt x="117475" y="210570"/>
                </a:lnTo>
                <a:close/>
                <a:moveTo>
                  <a:pt x="32288" y="177232"/>
                </a:moveTo>
                <a:cubicBezTo>
                  <a:pt x="43912" y="246974"/>
                  <a:pt x="83949" y="287012"/>
                  <a:pt x="152400" y="298635"/>
                </a:cubicBezTo>
                <a:cubicBezTo>
                  <a:pt x="151108" y="308968"/>
                  <a:pt x="151108" y="319300"/>
                  <a:pt x="149817" y="329632"/>
                </a:cubicBezTo>
                <a:cubicBezTo>
                  <a:pt x="61993" y="323174"/>
                  <a:pt x="2583" y="246974"/>
                  <a:pt x="0" y="179815"/>
                </a:cubicBezTo>
                <a:cubicBezTo>
                  <a:pt x="10332" y="179815"/>
                  <a:pt x="21956" y="178524"/>
                  <a:pt x="32288" y="177232"/>
                </a:cubicBezTo>
                <a:close/>
                <a:moveTo>
                  <a:pt x="92075" y="167707"/>
                </a:moveTo>
                <a:lnTo>
                  <a:pt x="92075" y="177232"/>
                </a:lnTo>
                <a:lnTo>
                  <a:pt x="117475" y="202632"/>
                </a:lnTo>
                <a:lnTo>
                  <a:pt x="117475" y="194695"/>
                </a:lnTo>
                <a:close/>
                <a:moveTo>
                  <a:pt x="109538" y="161357"/>
                </a:moveTo>
                <a:lnTo>
                  <a:pt x="117476" y="169295"/>
                </a:lnTo>
                <a:lnTo>
                  <a:pt x="117476" y="161357"/>
                </a:lnTo>
                <a:close/>
                <a:moveTo>
                  <a:pt x="92075" y="161357"/>
                </a:moveTo>
                <a:lnTo>
                  <a:pt x="117475" y="186757"/>
                </a:lnTo>
                <a:lnTo>
                  <a:pt x="117475" y="177232"/>
                </a:lnTo>
                <a:lnTo>
                  <a:pt x="100012" y="161357"/>
                </a:lnTo>
                <a:close/>
                <a:moveTo>
                  <a:pt x="86111" y="150245"/>
                </a:moveTo>
                <a:lnTo>
                  <a:pt x="123439" y="150245"/>
                </a:lnTo>
                <a:cubicBezTo>
                  <a:pt x="126013" y="150245"/>
                  <a:pt x="128588" y="152813"/>
                  <a:pt x="128588" y="155381"/>
                </a:cubicBezTo>
                <a:cubicBezTo>
                  <a:pt x="128588" y="155381"/>
                  <a:pt x="128588" y="155381"/>
                  <a:pt x="128588" y="232422"/>
                </a:cubicBezTo>
                <a:cubicBezTo>
                  <a:pt x="128588" y="236274"/>
                  <a:pt x="126013" y="237558"/>
                  <a:pt x="123439" y="237558"/>
                </a:cubicBezTo>
                <a:cubicBezTo>
                  <a:pt x="123439" y="237558"/>
                  <a:pt x="123439" y="237558"/>
                  <a:pt x="86111" y="237558"/>
                </a:cubicBezTo>
                <a:cubicBezTo>
                  <a:pt x="83537" y="237558"/>
                  <a:pt x="80963" y="236274"/>
                  <a:pt x="80963" y="232422"/>
                </a:cubicBezTo>
                <a:cubicBezTo>
                  <a:pt x="80963" y="232422"/>
                  <a:pt x="80963" y="232422"/>
                  <a:pt x="80963" y="155381"/>
                </a:cubicBezTo>
                <a:cubicBezTo>
                  <a:pt x="80963" y="152813"/>
                  <a:pt x="83537" y="150245"/>
                  <a:pt x="86111" y="150245"/>
                </a:cubicBezTo>
                <a:close/>
                <a:moveTo>
                  <a:pt x="327661" y="137545"/>
                </a:moveTo>
                <a:cubicBezTo>
                  <a:pt x="344488" y="247125"/>
                  <a:pt x="259056" y="327055"/>
                  <a:pt x="178802" y="329633"/>
                </a:cubicBezTo>
                <a:cubicBezTo>
                  <a:pt x="177508" y="319320"/>
                  <a:pt x="177508" y="309006"/>
                  <a:pt x="176213" y="297404"/>
                </a:cubicBezTo>
                <a:cubicBezTo>
                  <a:pt x="213752" y="293536"/>
                  <a:pt x="246112" y="276777"/>
                  <a:pt x="269412" y="247125"/>
                </a:cubicBezTo>
                <a:cubicBezTo>
                  <a:pt x="292711" y="216185"/>
                  <a:pt x="300478" y="181377"/>
                  <a:pt x="295300" y="143991"/>
                </a:cubicBezTo>
                <a:cubicBezTo>
                  <a:pt x="305656" y="141413"/>
                  <a:pt x="316011" y="140123"/>
                  <a:pt x="327661" y="137545"/>
                </a:cubicBezTo>
                <a:close/>
                <a:moveTo>
                  <a:pt x="211138" y="132782"/>
                </a:moveTo>
                <a:lnTo>
                  <a:pt x="211138" y="228032"/>
                </a:lnTo>
                <a:lnTo>
                  <a:pt x="236538" y="228032"/>
                </a:lnTo>
                <a:lnTo>
                  <a:pt x="236538" y="132782"/>
                </a:lnTo>
                <a:close/>
                <a:moveTo>
                  <a:pt x="203587" y="121670"/>
                </a:moveTo>
                <a:lnTo>
                  <a:pt x="240915" y="121670"/>
                </a:lnTo>
                <a:cubicBezTo>
                  <a:pt x="243489" y="121670"/>
                  <a:pt x="246063" y="124245"/>
                  <a:pt x="246063" y="126821"/>
                </a:cubicBezTo>
                <a:cubicBezTo>
                  <a:pt x="246063" y="126821"/>
                  <a:pt x="246063" y="126821"/>
                  <a:pt x="246063" y="232407"/>
                </a:cubicBezTo>
                <a:cubicBezTo>
                  <a:pt x="246063" y="236270"/>
                  <a:pt x="243489" y="237558"/>
                  <a:pt x="240915" y="237558"/>
                </a:cubicBezTo>
                <a:cubicBezTo>
                  <a:pt x="240915" y="237558"/>
                  <a:pt x="240915" y="237558"/>
                  <a:pt x="203587" y="237558"/>
                </a:cubicBezTo>
                <a:cubicBezTo>
                  <a:pt x="201013" y="237558"/>
                  <a:pt x="198438" y="236270"/>
                  <a:pt x="198438" y="232407"/>
                </a:cubicBezTo>
                <a:cubicBezTo>
                  <a:pt x="198438" y="232407"/>
                  <a:pt x="198438" y="232407"/>
                  <a:pt x="198438" y="126821"/>
                </a:cubicBezTo>
                <a:cubicBezTo>
                  <a:pt x="198438" y="124245"/>
                  <a:pt x="201013" y="121670"/>
                  <a:pt x="203587" y="121670"/>
                </a:cubicBezTo>
                <a:close/>
                <a:moveTo>
                  <a:pt x="146403" y="78807"/>
                </a:moveTo>
                <a:lnTo>
                  <a:pt x="182211" y="78807"/>
                </a:lnTo>
                <a:cubicBezTo>
                  <a:pt x="186047" y="78807"/>
                  <a:pt x="187326" y="80098"/>
                  <a:pt x="187326" y="83970"/>
                </a:cubicBezTo>
                <a:cubicBezTo>
                  <a:pt x="187326" y="83970"/>
                  <a:pt x="187326" y="83970"/>
                  <a:pt x="187326" y="232394"/>
                </a:cubicBezTo>
                <a:cubicBezTo>
                  <a:pt x="187326" y="236266"/>
                  <a:pt x="186047" y="237557"/>
                  <a:pt x="182211" y="237557"/>
                </a:cubicBezTo>
                <a:cubicBezTo>
                  <a:pt x="182211" y="237557"/>
                  <a:pt x="182211" y="237557"/>
                  <a:pt x="146403" y="237557"/>
                </a:cubicBezTo>
                <a:cubicBezTo>
                  <a:pt x="142567" y="237557"/>
                  <a:pt x="141288" y="236266"/>
                  <a:pt x="141288" y="232394"/>
                </a:cubicBezTo>
                <a:cubicBezTo>
                  <a:pt x="141288" y="232394"/>
                  <a:pt x="141288" y="232394"/>
                  <a:pt x="141288" y="83970"/>
                </a:cubicBezTo>
                <a:cubicBezTo>
                  <a:pt x="141288" y="80098"/>
                  <a:pt x="142567" y="78807"/>
                  <a:pt x="146403" y="78807"/>
                </a:cubicBezTo>
                <a:close/>
                <a:moveTo>
                  <a:pt x="257930" y="31182"/>
                </a:moveTo>
                <a:cubicBezTo>
                  <a:pt x="286558" y="51796"/>
                  <a:pt x="306076" y="77565"/>
                  <a:pt x="319088" y="109775"/>
                </a:cubicBezTo>
                <a:cubicBezTo>
                  <a:pt x="308678" y="113640"/>
                  <a:pt x="298269" y="117505"/>
                  <a:pt x="287859" y="120082"/>
                </a:cubicBezTo>
                <a:cubicBezTo>
                  <a:pt x="282654" y="107198"/>
                  <a:pt x="276148" y="95602"/>
                  <a:pt x="268340" y="85295"/>
                </a:cubicBezTo>
                <a:cubicBezTo>
                  <a:pt x="259232" y="74988"/>
                  <a:pt x="250123" y="65969"/>
                  <a:pt x="239713" y="58238"/>
                </a:cubicBezTo>
                <a:cubicBezTo>
                  <a:pt x="244918" y="49220"/>
                  <a:pt x="251424" y="40201"/>
                  <a:pt x="257930" y="31182"/>
                </a:cubicBezTo>
                <a:close/>
                <a:moveTo>
                  <a:pt x="155199" y="194"/>
                </a:moveTo>
                <a:cubicBezTo>
                  <a:pt x="180825" y="-1099"/>
                  <a:pt x="206933" y="4073"/>
                  <a:pt x="233363" y="15064"/>
                </a:cubicBezTo>
                <a:cubicBezTo>
                  <a:pt x="228206" y="25408"/>
                  <a:pt x="224338" y="35753"/>
                  <a:pt x="219181" y="46097"/>
                </a:cubicBezTo>
                <a:cubicBezTo>
                  <a:pt x="130219" y="6012"/>
                  <a:pt x="37389" y="69372"/>
                  <a:pt x="32232" y="153420"/>
                </a:cubicBezTo>
                <a:cubicBezTo>
                  <a:pt x="21918" y="153420"/>
                  <a:pt x="10314" y="152127"/>
                  <a:pt x="0" y="150834"/>
                </a:cubicBezTo>
                <a:cubicBezTo>
                  <a:pt x="6446" y="95233"/>
                  <a:pt x="32232" y="52562"/>
                  <a:pt x="79936" y="24115"/>
                </a:cubicBezTo>
                <a:cubicBezTo>
                  <a:pt x="104433" y="9245"/>
                  <a:pt x="129574" y="1487"/>
                  <a:pt x="155199" y="19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5" name="矩形 74"/>
          <p:cNvSpPr/>
          <p:nvPr/>
        </p:nvSpPr>
        <p:spPr>
          <a:xfrm>
            <a:off x="4322208" y="2469185"/>
            <a:ext cx="3014415" cy="379989"/>
          </a:xfrm>
          <a:prstGeom prst="rect">
            <a:avLst/>
          </a:prstGeom>
        </p:spPr>
        <p:txBody>
          <a:bodyPr wrap="none">
            <a:noAutofit/>
          </a:bodyPr>
          <a:lstStyle/>
          <a:p>
            <a:r>
              <a:rPr lang="zh-CN" altLang="en-US" b="1" dirty="0">
                <a:solidFill>
                  <a:schemeClr val="accent3"/>
                </a:solidFill>
                <a:latin typeface="幼圆" panose="02010509060101010101" pitchFamily="49" charset="-122"/>
                <a:ea typeface="幼圆" panose="02010509060101010101" pitchFamily="49" charset="-122"/>
              </a:rPr>
              <a:t>体系化文档沉淀有待提高</a:t>
            </a:r>
          </a:p>
        </p:txBody>
      </p:sp>
      <p:sp>
        <p:nvSpPr>
          <p:cNvPr id="76" name="矩形 75"/>
          <p:cNvSpPr/>
          <p:nvPr/>
        </p:nvSpPr>
        <p:spPr>
          <a:xfrm>
            <a:off x="4322208" y="2849174"/>
            <a:ext cx="4139018" cy="659474"/>
          </a:xfrm>
          <a:prstGeom prst="rect">
            <a:avLst/>
          </a:prstGeom>
        </p:spPr>
        <p:txBody>
          <a:bodyPr wrap="square">
            <a:noAutofit/>
          </a:bodyPr>
          <a:lstStyle/>
          <a:p>
            <a:pPr>
              <a:lnSpc>
                <a:spcPct val="120000"/>
              </a:lnSpc>
            </a:pPr>
            <a:r>
              <a:rPr lang="zh-CN" altLang="en-US" sz="1200" dirty="0">
                <a:solidFill>
                  <a:schemeClr val="bg1">
                    <a:lumMod val="65000"/>
                  </a:schemeClr>
                </a:solidFill>
                <a:latin typeface="幼圆" panose="02010509060101010101" pitchFamily="49" charset="-122"/>
                <a:ea typeface="幼圆" panose="02010509060101010101" pitchFamily="49" charset="-122"/>
              </a:rPr>
              <a:t>输出高质量模板文档（问题现象、分析过程、根因、解决方案、遗留风险）进行记录</a:t>
            </a:r>
          </a:p>
        </p:txBody>
      </p:sp>
      <p:sp>
        <p:nvSpPr>
          <p:cNvPr id="77" name="矩形 76"/>
          <p:cNvSpPr/>
          <p:nvPr/>
        </p:nvSpPr>
        <p:spPr>
          <a:xfrm>
            <a:off x="4322208" y="3780600"/>
            <a:ext cx="3014415" cy="379989"/>
          </a:xfrm>
          <a:prstGeom prst="rect">
            <a:avLst/>
          </a:prstGeom>
        </p:spPr>
        <p:txBody>
          <a:bodyPr wrap="none">
            <a:noAutofit/>
          </a:bodyPr>
          <a:lstStyle/>
          <a:p>
            <a:r>
              <a:rPr lang="zh-CN" altLang="en-US" b="1" dirty="0">
                <a:solidFill>
                  <a:schemeClr val="accent2"/>
                </a:solidFill>
                <a:latin typeface="幼圆" panose="02010509060101010101" pitchFamily="49" charset="-122"/>
                <a:ea typeface="幼圆" panose="02010509060101010101" pitchFamily="49" charset="-122"/>
              </a:rPr>
              <a:t>宏观管理缺乏</a:t>
            </a:r>
          </a:p>
        </p:txBody>
      </p:sp>
      <p:sp>
        <p:nvSpPr>
          <p:cNvPr id="78" name="矩形 77"/>
          <p:cNvSpPr/>
          <p:nvPr/>
        </p:nvSpPr>
        <p:spPr>
          <a:xfrm>
            <a:off x="4322208" y="4160589"/>
            <a:ext cx="4356770" cy="659474"/>
          </a:xfrm>
          <a:prstGeom prst="rect">
            <a:avLst/>
          </a:prstGeom>
        </p:spPr>
        <p:txBody>
          <a:bodyPr wrap="square">
            <a:noAutofit/>
          </a:bodyPr>
          <a:lstStyle/>
          <a:p>
            <a:pPr>
              <a:lnSpc>
                <a:spcPct val="120000"/>
              </a:lnSpc>
            </a:pPr>
            <a:r>
              <a:rPr lang="zh-CN" altLang="en-US" sz="1200" dirty="0">
                <a:solidFill>
                  <a:schemeClr val="bg1">
                    <a:lumMod val="65000"/>
                  </a:schemeClr>
                </a:solidFill>
                <a:latin typeface="幼圆" panose="02010509060101010101" pitchFamily="49" charset="-122"/>
                <a:ea typeface="幼圆" panose="02010509060101010101" pitchFamily="49" charset="-122"/>
              </a:rPr>
              <a:t>此部分内容作为文字排版占位显示（建议使用主题字体）</a:t>
            </a:r>
            <a:br>
              <a:rPr lang="zh-CN" altLang="en-US" sz="1200" dirty="0">
                <a:solidFill>
                  <a:schemeClr val="bg1">
                    <a:lumMod val="65000"/>
                  </a:schemeClr>
                </a:solidFill>
                <a:latin typeface="幼圆" panose="02010509060101010101" pitchFamily="49" charset="-122"/>
                <a:ea typeface="幼圆" panose="02010509060101010101" pitchFamily="49" charset="-122"/>
              </a:rPr>
            </a:br>
            <a:r>
              <a:rPr lang="zh-CN" altLang="en-US" sz="1200" dirty="0">
                <a:solidFill>
                  <a:schemeClr val="bg1">
                    <a:lumMod val="65000"/>
                  </a:schemeClr>
                </a:solidFill>
                <a:latin typeface="幼圆" panose="02010509060101010101" pitchFamily="49" charset="-122"/>
                <a:ea typeface="幼圆" panose="02010509060101010101" pitchFamily="49" charset="-122"/>
              </a:rPr>
              <a:t>如需更改请在（设置形状格式）菜单下（文本选项）中调整</a:t>
            </a:r>
          </a:p>
        </p:txBody>
      </p:sp>
      <p:sp>
        <p:nvSpPr>
          <p:cNvPr id="79" name="任意多边形: 形状 18"/>
          <p:cNvSpPr>
            <a:spLocks/>
          </p:cNvSpPr>
          <p:nvPr/>
        </p:nvSpPr>
        <p:spPr bwMode="auto">
          <a:xfrm>
            <a:off x="3726799" y="1412594"/>
            <a:ext cx="400587" cy="400382"/>
          </a:xfrm>
          <a:custGeom>
            <a:avLst/>
            <a:gdLst>
              <a:gd name="connsiteX0" fmla="*/ 92075 w 329801"/>
              <a:gd name="connsiteY0" fmla="*/ 220095 h 329633"/>
              <a:gd name="connsiteX1" fmla="*/ 92075 w 329801"/>
              <a:gd name="connsiteY1" fmla="*/ 228033 h 329633"/>
              <a:gd name="connsiteX2" fmla="*/ 100013 w 329801"/>
              <a:gd name="connsiteY2" fmla="*/ 228033 h 329633"/>
              <a:gd name="connsiteX3" fmla="*/ 92075 w 329801"/>
              <a:gd name="connsiteY3" fmla="*/ 202632 h 329633"/>
              <a:gd name="connsiteX4" fmla="*/ 92075 w 329801"/>
              <a:gd name="connsiteY4" fmla="*/ 210570 h 329633"/>
              <a:gd name="connsiteX5" fmla="*/ 107950 w 329801"/>
              <a:gd name="connsiteY5" fmla="*/ 228032 h 329633"/>
              <a:gd name="connsiteX6" fmla="*/ 117475 w 329801"/>
              <a:gd name="connsiteY6" fmla="*/ 228032 h 329633"/>
              <a:gd name="connsiteX7" fmla="*/ 92075 w 329801"/>
              <a:gd name="connsiteY7" fmla="*/ 185170 h 329633"/>
              <a:gd name="connsiteX8" fmla="*/ 92075 w 329801"/>
              <a:gd name="connsiteY8" fmla="*/ 194695 h 329633"/>
              <a:gd name="connsiteX9" fmla="*/ 117475 w 329801"/>
              <a:gd name="connsiteY9" fmla="*/ 220095 h 329633"/>
              <a:gd name="connsiteX10" fmla="*/ 117475 w 329801"/>
              <a:gd name="connsiteY10" fmla="*/ 210570 h 329633"/>
              <a:gd name="connsiteX11" fmla="*/ 32288 w 329801"/>
              <a:gd name="connsiteY11" fmla="*/ 177232 h 329633"/>
              <a:gd name="connsiteX12" fmla="*/ 152400 w 329801"/>
              <a:gd name="connsiteY12" fmla="*/ 298635 h 329633"/>
              <a:gd name="connsiteX13" fmla="*/ 149817 w 329801"/>
              <a:gd name="connsiteY13" fmla="*/ 329632 h 329633"/>
              <a:gd name="connsiteX14" fmla="*/ 0 w 329801"/>
              <a:gd name="connsiteY14" fmla="*/ 179815 h 329633"/>
              <a:gd name="connsiteX15" fmla="*/ 32288 w 329801"/>
              <a:gd name="connsiteY15" fmla="*/ 177232 h 329633"/>
              <a:gd name="connsiteX16" fmla="*/ 92075 w 329801"/>
              <a:gd name="connsiteY16" fmla="*/ 167707 h 329633"/>
              <a:gd name="connsiteX17" fmla="*/ 92075 w 329801"/>
              <a:gd name="connsiteY17" fmla="*/ 177232 h 329633"/>
              <a:gd name="connsiteX18" fmla="*/ 117475 w 329801"/>
              <a:gd name="connsiteY18" fmla="*/ 202632 h 329633"/>
              <a:gd name="connsiteX19" fmla="*/ 117475 w 329801"/>
              <a:gd name="connsiteY19" fmla="*/ 194695 h 329633"/>
              <a:gd name="connsiteX20" fmla="*/ 109538 w 329801"/>
              <a:gd name="connsiteY20" fmla="*/ 161357 h 329633"/>
              <a:gd name="connsiteX21" fmla="*/ 117476 w 329801"/>
              <a:gd name="connsiteY21" fmla="*/ 169295 h 329633"/>
              <a:gd name="connsiteX22" fmla="*/ 117476 w 329801"/>
              <a:gd name="connsiteY22" fmla="*/ 161357 h 329633"/>
              <a:gd name="connsiteX23" fmla="*/ 92075 w 329801"/>
              <a:gd name="connsiteY23" fmla="*/ 161357 h 329633"/>
              <a:gd name="connsiteX24" fmla="*/ 117475 w 329801"/>
              <a:gd name="connsiteY24" fmla="*/ 186757 h 329633"/>
              <a:gd name="connsiteX25" fmla="*/ 117475 w 329801"/>
              <a:gd name="connsiteY25" fmla="*/ 177232 h 329633"/>
              <a:gd name="connsiteX26" fmla="*/ 100012 w 329801"/>
              <a:gd name="connsiteY26" fmla="*/ 161357 h 329633"/>
              <a:gd name="connsiteX27" fmla="*/ 86111 w 329801"/>
              <a:gd name="connsiteY27" fmla="*/ 150245 h 329633"/>
              <a:gd name="connsiteX28" fmla="*/ 123439 w 329801"/>
              <a:gd name="connsiteY28" fmla="*/ 150245 h 329633"/>
              <a:gd name="connsiteX29" fmla="*/ 128588 w 329801"/>
              <a:gd name="connsiteY29" fmla="*/ 155381 h 329633"/>
              <a:gd name="connsiteX30" fmla="*/ 128588 w 329801"/>
              <a:gd name="connsiteY30" fmla="*/ 232422 h 329633"/>
              <a:gd name="connsiteX31" fmla="*/ 123439 w 329801"/>
              <a:gd name="connsiteY31" fmla="*/ 237558 h 329633"/>
              <a:gd name="connsiteX32" fmla="*/ 86111 w 329801"/>
              <a:gd name="connsiteY32" fmla="*/ 237558 h 329633"/>
              <a:gd name="connsiteX33" fmla="*/ 80963 w 329801"/>
              <a:gd name="connsiteY33" fmla="*/ 232422 h 329633"/>
              <a:gd name="connsiteX34" fmla="*/ 80963 w 329801"/>
              <a:gd name="connsiteY34" fmla="*/ 155381 h 329633"/>
              <a:gd name="connsiteX35" fmla="*/ 86111 w 329801"/>
              <a:gd name="connsiteY35" fmla="*/ 150245 h 329633"/>
              <a:gd name="connsiteX36" fmla="*/ 327661 w 329801"/>
              <a:gd name="connsiteY36" fmla="*/ 137545 h 329633"/>
              <a:gd name="connsiteX37" fmla="*/ 178802 w 329801"/>
              <a:gd name="connsiteY37" fmla="*/ 329633 h 329633"/>
              <a:gd name="connsiteX38" fmla="*/ 176213 w 329801"/>
              <a:gd name="connsiteY38" fmla="*/ 297404 h 329633"/>
              <a:gd name="connsiteX39" fmla="*/ 269412 w 329801"/>
              <a:gd name="connsiteY39" fmla="*/ 247125 h 329633"/>
              <a:gd name="connsiteX40" fmla="*/ 295300 w 329801"/>
              <a:gd name="connsiteY40" fmla="*/ 143991 h 329633"/>
              <a:gd name="connsiteX41" fmla="*/ 327661 w 329801"/>
              <a:gd name="connsiteY41" fmla="*/ 137545 h 329633"/>
              <a:gd name="connsiteX42" fmla="*/ 211138 w 329801"/>
              <a:gd name="connsiteY42" fmla="*/ 132782 h 329633"/>
              <a:gd name="connsiteX43" fmla="*/ 211138 w 329801"/>
              <a:gd name="connsiteY43" fmla="*/ 228032 h 329633"/>
              <a:gd name="connsiteX44" fmla="*/ 236538 w 329801"/>
              <a:gd name="connsiteY44" fmla="*/ 228032 h 329633"/>
              <a:gd name="connsiteX45" fmla="*/ 236538 w 329801"/>
              <a:gd name="connsiteY45" fmla="*/ 132782 h 329633"/>
              <a:gd name="connsiteX46" fmla="*/ 203587 w 329801"/>
              <a:gd name="connsiteY46" fmla="*/ 121670 h 329633"/>
              <a:gd name="connsiteX47" fmla="*/ 240915 w 329801"/>
              <a:gd name="connsiteY47" fmla="*/ 121670 h 329633"/>
              <a:gd name="connsiteX48" fmla="*/ 246063 w 329801"/>
              <a:gd name="connsiteY48" fmla="*/ 126821 h 329633"/>
              <a:gd name="connsiteX49" fmla="*/ 246063 w 329801"/>
              <a:gd name="connsiteY49" fmla="*/ 232407 h 329633"/>
              <a:gd name="connsiteX50" fmla="*/ 240915 w 329801"/>
              <a:gd name="connsiteY50" fmla="*/ 237558 h 329633"/>
              <a:gd name="connsiteX51" fmla="*/ 203587 w 329801"/>
              <a:gd name="connsiteY51" fmla="*/ 237558 h 329633"/>
              <a:gd name="connsiteX52" fmla="*/ 198438 w 329801"/>
              <a:gd name="connsiteY52" fmla="*/ 232407 h 329633"/>
              <a:gd name="connsiteX53" fmla="*/ 198438 w 329801"/>
              <a:gd name="connsiteY53" fmla="*/ 126821 h 329633"/>
              <a:gd name="connsiteX54" fmla="*/ 203587 w 329801"/>
              <a:gd name="connsiteY54" fmla="*/ 121670 h 329633"/>
              <a:gd name="connsiteX55" fmla="*/ 146403 w 329801"/>
              <a:gd name="connsiteY55" fmla="*/ 78807 h 329633"/>
              <a:gd name="connsiteX56" fmla="*/ 182211 w 329801"/>
              <a:gd name="connsiteY56" fmla="*/ 78807 h 329633"/>
              <a:gd name="connsiteX57" fmla="*/ 187326 w 329801"/>
              <a:gd name="connsiteY57" fmla="*/ 83970 h 329633"/>
              <a:gd name="connsiteX58" fmla="*/ 187326 w 329801"/>
              <a:gd name="connsiteY58" fmla="*/ 232394 h 329633"/>
              <a:gd name="connsiteX59" fmla="*/ 182211 w 329801"/>
              <a:gd name="connsiteY59" fmla="*/ 237557 h 329633"/>
              <a:gd name="connsiteX60" fmla="*/ 146403 w 329801"/>
              <a:gd name="connsiteY60" fmla="*/ 237557 h 329633"/>
              <a:gd name="connsiteX61" fmla="*/ 141288 w 329801"/>
              <a:gd name="connsiteY61" fmla="*/ 232394 h 329633"/>
              <a:gd name="connsiteX62" fmla="*/ 141288 w 329801"/>
              <a:gd name="connsiteY62" fmla="*/ 83970 h 329633"/>
              <a:gd name="connsiteX63" fmla="*/ 146403 w 329801"/>
              <a:gd name="connsiteY63" fmla="*/ 78807 h 329633"/>
              <a:gd name="connsiteX64" fmla="*/ 257930 w 329801"/>
              <a:gd name="connsiteY64" fmla="*/ 31182 h 329633"/>
              <a:gd name="connsiteX65" fmla="*/ 319088 w 329801"/>
              <a:gd name="connsiteY65" fmla="*/ 109775 h 329633"/>
              <a:gd name="connsiteX66" fmla="*/ 287859 w 329801"/>
              <a:gd name="connsiteY66" fmla="*/ 120082 h 329633"/>
              <a:gd name="connsiteX67" fmla="*/ 268340 w 329801"/>
              <a:gd name="connsiteY67" fmla="*/ 85295 h 329633"/>
              <a:gd name="connsiteX68" fmla="*/ 239713 w 329801"/>
              <a:gd name="connsiteY68" fmla="*/ 58238 h 329633"/>
              <a:gd name="connsiteX69" fmla="*/ 257930 w 329801"/>
              <a:gd name="connsiteY69" fmla="*/ 31182 h 329633"/>
              <a:gd name="connsiteX70" fmla="*/ 155199 w 329801"/>
              <a:gd name="connsiteY70" fmla="*/ 194 h 329633"/>
              <a:gd name="connsiteX71" fmla="*/ 233363 w 329801"/>
              <a:gd name="connsiteY71" fmla="*/ 15064 h 329633"/>
              <a:gd name="connsiteX72" fmla="*/ 219181 w 329801"/>
              <a:gd name="connsiteY72" fmla="*/ 46097 h 329633"/>
              <a:gd name="connsiteX73" fmla="*/ 32232 w 329801"/>
              <a:gd name="connsiteY73" fmla="*/ 153420 h 329633"/>
              <a:gd name="connsiteX74" fmla="*/ 0 w 329801"/>
              <a:gd name="connsiteY74" fmla="*/ 150834 h 329633"/>
              <a:gd name="connsiteX75" fmla="*/ 79936 w 329801"/>
              <a:gd name="connsiteY75" fmla="*/ 24115 h 329633"/>
              <a:gd name="connsiteX76" fmla="*/ 155199 w 329801"/>
              <a:gd name="connsiteY76" fmla="*/ 194 h 32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29801" h="329633">
                <a:moveTo>
                  <a:pt x="92075" y="220095"/>
                </a:moveTo>
                <a:lnTo>
                  <a:pt x="92075" y="228033"/>
                </a:lnTo>
                <a:lnTo>
                  <a:pt x="100013" y="228033"/>
                </a:lnTo>
                <a:close/>
                <a:moveTo>
                  <a:pt x="92075" y="202632"/>
                </a:moveTo>
                <a:lnTo>
                  <a:pt x="92075" y="210570"/>
                </a:lnTo>
                <a:lnTo>
                  <a:pt x="107950" y="228032"/>
                </a:lnTo>
                <a:lnTo>
                  <a:pt x="117475" y="228032"/>
                </a:lnTo>
                <a:close/>
                <a:moveTo>
                  <a:pt x="92075" y="185170"/>
                </a:moveTo>
                <a:lnTo>
                  <a:pt x="92075" y="194695"/>
                </a:lnTo>
                <a:lnTo>
                  <a:pt x="117475" y="220095"/>
                </a:lnTo>
                <a:lnTo>
                  <a:pt x="117475" y="210570"/>
                </a:lnTo>
                <a:close/>
                <a:moveTo>
                  <a:pt x="32288" y="177232"/>
                </a:moveTo>
                <a:cubicBezTo>
                  <a:pt x="43912" y="246974"/>
                  <a:pt x="83949" y="287012"/>
                  <a:pt x="152400" y="298635"/>
                </a:cubicBezTo>
                <a:cubicBezTo>
                  <a:pt x="151108" y="308968"/>
                  <a:pt x="151108" y="319300"/>
                  <a:pt x="149817" y="329632"/>
                </a:cubicBezTo>
                <a:cubicBezTo>
                  <a:pt x="61993" y="323174"/>
                  <a:pt x="2583" y="246974"/>
                  <a:pt x="0" y="179815"/>
                </a:cubicBezTo>
                <a:cubicBezTo>
                  <a:pt x="10332" y="179815"/>
                  <a:pt x="21956" y="178524"/>
                  <a:pt x="32288" y="177232"/>
                </a:cubicBezTo>
                <a:close/>
                <a:moveTo>
                  <a:pt x="92075" y="167707"/>
                </a:moveTo>
                <a:lnTo>
                  <a:pt x="92075" y="177232"/>
                </a:lnTo>
                <a:lnTo>
                  <a:pt x="117475" y="202632"/>
                </a:lnTo>
                <a:lnTo>
                  <a:pt x="117475" y="194695"/>
                </a:lnTo>
                <a:close/>
                <a:moveTo>
                  <a:pt x="109538" y="161357"/>
                </a:moveTo>
                <a:lnTo>
                  <a:pt x="117476" y="169295"/>
                </a:lnTo>
                <a:lnTo>
                  <a:pt x="117476" y="161357"/>
                </a:lnTo>
                <a:close/>
                <a:moveTo>
                  <a:pt x="92075" y="161357"/>
                </a:moveTo>
                <a:lnTo>
                  <a:pt x="117475" y="186757"/>
                </a:lnTo>
                <a:lnTo>
                  <a:pt x="117475" y="177232"/>
                </a:lnTo>
                <a:lnTo>
                  <a:pt x="100012" y="161357"/>
                </a:lnTo>
                <a:close/>
                <a:moveTo>
                  <a:pt x="86111" y="150245"/>
                </a:moveTo>
                <a:lnTo>
                  <a:pt x="123439" y="150245"/>
                </a:lnTo>
                <a:cubicBezTo>
                  <a:pt x="126013" y="150245"/>
                  <a:pt x="128588" y="152813"/>
                  <a:pt x="128588" y="155381"/>
                </a:cubicBezTo>
                <a:cubicBezTo>
                  <a:pt x="128588" y="155381"/>
                  <a:pt x="128588" y="155381"/>
                  <a:pt x="128588" y="232422"/>
                </a:cubicBezTo>
                <a:cubicBezTo>
                  <a:pt x="128588" y="236274"/>
                  <a:pt x="126013" y="237558"/>
                  <a:pt x="123439" y="237558"/>
                </a:cubicBezTo>
                <a:cubicBezTo>
                  <a:pt x="123439" y="237558"/>
                  <a:pt x="123439" y="237558"/>
                  <a:pt x="86111" y="237558"/>
                </a:cubicBezTo>
                <a:cubicBezTo>
                  <a:pt x="83537" y="237558"/>
                  <a:pt x="80963" y="236274"/>
                  <a:pt x="80963" y="232422"/>
                </a:cubicBezTo>
                <a:cubicBezTo>
                  <a:pt x="80963" y="232422"/>
                  <a:pt x="80963" y="232422"/>
                  <a:pt x="80963" y="155381"/>
                </a:cubicBezTo>
                <a:cubicBezTo>
                  <a:pt x="80963" y="152813"/>
                  <a:pt x="83537" y="150245"/>
                  <a:pt x="86111" y="150245"/>
                </a:cubicBezTo>
                <a:close/>
                <a:moveTo>
                  <a:pt x="327661" y="137545"/>
                </a:moveTo>
                <a:cubicBezTo>
                  <a:pt x="344488" y="247125"/>
                  <a:pt x="259056" y="327055"/>
                  <a:pt x="178802" y="329633"/>
                </a:cubicBezTo>
                <a:cubicBezTo>
                  <a:pt x="177508" y="319320"/>
                  <a:pt x="177508" y="309006"/>
                  <a:pt x="176213" y="297404"/>
                </a:cubicBezTo>
                <a:cubicBezTo>
                  <a:pt x="213752" y="293536"/>
                  <a:pt x="246112" y="276777"/>
                  <a:pt x="269412" y="247125"/>
                </a:cubicBezTo>
                <a:cubicBezTo>
                  <a:pt x="292711" y="216185"/>
                  <a:pt x="300478" y="181377"/>
                  <a:pt x="295300" y="143991"/>
                </a:cubicBezTo>
                <a:cubicBezTo>
                  <a:pt x="305656" y="141413"/>
                  <a:pt x="316011" y="140123"/>
                  <a:pt x="327661" y="137545"/>
                </a:cubicBezTo>
                <a:close/>
                <a:moveTo>
                  <a:pt x="211138" y="132782"/>
                </a:moveTo>
                <a:lnTo>
                  <a:pt x="211138" y="228032"/>
                </a:lnTo>
                <a:lnTo>
                  <a:pt x="236538" y="228032"/>
                </a:lnTo>
                <a:lnTo>
                  <a:pt x="236538" y="132782"/>
                </a:lnTo>
                <a:close/>
                <a:moveTo>
                  <a:pt x="203587" y="121670"/>
                </a:moveTo>
                <a:lnTo>
                  <a:pt x="240915" y="121670"/>
                </a:lnTo>
                <a:cubicBezTo>
                  <a:pt x="243489" y="121670"/>
                  <a:pt x="246063" y="124245"/>
                  <a:pt x="246063" y="126821"/>
                </a:cubicBezTo>
                <a:cubicBezTo>
                  <a:pt x="246063" y="126821"/>
                  <a:pt x="246063" y="126821"/>
                  <a:pt x="246063" y="232407"/>
                </a:cubicBezTo>
                <a:cubicBezTo>
                  <a:pt x="246063" y="236270"/>
                  <a:pt x="243489" y="237558"/>
                  <a:pt x="240915" y="237558"/>
                </a:cubicBezTo>
                <a:cubicBezTo>
                  <a:pt x="240915" y="237558"/>
                  <a:pt x="240915" y="237558"/>
                  <a:pt x="203587" y="237558"/>
                </a:cubicBezTo>
                <a:cubicBezTo>
                  <a:pt x="201013" y="237558"/>
                  <a:pt x="198438" y="236270"/>
                  <a:pt x="198438" y="232407"/>
                </a:cubicBezTo>
                <a:cubicBezTo>
                  <a:pt x="198438" y="232407"/>
                  <a:pt x="198438" y="232407"/>
                  <a:pt x="198438" y="126821"/>
                </a:cubicBezTo>
                <a:cubicBezTo>
                  <a:pt x="198438" y="124245"/>
                  <a:pt x="201013" y="121670"/>
                  <a:pt x="203587" y="121670"/>
                </a:cubicBezTo>
                <a:close/>
                <a:moveTo>
                  <a:pt x="146403" y="78807"/>
                </a:moveTo>
                <a:lnTo>
                  <a:pt x="182211" y="78807"/>
                </a:lnTo>
                <a:cubicBezTo>
                  <a:pt x="186047" y="78807"/>
                  <a:pt x="187326" y="80098"/>
                  <a:pt x="187326" y="83970"/>
                </a:cubicBezTo>
                <a:cubicBezTo>
                  <a:pt x="187326" y="83970"/>
                  <a:pt x="187326" y="83970"/>
                  <a:pt x="187326" y="232394"/>
                </a:cubicBezTo>
                <a:cubicBezTo>
                  <a:pt x="187326" y="236266"/>
                  <a:pt x="186047" y="237557"/>
                  <a:pt x="182211" y="237557"/>
                </a:cubicBezTo>
                <a:cubicBezTo>
                  <a:pt x="182211" y="237557"/>
                  <a:pt x="182211" y="237557"/>
                  <a:pt x="146403" y="237557"/>
                </a:cubicBezTo>
                <a:cubicBezTo>
                  <a:pt x="142567" y="237557"/>
                  <a:pt x="141288" y="236266"/>
                  <a:pt x="141288" y="232394"/>
                </a:cubicBezTo>
                <a:cubicBezTo>
                  <a:pt x="141288" y="232394"/>
                  <a:pt x="141288" y="232394"/>
                  <a:pt x="141288" y="83970"/>
                </a:cubicBezTo>
                <a:cubicBezTo>
                  <a:pt x="141288" y="80098"/>
                  <a:pt x="142567" y="78807"/>
                  <a:pt x="146403" y="78807"/>
                </a:cubicBezTo>
                <a:close/>
                <a:moveTo>
                  <a:pt x="257930" y="31182"/>
                </a:moveTo>
                <a:cubicBezTo>
                  <a:pt x="286558" y="51796"/>
                  <a:pt x="306076" y="77565"/>
                  <a:pt x="319088" y="109775"/>
                </a:cubicBezTo>
                <a:cubicBezTo>
                  <a:pt x="308678" y="113640"/>
                  <a:pt x="298269" y="117505"/>
                  <a:pt x="287859" y="120082"/>
                </a:cubicBezTo>
                <a:cubicBezTo>
                  <a:pt x="282654" y="107198"/>
                  <a:pt x="276148" y="95602"/>
                  <a:pt x="268340" y="85295"/>
                </a:cubicBezTo>
                <a:cubicBezTo>
                  <a:pt x="259232" y="74988"/>
                  <a:pt x="250123" y="65969"/>
                  <a:pt x="239713" y="58238"/>
                </a:cubicBezTo>
                <a:cubicBezTo>
                  <a:pt x="244918" y="49220"/>
                  <a:pt x="251424" y="40201"/>
                  <a:pt x="257930" y="31182"/>
                </a:cubicBezTo>
                <a:close/>
                <a:moveTo>
                  <a:pt x="155199" y="194"/>
                </a:moveTo>
                <a:cubicBezTo>
                  <a:pt x="180825" y="-1099"/>
                  <a:pt x="206933" y="4073"/>
                  <a:pt x="233363" y="15064"/>
                </a:cubicBezTo>
                <a:cubicBezTo>
                  <a:pt x="228206" y="25408"/>
                  <a:pt x="224338" y="35753"/>
                  <a:pt x="219181" y="46097"/>
                </a:cubicBezTo>
                <a:cubicBezTo>
                  <a:pt x="130219" y="6012"/>
                  <a:pt x="37389" y="69372"/>
                  <a:pt x="32232" y="153420"/>
                </a:cubicBezTo>
                <a:cubicBezTo>
                  <a:pt x="21918" y="153420"/>
                  <a:pt x="10314" y="152127"/>
                  <a:pt x="0" y="150834"/>
                </a:cubicBezTo>
                <a:cubicBezTo>
                  <a:pt x="6446" y="95233"/>
                  <a:pt x="32232" y="52562"/>
                  <a:pt x="79936" y="24115"/>
                </a:cubicBezTo>
                <a:cubicBezTo>
                  <a:pt x="104433" y="9245"/>
                  <a:pt x="129574" y="1487"/>
                  <a:pt x="155199" y="19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0" name="任意多边形: 形状 19"/>
          <p:cNvSpPr>
            <a:spLocks/>
          </p:cNvSpPr>
          <p:nvPr/>
        </p:nvSpPr>
        <p:spPr bwMode="auto">
          <a:xfrm>
            <a:off x="3726799" y="3945022"/>
            <a:ext cx="400587" cy="400382"/>
          </a:xfrm>
          <a:custGeom>
            <a:avLst/>
            <a:gdLst>
              <a:gd name="connsiteX0" fmla="*/ 92075 w 329801"/>
              <a:gd name="connsiteY0" fmla="*/ 220095 h 329633"/>
              <a:gd name="connsiteX1" fmla="*/ 92075 w 329801"/>
              <a:gd name="connsiteY1" fmla="*/ 228033 h 329633"/>
              <a:gd name="connsiteX2" fmla="*/ 100013 w 329801"/>
              <a:gd name="connsiteY2" fmla="*/ 228033 h 329633"/>
              <a:gd name="connsiteX3" fmla="*/ 92075 w 329801"/>
              <a:gd name="connsiteY3" fmla="*/ 202632 h 329633"/>
              <a:gd name="connsiteX4" fmla="*/ 92075 w 329801"/>
              <a:gd name="connsiteY4" fmla="*/ 210570 h 329633"/>
              <a:gd name="connsiteX5" fmla="*/ 107950 w 329801"/>
              <a:gd name="connsiteY5" fmla="*/ 228032 h 329633"/>
              <a:gd name="connsiteX6" fmla="*/ 117475 w 329801"/>
              <a:gd name="connsiteY6" fmla="*/ 228032 h 329633"/>
              <a:gd name="connsiteX7" fmla="*/ 92075 w 329801"/>
              <a:gd name="connsiteY7" fmla="*/ 185170 h 329633"/>
              <a:gd name="connsiteX8" fmla="*/ 92075 w 329801"/>
              <a:gd name="connsiteY8" fmla="*/ 194695 h 329633"/>
              <a:gd name="connsiteX9" fmla="*/ 117475 w 329801"/>
              <a:gd name="connsiteY9" fmla="*/ 220095 h 329633"/>
              <a:gd name="connsiteX10" fmla="*/ 117475 w 329801"/>
              <a:gd name="connsiteY10" fmla="*/ 210570 h 329633"/>
              <a:gd name="connsiteX11" fmla="*/ 32288 w 329801"/>
              <a:gd name="connsiteY11" fmla="*/ 177232 h 329633"/>
              <a:gd name="connsiteX12" fmla="*/ 152400 w 329801"/>
              <a:gd name="connsiteY12" fmla="*/ 298635 h 329633"/>
              <a:gd name="connsiteX13" fmla="*/ 149817 w 329801"/>
              <a:gd name="connsiteY13" fmla="*/ 329632 h 329633"/>
              <a:gd name="connsiteX14" fmla="*/ 0 w 329801"/>
              <a:gd name="connsiteY14" fmla="*/ 179815 h 329633"/>
              <a:gd name="connsiteX15" fmla="*/ 32288 w 329801"/>
              <a:gd name="connsiteY15" fmla="*/ 177232 h 329633"/>
              <a:gd name="connsiteX16" fmla="*/ 92075 w 329801"/>
              <a:gd name="connsiteY16" fmla="*/ 167707 h 329633"/>
              <a:gd name="connsiteX17" fmla="*/ 92075 w 329801"/>
              <a:gd name="connsiteY17" fmla="*/ 177232 h 329633"/>
              <a:gd name="connsiteX18" fmla="*/ 117475 w 329801"/>
              <a:gd name="connsiteY18" fmla="*/ 202632 h 329633"/>
              <a:gd name="connsiteX19" fmla="*/ 117475 w 329801"/>
              <a:gd name="connsiteY19" fmla="*/ 194695 h 329633"/>
              <a:gd name="connsiteX20" fmla="*/ 109538 w 329801"/>
              <a:gd name="connsiteY20" fmla="*/ 161357 h 329633"/>
              <a:gd name="connsiteX21" fmla="*/ 117476 w 329801"/>
              <a:gd name="connsiteY21" fmla="*/ 169295 h 329633"/>
              <a:gd name="connsiteX22" fmla="*/ 117476 w 329801"/>
              <a:gd name="connsiteY22" fmla="*/ 161357 h 329633"/>
              <a:gd name="connsiteX23" fmla="*/ 92075 w 329801"/>
              <a:gd name="connsiteY23" fmla="*/ 161357 h 329633"/>
              <a:gd name="connsiteX24" fmla="*/ 117475 w 329801"/>
              <a:gd name="connsiteY24" fmla="*/ 186757 h 329633"/>
              <a:gd name="connsiteX25" fmla="*/ 117475 w 329801"/>
              <a:gd name="connsiteY25" fmla="*/ 177232 h 329633"/>
              <a:gd name="connsiteX26" fmla="*/ 100012 w 329801"/>
              <a:gd name="connsiteY26" fmla="*/ 161357 h 329633"/>
              <a:gd name="connsiteX27" fmla="*/ 86111 w 329801"/>
              <a:gd name="connsiteY27" fmla="*/ 150245 h 329633"/>
              <a:gd name="connsiteX28" fmla="*/ 123439 w 329801"/>
              <a:gd name="connsiteY28" fmla="*/ 150245 h 329633"/>
              <a:gd name="connsiteX29" fmla="*/ 128588 w 329801"/>
              <a:gd name="connsiteY29" fmla="*/ 155381 h 329633"/>
              <a:gd name="connsiteX30" fmla="*/ 128588 w 329801"/>
              <a:gd name="connsiteY30" fmla="*/ 232422 h 329633"/>
              <a:gd name="connsiteX31" fmla="*/ 123439 w 329801"/>
              <a:gd name="connsiteY31" fmla="*/ 237558 h 329633"/>
              <a:gd name="connsiteX32" fmla="*/ 86111 w 329801"/>
              <a:gd name="connsiteY32" fmla="*/ 237558 h 329633"/>
              <a:gd name="connsiteX33" fmla="*/ 80963 w 329801"/>
              <a:gd name="connsiteY33" fmla="*/ 232422 h 329633"/>
              <a:gd name="connsiteX34" fmla="*/ 80963 w 329801"/>
              <a:gd name="connsiteY34" fmla="*/ 155381 h 329633"/>
              <a:gd name="connsiteX35" fmla="*/ 86111 w 329801"/>
              <a:gd name="connsiteY35" fmla="*/ 150245 h 329633"/>
              <a:gd name="connsiteX36" fmla="*/ 327661 w 329801"/>
              <a:gd name="connsiteY36" fmla="*/ 137545 h 329633"/>
              <a:gd name="connsiteX37" fmla="*/ 178802 w 329801"/>
              <a:gd name="connsiteY37" fmla="*/ 329633 h 329633"/>
              <a:gd name="connsiteX38" fmla="*/ 176213 w 329801"/>
              <a:gd name="connsiteY38" fmla="*/ 297404 h 329633"/>
              <a:gd name="connsiteX39" fmla="*/ 269412 w 329801"/>
              <a:gd name="connsiteY39" fmla="*/ 247125 h 329633"/>
              <a:gd name="connsiteX40" fmla="*/ 295300 w 329801"/>
              <a:gd name="connsiteY40" fmla="*/ 143991 h 329633"/>
              <a:gd name="connsiteX41" fmla="*/ 327661 w 329801"/>
              <a:gd name="connsiteY41" fmla="*/ 137545 h 329633"/>
              <a:gd name="connsiteX42" fmla="*/ 211138 w 329801"/>
              <a:gd name="connsiteY42" fmla="*/ 132782 h 329633"/>
              <a:gd name="connsiteX43" fmla="*/ 211138 w 329801"/>
              <a:gd name="connsiteY43" fmla="*/ 228032 h 329633"/>
              <a:gd name="connsiteX44" fmla="*/ 236538 w 329801"/>
              <a:gd name="connsiteY44" fmla="*/ 228032 h 329633"/>
              <a:gd name="connsiteX45" fmla="*/ 236538 w 329801"/>
              <a:gd name="connsiteY45" fmla="*/ 132782 h 329633"/>
              <a:gd name="connsiteX46" fmla="*/ 203587 w 329801"/>
              <a:gd name="connsiteY46" fmla="*/ 121670 h 329633"/>
              <a:gd name="connsiteX47" fmla="*/ 240915 w 329801"/>
              <a:gd name="connsiteY47" fmla="*/ 121670 h 329633"/>
              <a:gd name="connsiteX48" fmla="*/ 246063 w 329801"/>
              <a:gd name="connsiteY48" fmla="*/ 126821 h 329633"/>
              <a:gd name="connsiteX49" fmla="*/ 246063 w 329801"/>
              <a:gd name="connsiteY49" fmla="*/ 232407 h 329633"/>
              <a:gd name="connsiteX50" fmla="*/ 240915 w 329801"/>
              <a:gd name="connsiteY50" fmla="*/ 237558 h 329633"/>
              <a:gd name="connsiteX51" fmla="*/ 203587 w 329801"/>
              <a:gd name="connsiteY51" fmla="*/ 237558 h 329633"/>
              <a:gd name="connsiteX52" fmla="*/ 198438 w 329801"/>
              <a:gd name="connsiteY52" fmla="*/ 232407 h 329633"/>
              <a:gd name="connsiteX53" fmla="*/ 198438 w 329801"/>
              <a:gd name="connsiteY53" fmla="*/ 126821 h 329633"/>
              <a:gd name="connsiteX54" fmla="*/ 203587 w 329801"/>
              <a:gd name="connsiteY54" fmla="*/ 121670 h 329633"/>
              <a:gd name="connsiteX55" fmla="*/ 146403 w 329801"/>
              <a:gd name="connsiteY55" fmla="*/ 78807 h 329633"/>
              <a:gd name="connsiteX56" fmla="*/ 182211 w 329801"/>
              <a:gd name="connsiteY56" fmla="*/ 78807 h 329633"/>
              <a:gd name="connsiteX57" fmla="*/ 187326 w 329801"/>
              <a:gd name="connsiteY57" fmla="*/ 83970 h 329633"/>
              <a:gd name="connsiteX58" fmla="*/ 187326 w 329801"/>
              <a:gd name="connsiteY58" fmla="*/ 232394 h 329633"/>
              <a:gd name="connsiteX59" fmla="*/ 182211 w 329801"/>
              <a:gd name="connsiteY59" fmla="*/ 237557 h 329633"/>
              <a:gd name="connsiteX60" fmla="*/ 146403 w 329801"/>
              <a:gd name="connsiteY60" fmla="*/ 237557 h 329633"/>
              <a:gd name="connsiteX61" fmla="*/ 141288 w 329801"/>
              <a:gd name="connsiteY61" fmla="*/ 232394 h 329633"/>
              <a:gd name="connsiteX62" fmla="*/ 141288 w 329801"/>
              <a:gd name="connsiteY62" fmla="*/ 83970 h 329633"/>
              <a:gd name="connsiteX63" fmla="*/ 146403 w 329801"/>
              <a:gd name="connsiteY63" fmla="*/ 78807 h 329633"/>
              <a:gd name="connsiteX64" fmla="*/ 257930 w 329801"/>
              <a:gd name="connsiteY64" fmla="*/ 31182 h 329633"/>
              <a:gd name="connsiteX65" fmla="*/ 319088 w 329801"/>
              <a:gd name="connsiteY65" fmla="*/ 109775 h 329633"/>
              <a:gd name="connsiteX66" fmla="*/ 287859 w 329801"/>
              <a:gd name="connsiteY66" fmla="*/ 120082 h 329633"/>
              <a:gd name="connsiteX67" fmla="*/ 268340 w 329801"/>
              <a:gd name="connsiteY67" fmla="*/ 85295 h 329633"/>
              <a:gd name="connsiteX68" fmla="*/ 239713 w 329801"/>
              <a:gd name="connsiteY68" fmla="*/ 58238 h 329633"/>
              <a:gd name="connsiteX69" fmla="*/ 257930 w 329801"/>
              <a:gd name="connsiteY69" fmla="*/ 31182 h 329633"/>
              <a:gd name="connsiteX70" fmla="*/ 155199 w 329801"/>
              <a:gd name="connsiteY70" fmla="*/ 194 h 329633"/>
              <a:gd name="connsiteX71" fmla="*/ 233363 w 329801"/>
              <a:gd name="connsiteY71" fmla="*/ 15064 h 329633"/>
              <a:gd name="connsiteX72" fmla="*/ 219181 w 329801"/>
              <a:gd name="connsiteY72" fmla="*/ 46097 h 329633"/>
              <a:gd name="connsiteX73" fmla="*/ 32232 w 329801"/>
              <a:gd name="connsiteY73" fmla="*/ 153420 h 329633"/>
              <a:gd name="connsiteX74" fmla="*/ 0 w 329801"/>
              <a:gd name="connsiteY74" fmla="*/ 150834 h 329633"/>
              <a:gd name="connsiteX75" fmla="*/ 79936 w 329801"/>
              <a:gd name="connsiteY75" fmla="*/ 24115 h 329633"/>
              <a:gd name="connsiteX76" fmla="*/ 155199 w 329801"/>
              <a:gd name="connsiteY76" fmla="*/ 194 h 32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29801" h="329633">
                <a:moveTo>
                  <a:pt x="92075" y="220095"/>
                </a:moveTo>
                <a:lnTo>
                  <a:pt x="92075" y="228033"/>
                </a:lnTo>
                <a:lnTo>
                  <a:pt x="100013" y="228033"/>
                </a:lnTo>
                <a:close/>
                <a:moveTo>
                  <a:pt x="92075" y="202632"/>
                </a:moveTo>
                <a:lnTo>
                  <a:pt x="92075" y="210570"/>
                </a:lnTo>
                <a:lnTo>
                  <a:pt x="107950" y="228032"/>
                </a:lnTo>
                <a:lnTo>
                  <a:pt x="117475" y="228032"/>
                </a:lnTo>
                <a:close/>
                <a:moveTo>
                  <a:pt x="92075" y="185170"/>
                </a:moveTo>
                <a:lnTo>
                  <a:pt x="92075" y="194695"/>
                </a:lnTo>
                <a:lnTo>
                  <a:pt x="117475" y="220095"/>
                </a:lnTo>
                <a:lnTo>
                  <a:pt x="117475" y="210570"/>
                </a:lnTo>
                <a:close/>
                <a:moveTo>
                  <a:pt x="32288" y="177232"/>
                </a:moveTo>
                <a:cubicBezTo>
                  <a:pt x="43912" y="246974"/>
                  <a:pt x="83949" y="287012"/>
                  <a:pt x="152400" y="298635"/>
                </a:cubicBezTo>
                <a:cubicBezTo>
                  <a:pt x="151108" y="308968"/>
                  <a:pt x="151108" y="319300"/>
                  <a:pt x="149817" y="329632"/>
                </a:cubicBezTo>
                <a:cubicBezTo>
                  <a:pt x="61993" y="323174"/>
                  <a:pt x="2583" y="246974"/>
                  <a:pt x="0" y="179815"/>
                </a:cubicBezTo>
                <a:cubicBezTo>
                  <a:pt x="10332" y="179815"/>
                  <a:pt x="21956" y="178524"/>
                  <a:pt x="32288" y="177232"/>
                </a:cubicBezTo>
                <a:close/>
                <a:moveTo>
                  <a:pt x="92075" y="167707"/>
                </a:moveTo>
                <a:lnTo>
                  <a:pt x="92075" y="177232"/>
                </a:lnTo>
                <a:lnTo>
                  <a:pt x="117475" y="202632"/>
                </a:lnTo>
                <a:lnTo>
                  <a:pt x="117475" y="194695"/>
                </a:lnTo>
                <a:close/>
                <a:moveTo>
                  <a:pt x="109538" y="161357"/>
                </a:moveTo>
                <a:lnTo>
                  <a:pt x="117476" y="169295"/>
                </a:lnTo>
                <a:lnTo>
                  <a:pt x="117476" y="161357"/>
                </a:lnTo>
                <a:close/>
                <a:moveTo>
                  <a:pt x="92075" y="161357"/>
                </a:moveTo>
                <a:lnTo>
                  <a:pt x="117475" y="186757"/>
                </a:lnTo>
                <a:lnTo>
                  <a:pt x="117475" y="177232"/>
                </a:lnTo>
                <a:lnTo>
                  <a:pt x="100012" y="161357"/>
                </a:lnTo>
                <a:close/>
                <a:moveTo>
                  <a:pt x="86111" y="150245"/>
                </a:moveTo>
                <a:lnTo>
                  <a:pt x="123439" y="150245"/>
                </a:lnTo>
                <a:cubicBezTo>
                  <a:pt x="126013" y="150245"/>
                  <a:pt x="128588" y="152813"/>
                  <a:pt x="128588" y="155381"/>
                </a:cubicBezTo>
                <a:cubicBezTo>
                  <a:pt x="128588" y="155381"/>
                  <a:pt x="128588" y="155381"/>
                  <a:pt x="128588" y="232422"/>
                </a:cubicBezTo>
                <a:cubicBezTo>
                  <a:pt x="128588" y="236274"/>
                  <a:pt x="126013" y="237558"/>
                  <a:pt x="123439" y="237558"/>
                </a:cubicBezTo>
                <a:cubicBezTo>
                  <a:pt x="123439" y="237558"/>
                  <a:pt x="123439" y="237558"/>
                  <a:pt x="86111" y="237558"/>
                </a:cubicBezTo>
                <a:cubicBezTo>
                  <a:pt x="83537" y="237558"/>
                  <a:pt x="80963" y="236274"/>
                  <a:pt x="80963" y="232422"/>
                </a:cubicBezTo>
                <a:cubicBezTo>
                  <a:pt x="80963" y="232422"/>
                  <a:pt x="80963" y="232422"/>
                  <a:pt x="80963" y="155381"/>
                </a:cubicBezTo>
                <a:cubicBezTo>
                  <a:pt x="80963" y="152813"/>
                  <a:pt x="83537" y="150245"/>
                  <a:pt x="86111" y="150245"/>
                </a:cubicBezTo>
                <a:close/>
                <a:moveTo>
                  <a:pt x="327661" y="137545"/>
                </a:moveTo>
                <a:cubicBezTo>
                  <a:pt x="344488" y="247125"/>
                  <a:pt x="259056" y="327055"/>
                  <a:pt x="178802" y="329633"/>
                </a:cubicBezTo>
                <a:cubicBezTo>
                  <a:pt x="177508" y="319320"/>
                  <a:pt x="177508" y="309006"/>
                  <a:pt x="176213" y="297404"/>
                </a:cubicBezTo>
                <a:cubicBezTo>
                  <a:pt x="213752" y="293536"/>
                  <a:pt x="246112" y="276777"/>
                  <a:pt x="269412" y="247125"/>
                </a:cubicBezTo>
                <a:cubicBezTo>
                  <a:pt x="292711" y="216185"/>
                  <a:pt x="300478" y="181377"/>
                  <a:pt x="295300" y="143991"/>
                </a:cubicBezTo>
                <a:cubicBezTo>
                  <a:pt x="305656" y="141413"/>
                  <a:pt x="316011" y="140123"/>
                  <a:pt x="327661" y="137545"/>
                </a:cubicBezTo>
                <a:close/>
                <a:moveTo>
                  <a:pt x="211138" y="132782"/>
                </a:moveTo>
                <a:lnTo>
                  <a:pt x="211138" y="228032"/>
                </a:lnTo>
                <a:lnTo>
                  <a:pt x="236538" y="228032"/>
                </a:lnTo>
                <a:lnTo>
                  <a:pt x="236538" y="132782"/>
                </a:lnTo>
                <a:close/>
                <a:moveTo>
                  <a:pt x="203587" y="121670"/>
                </a:moveTo>
                <a:lnTo>
                  <a:pt x="240915" y="121670"/>
                </a:lnTo>
                <a:cubicBezTo>
                  <a:pt x="243489" y="121670"/>
                  <a:pt x="246063" y="124245"/>
                  <a:pt x="246063" y="126821"/>
                </a:cubicBezTo>
                <a:cubicBezTo>
                  <a:pt x="246063" y="126821"/>
                  <a:pt x="246063" y="126821"/>
                  <a:pt x="246063" y="232407"/>
                </a:cubicBezTo>
                <a:cubicBezTo>
                  <a:pt x="246063" y="236270"/>
                  <a:pt x="243489" y="237558"/>
                  <a:pt x="240915" y="237558"/>
                </a:cubicBezTo>
                <a:cubicBezTo>
                  <a:pt x="240915" y="237558"/>
                  <a:pt x="240915" y="237558"/>
                  <a:pt x="203587" y="237558"/>
                </a:cubicBezTo>
                <a:cubicBezTo>
                  <a:pt x="201013" y="237558"/>
                  <a:pt x="198438" y="236270"/>
                  <a:pt x="198438" y="232407"/>
                </a:cubicBezTo>
                <a:cubicBezTo>
                  <a:pt x="198438" y="232407"/>
                  <a:pt x="198438" y="232407"/>
                  <a:pt x="198438" y="126821"/>
                </a:cubicBezTo>
                <a:cubicBezTo>
                  <a:pt x="198438" y="124245"/>
                  <a:pt x="201013" y="121670"/>
                  <a:pt x="203587" y="121670"/>
                </a:cubicBezTo>
                <a:close/>
                <a:moveTo>
                  <a:pt x="146403" y="78807"/>
                </a:moveTo>
                <a:lnTo>
                  <a:pt x="182211" y="78807"/>
                </a:lnTo>
                <a:cubicBezTo>
                  <a:pt x="186047" y="78807"/>
                  <a:pt x="187326" y="80098"/>
                  <a:pt x="187326" y="83970"/>
                </a:cubicBezTo>
                <a:cubicBezTo>
                  <a:pt x="187326" y="83970"/>
                  <a:pt x="187326" y="83970"/>
                  <a:pt x="187326" y="232394"/>
                </a:cubicBezTo>
                <a:cubicBezTo>
                  <a:pt x="187326" y="236266"/>
                  <a:pt x="186047" y="237557"/>
                  <a:pt x="182211" y="237557"/>
                </a:cubicBezTo>
                <a:cubicBezTo>
                  <a:pt x="182211" y="237557"/>
                  <a:pt x="182211" y="237557"/>
                  <a:pt x="146403" y="237557"/>
                </a:cubicBezTo>
                <a:cubicBezTo>
                  <a:pt x="142567" y="237557"/>
                  <a:pt x="141288" y="236266"/>
                  <a:pt x="141288" y="232394"/>
                </a:cubicBezTo>
                <a:cubicBezTo>
                  <a:pt x="141288" y="232394"/>
                  <a:pt x="141288" y="232394"/>
                  <a:pt x="141288" y="83970"/>
                </a:cubicBezTo>
                <a:cubicBezTo>
                  <a:pt x="141288" y="80098"/>
                  <a:pt x="142567" y="78807"/>
                  <a:pt x="146403" y="78807"/>
                </a:cubicBezTo>
                <a:close/>
                <a:moveTo>
                  <a:pt x="257930" y="31182"/>
                </a:moveTo>
                <a:cubicBezTo>
                  <a:pt x="286558" y="51796"/>
                  <a:pt x="306076" y="77565"/>
                  <a:pt x="319088" y="109775"/>
                </a:cubicBezTo>
                <a:cubicBezTo>
                  <a:pt x="308678" y="113640"/>
                  <a:pt x="298269" y="117505"/>
                  <a:pt x="287859" y="120082"/>
                </a:cubicBezTo>
                <a:cubicBezTo>
                  <a:pt x="282654" y="107198"/>
                  <a:pt x="276148" y="95602"/>
                  <a:pt x="268340" y="85295"/>
                </a:cubicBezTo>
                <a:cubicBezTo>
                  <a:pt x="259232" y="74988"/>
                  <a:pt x="250123" y="65969"/>
                  <a:pt x="239713" y="58238"/>
                </a:cubicBezTo>
                <a:cubicBezTo>
                  <a:pt x="244918" y="49220"/>
                  <a:pt x="251424" y="40201"/>
                  <a:pt x="257930" y="31182"/>
                </a:cubicBezTo>
                <a:close/>
                <a:moveTo>
                  <a:pt x="155199" y="194"/>
                </a:moveTo>
                <a:cubicBezTo>
                  <a:pt x="180825" y="-1099"/>
                  <a:pt x="206933" y="4073"/>
                  <a:pt x="233363" y="15064"/>
                </a:cubicBezTo>
                <a:cubicBezTo>
                  <a:pt x="228206" y="25408"/>
                  <a:pt x="224338" y="35753"/>
                  <a:pt x="219181" y="46097"/>
                </a:cubicBezTo>
                <a:cubicBezTo>
                  <a:pt x="130219" y="6012"/>
                  <a:pt x="37389" y="69372"/>
                  <a:pt x="32232" y="153420"/>
                </a:cubicBezTo>
                <a:cubicBezTo>
                  <a:pt x="21918" y="153420"/>
                  <a:pt x="10314" y="152127"/>
                  <a:pt x="0" y="150834"/>
                </a:cubicBezTo>
                <a:cubicBezTo>
                  <a:pt x="6446" y="95233"/>
                  <a:pt x="32232" y="52562"/>
                  <a:pt x="79936" y="24115"/>
                </a:cubicBezTo>
                <a:cubicBezTo>
                  <a:pt x="104433" y="9245"/>
                  <a:pt x="129574" y="1487"/>
                  <a:pt x="155199" y="19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nvGrpSpPr>
          <p:cNvPr id="2" name="组合 1">
            <a:extLst>
              <a:ext uri="{FF2B5EF4-FFF2-40B4-BE49-F238E27FC236}">
                <a16:creationId xmlns:a16="http://schemas.microsoft.com/office/drawing/2014/main" id="{58B1621E-0FED-6BC8-5E32-A8C0DF851499}"/>
              </a:ext>
            </a:extLst>
          </p:cNvPr>
          <p:cNvGrpSpPr/>
          <p:nvPr/>
        </p:nvGrpSpPr>
        <p:grpSpPr>
          <a:xfrm>
            <a:off x="4743338" y="31526"/>
            <a:ext cx="4356770" cy="488896"/>
            <a:chOff x="5295273" y="122395"/>
            <a:chExt cx="3946796" cy="355983"/>
          </a:xfrm>
          <a:gradFill flip="none" rotWithShape="1">
            <a:gsLst>
              <a:gs pos="74000">
                <a:schemeClr val="accent2">
                  <a:lumMod val="75000"/>
                </a:schemeClr>
              </a:gs>
              <a:gs pos="100000">
                <a:schemeClr val="bg1">
                  <a:lumMod val="95000"/>
                </a:schemeClr>
              </a:gs>
            </a:gsLst>
            <a:path path="circle">
              <a:fillToRect l="50000" t="130000" r="50000" b="-30000"/>
            </a:path>
            <a:tileRect/>
          </a:gradFill>
        </p:grpSpPr>
        <p:sp>
          <p:nvSpPr>
            <p:cNvPr id="3" name="矩形 2">
              <a:extLst>
                <a:ext uri="{FF2B5EF4-FFF2-40B4-BE49-F238E27FC236}">
                  <a16:creationId xmlns:a16="http://schemas.microsoft.com/office/drawing/2014/main" id="{8250EC95-6FD7-95A8-590B-7A5607E5B8B6}"/>
                </a:ext>
              </a:extLst>
            </p:cNvPr>
            <p:cNvSpPr/>
            <p:nvPr/>
          </p:nvSpPr>
          <p:spPr>
            <a:xfrm>
              <a:off x="5295273" y="122395"/>
              <a:ext cx="3946796" cy="35598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dirty="0">
                <a:solidFill>
                  <a:schemeClr val="bg1"/>
                </a:solidFill>
                <a:highlight>
                  <a:srgbClr val="FFFF00"/>
                </a:highlight>
                <a:sym typeface="+mn-ea"/>
              </a:endParaRPr>
            </a:p>
          </p:txBody>
        </p:sp>
        <p:pic>
          <p:nvPicPr>
            <p:cNvPr id="4" name="图片 3">
              <a:extLst>
                <a:ext uri="{FF2B5EF4-FFF2-40B4-BE49-F238E27FC236}">
                  <a16:creationId xmlns:a16="http://schemas.microsoft.com/office/drawing/2014/main" id="{65AA4CE3-C71D-E3FC-EB9A-88E2DC11FD6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54218" y="140450"/>
              <a:ext cx="1819100" cy="337927"/>
            </a:xfrm>
            <a:prstGeom prst="rect">
              <a:avLst/>
            </a:prstGeom>
            <a:grpFill/>
            <a:effectLst/>
          </p:spPr>
        </p:pic>
        <p:sp>
          <p:nvSpPr>
            <p:cNvPr id="5" name="TextBox 7">
              <a:extLst>
                <a:ext uri="{FF2B5EF4-FFF2-40B4-BE49-F238E27FC236}">
                  <a16:creationId xmlns:a16="http://schemas.microsoft.com/office/drawing/2014/main" id="{2AD0FCC7-B2F0-5D84-BEF2-D51961F0E88A}"/>
                </a:ext>
              </a:extLst>
            </p:cNvPr>
            <p:cNvSpPr txBox="1"/>
            <p:nvPr/>
          </p:nvSpPr>
          <p:spPr>
            <a:xfrm>
              <a:off x="7432262" y="186156"/>
              <a:ext cx="1648958" cy="246514"/>
            </a:xfrm>
            <a:prstGeom prst="rect">
              <a:avLst/>
            </a:prstGeom>
            <a:grpFill/>
          </p:spPr>
          <p:txBody>
            <a:bodyPr wrap="square" rtlCol="0">
              <a:spAutoFit/>
            </a:bodyPr>
            <a:lstStyle/>
            <a:p>
              <a:r>
                <a:rPr lang="en-US" altLang="zh-CN" sz="1600" b="1" dirty="0">
                  <a:solidFill>
                    <a:schemeClr val="bg1"/>
                  </a:solidFill>
                  <a:latin typeface="微软雅黑" panose="020B0503020204020204" charset="-122"/>
                  <a:ea typeface="微软雅黑" panose="020B0503020204020204" charset="-122"/>
                </a:rPr>
                <a:t>|   </a:t>
              </a:r>
              <a:r>
                <a:rPr lang="zh-CN" altLang="en-US" sz="1600" b="1" dirty="0">
                  <a:solidFill>
                    <a:schemeClr val="bg1"/>
                  </a:solidFill>
                  <a:latin typeface="微软雅黑" panose="020B0503020204020204" charset="-122"/>
                  <a:ea typeface="微软雅黑" panose="020B0503020204020204" charset="-122"/>
                </a:rPr>
                <a:t>南部一组部门</a:t>
              </a:r>
            </a:p>
          </p:txBody>
        </p:sp>
      </p:grpSp>
    </p:spTree>
    <p:extLst>
      <p:ext uri="{BB962C8B-B14F-4D97-AF65-F5344CB8AC3E}">
        <p14:creationId xmlns:p14="http://schemas.microsoft.com/office/powerpoint/2010/main" val="299613454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p:cTn id="7" dur="1000" fill="hold"/>
                                        <p:tgtEl>
                                          <p:spTgt spid="59"/>
                                        </p:tgtEl>
                                        <p:attrNameLst>
                                          <p:attrName>ppt_w</p:attrName>
                                        </p:attrNameLst>
                                      </p:cBhvr>
                                      <p:tavLst>
                                        <p:tav tm="0">
                                          <p:val>
                                            <p:fltVal val="0"/>
                                          </p:val>
                                        </p:tav>
                                        <p:tav tm="100000">
                                          <p:val>
                                            <p:strVal val="#ppt_w"/>
                                          </p:val>
                                        </p:tav>
                                      </p:tavLst>
                                    </p:anim>
                                    <p:anim calcmode="lin" valueType="num">
                                      <p:cBhvr>
                                        <p:cTn id="8" dur="1000" fill="hold"/>
                                        <p:tgtEl>
                                          <p:spTgt spid="59"/>
                                        </p:tgtEl>
                                        <p:attrNameLst>
                                          <p:attrName>ppt_h</p:attrName>
                                        </p:attrNameLst>
                                      </p:cBhvr>
                                      <p:tavLst>
                                        <p:tav tm="0">
                                          <p:val>
                                            <p:fltVal val="0"/>
                                          </p:val>
                                        </p:tav>
                                        <p:tav tm="100000">
                                          <p:val>
                                            <p:strVal val="#ppt_h"/>
                                          </p:val>
                                        </p:tav>
                                      </p:tavLst>
                                    </p:anim>
                                    <p:anim calcmode="lin" valueType="num">
                                      <p:cBhvr>
                                        <p:cTn id="9" dur="1000" fill="hold"/>
                                        <p:tgtEl>
                                          <p:spTgt spid="59"/>
                                        </p:tgtEl>
                                        <p:attrNameLst>
                                          <p:attrName>style.rotation</p:attrName>
                                        </p:attrNameLst>
                                      </p:cBhvr>
                                      <p:tavLst>
                                        <p:tav tm="0">
                                          <p:val>
                                            <p:fltVal val="90"/>
                                          </p:val>
                                        </p:tav>
                                        <p:tav tm="100000">
                                          <p:val>
                                            <p:fltVal val="0"/>
                                          </p:val>
                                        </p:tav>
                                      </p:tavLst>
                                    </p:anim>
                                    <p:animEffect transition="in" filter="fade">
                                      <p:cBhvr>
                                        <p:cTn id="10" dur="1000"/>
                                        <p:tgtEl>
                                          <p:spTgt spid="59"/>
                                        </p:tgtEl>
                                      </p:cBhvr>
                                    </p:animEffect>
                                  </p:childTnLst>
                                </p:cTn>
                              </p:par>
                              <p:par>
                                <p:cTn id="11" presetID="31" presetClass="entr" presetSubtype="0" fill="hold" nodeType="withEffect">
                                  <p:stCondLst>
                                    <p:cond delay="0"/>
                                  </p:stCondLst>
                                  <p:childTnLst>
                                    <p:set>
                                      <p:cBhvr>
                                        <p:cTn id="12" dur="1" fill="hold">
                                          <p:stCondLst>
                                            <p:cond delay="0"/>
                                          </p:stCondLst>
                                        </p:cTn>
                                        <p:tgtEl>
                                          <p:spTgt spid="60"/>
                                        </p:tgtEl>
                                        <p:attrNameLst>
                                          <p:attrName>style.visibility</p:attrName>
                                        </p:attrNameLst>
                                      </p:cBhvr>
                                      <p:to>
                                        <p:strVal val="visible"/>
                                      </p:to>
                                    </p:set>
                                    <p:anim calcmode="lin" valueType="num">
                                      <p:cBhvr>
                                        <p:cTn id="13" dur="1000" fill="hold"/>
                                        <p:tgtEl>
                                          <p:spTgt spid="60"/>
                                        </p:tgtEl>
                                        <p:attrNameLst>
                                          <p:attrName>ppt_w</p:attrName>
                                        </p:attrNameLst>
                                      </p:cBhvr>
                                      <p:tavLst>
                                        <p:tav tm="0">
                                          <p:val>
                                            <p:fltVal val="0"/>
                                          </p:val>
                                        </p:tav>
                                        <p:tav tm="100000">
                                          <p:val>
                                            <p:strVal val="#ppt_w"/>
                                          </p:val>
                                        </p:tav>
                                      </p:tavLst>
                                    </p:anim>
                                    <p:anim calcmode="lin" valueType="num">
                                      <p:cBhvr>
                                        <p:cTn id="14" dur="1000" fill="hold"/>
                                        <p:tgtEl>
                                          <p:spTgt spid="60"/>
                                        </p:tgtEl>
                                        <p:attrNameLst>
                                          <p:attrName>ppt_h</p:attrName>
                                        </p:attrNameLst>
                                      </p:cBhvr>
                                      <p:tavLst>
                                        <p:tav tm="0">
                                          <p:val>
                                            <p:fltVal val="0"/>
                                          </p:val>
                                        </p:tav>
                                        <p:tav tm="100000">
                                          <p:val>
                                            <p:strVal val="#ppt_h"/>
                                          </p:val>
                                        </p:tav>
                                      </p:tavLst>
                                    </p:anim>
                                    <p:anim calcmode="lin" valueType="num">
                                      <p:cBhvr>
                                        <p:cTn id="15" dur="1000" fill="hold"/>
                                        <p:tgtEl>
                                          <p:spTgt spid="60"/>
                                        </p:tgtEl>
                                        <p:attrNameLst>
                                          <p:attrName>style.rotation</p:attrName>
                                        </p:attrNameLst>
                                      </p:cBhvr>
                                      <p:tavLst>
                                        <p:tav tm="0">
                                          <p:val>
                                            <p:fltVal val="90"/>
                                          </p:val>
                                        </p:tav>
                                        <p:tav tm="100000">
                                          <p:val>
                                            <p:fltVal val="0"/>
                                          </p:val>
                                        </p:tav>
                                      </p:tavLst>
                                    </p:anim>
                                    <p:animEffect transition="in" filter="fade">
                                      <p:cBhvr>
                                        <p:cTn id="16" dur="1000"/>
                                        <p:tgtEl>
                                          <p:spTgt spid="60"/>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65"/>
                                        </p:tgtEl>
                                        <p:attrNameLst>
                                          <p:attrName>style.visibility</p:attrName>
                                        </p:attrNameLst>
                                      </p:cBhvr>
                                      <p:to>
                                        <p:strVal val="visible"/>
                                      </p:to>
                                    </p:set>
                                    <p:animEffect transition="in" filter="wipe(left)">
                                      <p:cBhvr>
                                        <p:cTn id="20" dur="500"/>
                                        <p:tgtEl>
                                          <p:spTgt spid="65"/>
                                        </p:tgtEl>
                                      </p:cBhvr>
                                    </p:animEffect>
                                  </p:childTnLst>
                                </p:cTn>
                              </p:par>
                              <p:par>
                                <p:cTn id="21" presetID="22" presetClass="entr" presetSubtype="8" fill="hold" nodeType="with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wipe(left)">
                                      <p:cBhvr>
                                        <p:cTn id="23" dur="500"/>
                                        <p:tgtEl>
                                          <p:spTgt spid="64"/>
                                        </p:tgtEl>
                                      </p:cBhvr>
                                    </p:animEffect>
                                  </p:childTnLst>
                                </p:cTn>
                              </p:par>
                              <p:par>
                                <p:cTn id="24" presetID="22" presetClass="entr" presetSubtype="8" fill="hold" nodeType="withEffect">
                                  <p:stCondLst>
                                    <p:cond delay="0"/>
                                  </p:stCondLst>
                                  <p:childTnLst>
                                    <p:set>
                                      <p:cBhvr>
                                        <p:cTn id="25" dur="1" fill="hold">
                                          <p:stCondLst>
                                            <p:cond delay="0"/>
                                          </p:stCondLst>
                                        </p:cTn>
                                        <p:tgtEl>
                                          <p:spTgt spid="66"/>
                                        </p:tgtEl>
                                        <p:attrNameLst>
                                          <p:attrName>style.visibility</p:attrName>
                                        </p:attrNameLst>
                                      </p:cBhvr>
                                      <p:to>
                                        <p:strVal val="visible"/>
                                      </p:to>
                                    </p:set>
                                    <p:animEffect transition="in" filter="wipe(left)">
                                      <p:cBhvr>
                                        <p:cTn id="26" dur="500"/>
                                        <p:tgtEl>
                                          <p:spTgt spid="66"/>
                                        </p:tgtEl>
                                      </p:cBhvr>
                                    </p:animEffect>
                                  </p:childTnLst>
                                </p:cTn>
                              </p:par>
                            </p:childTnLst>
                          </p:cTn>
                        </p:par>
                        <p:par>
                          <p:cTn id="27" fill="hold">
                            <p:stCondLst>
                              <p:cond delay="1500"/>
                            </p:stCondLst>
                            <p:childTnLst>
                              <p:par>
                                <p:cTn id="28" presetID="42" presetClass="entr" presetSubtype="0" fill="hold" grpId="0" nodeType="afterEffect">
                                  <p:stCondLst>
                                    <p:cond delay="0"/>
                                  </p:stCondLst>
                                  <p:childTnLst>
                                    <p:set>
                                      <p:cBhvr>
                                        <p:cTn id="29" dur="1" fill="hold">
                                          <p:stCondLst>
                                            <p:cond delay="0"/>
                                          </p:stCondLst>
                                        </p:cTn>
                                        <p:tgtEl>
                                          <p:spTgt spid="69"/>
                                        </p:tgtEl>
                                        <p:attrNameLst>
                                          <p:attrName>style.visibility</p:attrName>
                                        </p:attrNameLst>
                                      </p:cBhvr>
                                      <p:to>
                                        <p:strVal val="visible"/>
                                      </p:to>
                                    </p:set>
                                    <p:animEffect transition="in" filter="fade">
                                      <p:cBhvr>
                                        <p:cTn id="30" dur="1000"/>
                                        <p:tgtEl>
                                          <p:spTgt spid="69"/>
                                        </p:tgtEl>
                                      </p:cBhvr>
                                    </p:animEffect>
                                    <p:anim calcmode="lin" valueType="num">
                                      <p:cBhvr>
                                        <p:cTn id="31" dur="1000" fill="hold"/>
                                        <p:tgtEl>
                                          <p:spTgt spid="69"/>
                                        </p:tgtEl>
                                        <p:attrNameLst>
                                          <p:attrName>ppt_x</p:attrName>
                                        </p:attrNameLst>
                                      </p:cBhvr>
                                      <p:tavLst>
                                        <p:tav tm="0">
                                          <p:val>
                                            <p:strVal val="#ppt_x"/>
                                          </p:val>
                                        </p:tav>
                                        <p:tav tm="100000">
                                          <p:val>
                                            <p:strVal val="#ppt_x"/>
                                          </p:val>
                                        </p:tav>
                                      </p:tavLst>
                                    </p:anim>
                                    <p:anim calcmode="lin" valueType="num">
                                      <p:cBhvr>
                                        <p:cTn id="32" dur="1000" fill="hold"/>
                                        <p:tgtEl>
                                          <p:spTgt spid="69"/>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70"/>
                                        </p:tgtEl>
                                        <p:attrNameLst>
                                          <p:attrName>style.visibility</p:attrName>
                                        </p:attrNameLst>
                                      </p:cBhvr>
                                      <p:to>
                                        <p:strVal val="visible"/>
                                      </p:to>
                                    </p:set>
                                    <p:animEffect transition="in" filter="fade">
                                      <p:cBhvr>
                                        <p:cTn id="35" dur="1000"/>
                                        <p:tgtEl>
                                          <p:spTgt spid="70"/>
                                        </p:tgtEl>
                                      </p:cBhvr>
                                    </p:animEffect>
                                    <p:anim calcmode="lin" valueType="num">
                                      <p:cBhvr>
                                        <p:cTn id="36" dur="1000" fill="hold"/>
                                        <p:tgtEl>
                                          <p:spTgt spid="70"/>
                                        </p:tgtEl>
                                        <p:attrNameLst>
                                          <p:attrName>ppt_x</p:attrName>
                                        </p:attrNameLst>
                                      </p:cBhvr>
                                      <p:tavLst>
                                        <p:tav tm="0">
                                          <p:val>
                                            <p:strVal val="#ppt_x"/>
                                          </p:val>
                                        </p:tav>
                                        <p:tav tm="100000">
                                          <p:val>
                                            <p:strVal val="#ppt_x"/>
                                          </p:val>
                                        </p:tav>
                                      </p:tavLst>
                                    </p:anim>
                                    <p:anim calcmode="lin" valueType="num">
                                      <p:cBhvr>
                                        <p:cTn id="37" dur="1000" fill="hold"/>
                                        <p:tgtEl>
                                          <p:spTgt spid="70"/>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71"/>
                                        </p:tgtEl>
                                        <p:attrNameLst>
                                          <p:attrName>style.visibility</p:attrName>
                                        </p:attrNameLst>
                                      </p:cBhvr>
                                      <p:to>
                                        <p:strVal val="visible"/>
                                      </p:to>
                                    </p:set>
                                    <p:animEffect transition="in" filter="fade">
                                      <p:cBhvr>
                                        <p:cTn id="40" dur="1000"/>
                                        <p:tgtEl>
                                          <p:spTgt spid="71"/>
                                        </p:tgtEl>
                                      </p:cBhvr>
                                    </p:animEffect>
                                    <p:anim calcmode="lin" valueType="num">
                                      <p:cBhvr>
                                        <p:cTn id="41" dur="1000" fill="hold"/>
                                        <p:tgtEl>
                                          <p:spTgt spid="71"/>
                                        </p:tgtEl>
                                        <p:attrNameLst>
                                          <p:attrName>ppt_x</p:attrName>
                                        </p:attrNameLst>
                                      </p:cBhvr>
                                      <p:tavLst>
                                        <p:tav tm="0">
                                          <p:val>
                                            <p:strVal val="#ppt_x"/>
                                          </p:val>
                                        </p:tav>
                                        <p:tav tm="100000">
                                          <p:val>
                                            <p:strVal val="#ppt_x"/>
                                          </p:val>
                                        </p:tav>
                                      </p:tavLst>
                                    </p:anim>
                                    <p:anim calcmode="lin" valueType="num">
                                      <p:cBhvr>
                                        <p:cTn id="42" dur="1000" fill="hold"/>
                                        <p:tgtEl>
                                          <p:spTgt spid="71"/>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72"/>
                                        </p:tgtEl>
                                        <p:attrNameLst>
                                          <p:attrName>style.visibility</p:attrName>
                                        </p:attrNameLst>
                                      </p:cBhvr>
                                      <p:to>
                                        <p:strVal val="visible"/>
                                      </p:to>
                                    </p:set>
                                    <p:animEffect transition="in" filter="fade">
                                      <p:cBhvr>
                                        <p:cTn id="45" dur="1000"/>
                                        <p:tgtEl>
                                          <p:spTgt spid="72"/>
                                        </p:tgtEl>
                                      </p:cBhvr>
                                    </p:animEffect>
                                    <p:anim calcmode="lin" valueType="num">
                                      <p:cBhvr>
                                        <p:cTn id="46" dur="1000" fill="hold"/>
                                        <p:tgtEl>
                                          <p:spTgt spid="72"/>
                                        </p:tgtEl>
                                        <p:attrNameLst>
                                          <p:attrName>ppt_x</p:attrName>
                                        </p:attrNameLst>
                                      </p:cBhvr>
                                      <p:tavLst>
                                        <p:tav tm="0">
                                          <p:val>
                                            <p:strVal val="#ppt_x"/>
                                          </p:val>
                                        </p:tav>
                                        <p:tav tm="100000">
                                          <p:val>
                                            <p:strVal val="#ppt_x"/>
                                          </p:val>
                                        </p:tav>
                                      </p:tavLst>
                                    </p:anim>
                                    <p:anim calcmode="lin" valueType="num">
                                      <p:cBhvr>
                                        <p:cTn id="47" dur="1000" fill="hold"/>
                                        <p:tgtEl>
                                          <p:spTgt spid="72"/>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73"/>
                                        </p:tgtEl>
                                        <p:attrNameLst>
                                          <p:attrName>style.visibility</p:attrName>
                                        </p:attrNameLst>
                                      </p:cBhvr>
                                      <p:to>
                                        <p:strVal val="visible"/>
                                      </p:to>
                                    </p:set>
                                    <p:animEffect transition="in" filter="fade">
                                      <p:cBhvr>
                                        <p:cTn id="50" dur="1000"/>
                                        <p:tgtEl>
                                          <p:spTgt spid="73"/>
                                        </p:tgtEl>
                                      </p:cBhvr>
                                    </p:animEffect>
                                    <p:anim calcmode="lin" valueType="num">
                                      <p:cBhvr>
                                        <p:cTn id="51" dur="1000" fill="hold"/>
                                        <p:tgtEl>
                                          <p:spTgt spid="73"/>
                                        </p:tgtEl>
                                        <p:attrNameLst>
                                          <p:attrName>ppt_x</p:attrName>
                                        </p:attrNameLst>
                                      </p:cBhvr>
                                      <p:tavLst>
                                        <p:tav tm="0">
                                          <p:val>
                                            <p:strVal val="#ppt_x"/>
                                          </p:val>
                                        </p:tav>
                                        <p:tav tm="100000">
                                          <p:val>
                                            <p:strVal val="#ppt_x"/>
                                          </p:val>
                                        </p:tav>
                                      </p:tavLst>
                                    </p:anim>
                                    <p:anim calcmode="lin" valueType="num">
                                      <p:cBhvr>
                                        <p:cTn id="52" dur="1000" fill="hold"/>
                                        <p:tgtEl>
                                          <p:spTgt spid="73"/>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74"/>
                                        </p:tgtEl>
                                        <p:attrNameLst>
                                          <p:attrName>style.visibility</p:attrName>
                                        </p:attrNameLst>
                                      </p:cBhvr>
                                      <p:to>
                                        <p:strVal val="visible"/>
                                      </p:to>
                                    </p:set>
                                    <p:animEffect transition="in" filter="fade">
                                      <p:cBhvr>
                                        <p:cTn id="55" dur="1000"/>
                                        <p:tgtEl>
                                          <p:spTgt spid="74"/>
                                        </p:tgtEl>
                                      </p:cBhvr>
                                    </p:animEffect>
                                    <p:anim calcmode="lin" valueType="num">
                                      <p:cBhvr>
                                        <p:cTn id="56" dur="1000" fill="hold"/>
                                        <p:tgtEl>
                                          <p:spTgt spid="74"/>
                                        </p:tgtEl>
                                        <p:attrNameLst>
                                          <p:attrName>ppt_x</p:attrName>
                                        </p:attrNameLst>
                                      </p:cBhvr>
                                      <p:tavLst>
                                        <p:tav tm="0">
                                          <p:val>
                                            <p:strVal val="#ppt_x"/>
                                          </p:val>
                                        </p:tav>
                                        <p:tav tm="100000">
                                          <p:val>
                                            <p:strVal val="#ppt_x"/>
                                          </p:val>
                                        </p:tav>
                                      </p:tavLst>
                                    </p:anim>
                                    <p:anim calcmode="lin" valueType="num">
                                      <p:cBhvr>
                                        <p:cTn id="57" dur="1000" fill="hold"/>
                                        <p:tgtEl>
                                          <p:spTgt spid="74"/>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75"/>
                                        </p:tgtEl>
                                        <p:attrNameLst>
                                          <p:attrName>style.visibility</p:attrName>
                                        </p:attrNameLst>
                                      </p:cBhvr>
                                      <p:to>
                                        <p:strVal val="visible"/>
                                      </p:to>
                                    </p:set>
                                    <p:animEffect transition="in" filter="fade">
                                      <p:cBhvr>
                                        <p:cTn id="60" dur="1000"/>
                                        <p:tgtEl>
                                          <p:spTgt spid="75"/>
                                        </p:tgtEl>
                                      </p:cBhvr>
                                    </p:animEffect>
                                    <p:anim calcmode="lin" valueType="num">
                                      <p:cBhvr>
                                        <p:cTn id="61" dur="1000" fill="hold"/>
                                        <p:tgtEl>
                                          <p:spTgt spid="75"/>
                                        </p:tgtEl>
                                        <p:attrNameLst>
                                          <p:attrName>ppt_x</p:attrName>
                                        </p:attrNameLst>
                                      </p:cBhvr>
                                      <p:tavLst>
                                        <p:tav tm="0">
                                          <p:val>
                                            <p:strVal val="#ppt_x"/>
                                          </p:val>
                                        </p:tav>
                                        <p:tav tm="100000">
                                          <p:val>
                                            <p:strVal val="#ppt_x"/>
                                          </p:val>
                                        </p:tav>
                                      </p:tavLst>
                                    </p:anim>
                                    <p:anim calcmode="lin" valueType="num">
                                      <p:cBhvr>
                                        <p:cTn id="62" dur="1000" fill="hold"/>
                                        <p:tgtEl>
                                          <p:spTgt spid="75"/>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76"/>
                                        </p:tgtEl>
                                        <p:attrNameLst>
                                          <p:attrName>style.visibility</p:attrName>
                                        </p:attrNameLst>
                                      </p:cBhvr>
                                      <p:to>
                                        <p:strVal val="visible"/>
                                      </p:to>
                                    </p:set>
                                    <p:animEffect transition="in" filter="fade">
                                      <p:cBhvr>
                                        <p:cTn id="65" dur="1000"/>
                                        <p:tgtEl>
                                          <p:spTgt spid="76"/>
                                        </p:tgtEl>
                                      </p:cBhvr>
                                    </p:animEffect>
                                    <p:anim calcmode="lin" valueType="num">
                                      <p:cBhvr>
                                        <p:cTn id="66" dur="1000" fill="hold"/>
                                        <p:tgtEl>
                                          <p:spTgt spid="76"/>
                                        </p:tgtEl>
                                        <p:attrNameLst>
                                          <p:attrName>ppt_x</p:attrName>
                                        </p:attrNameLst>
                                      </p:cBhvr>
                                      <p:tavLst>
                                        <p:tav tm="0">
                                          <p:val>
                                            <p:strVal val="#ppt_x"/>
                                          </p:val>
                                        </p:tav>
                                        <p:tav tm="100000">
                                          <p:val>
                                            <p:strVal val="#ppt_x"/>
                                          </p:val>
                                        </p:tav>
                                      </p:tavLst>
                                    </p:anim>
                                    <p:anim calcmode="lin" valueType="num">
                                      <p:cBhvr>
                                        <p:cTn id="67" dur="1000" fill="hold"/>
                                        <p:tgtEl>
                                          <p:spTgt spid="76"/>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77"/>
                                        </p:tgtEl>
                                        <p:attrNameLst>
                                          <p:attrName>style.visibility</p:attrName>
                                        </p:attrNameLst>
                                      </p:cBhvr>
                                      <p:to>
                                        <p:strVal val="visible"/>
                                      </p:to>
                                    </p:set>
                                    <p:animEffect transition="in" filter="fade">
                                      <p:cBhvr>
                                        <p:cTn id="70" dur="1000"/>
                                        <p:tgtEl>
                                          <p:spTgt spid="77"/>
                                        </p:tgtEl>
                                      </p:cBhvr>
                                    </p:animEffect>
                                    <p:anim calcmode="lin" valueType="num">
                                      <p:cBhvr>
                                        <p:cTn id="71" dur="1000" fill="hold"/>
                                        <p:tgtEl>
                                          <p:spTgt spid="77"/>
                                        </p:tgtEl>
                                        <p:attrNameLst>
                                          <p:attrName>ppt_x</p:attrName>
                                        </p:attrNameLst>
                                      </p:cBhvr>
                                      <p:tavLst>
                                        <p:tav tm="0">
                                          <p:val>
                                            <p:strVal val="#ppt_x"/>
                                          </p:val>
                                        </p:tav>
                                        <p:tav tm="100000">
                                          <p:val>
                                            <p:strVal val="#ppt_x"/>
                                          </p:val>
                                        </p:tav>
                                      </p:tavLst>
                                    </p:anim>
                                    <p:anim calcmode="lin" valueType="num">
                                      <p:cBhvr>
                                        <p:cTn id="72" dur="1000" fill="hold"/>
                                        <p:tgtEl>
                                          <p:spTgt spid="7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78"/>
                                        </p:tgtEl>
                                        <p:attrNameLst>
                                          <p:attrName>style.visibility</p:attrName>
                                        </p:attrNameLst>
                                      </p:cBhvr>
                                      <p:to>
                                        <p:strVal val="visible"/>
                                      </p:to>
                                    </p:set>
                                    <p:animEffect transition="in" filter="fade">
                                      <p:cBhvr>
                                        <p:cTn id="75" dur="1000"/>
                                        <p:tgtEl>
                                          <p:spTgt spid="78"/>
                                        </p:tgtEl>
                                      </p:cBhvr>
                                    </p:animEffect>
                                    <p:anim calcmode="lin" valueType="num">
                                      <p:cBhvr>
                                        <p:cTn id="76" dur="1000" fill="hold"/>
                                        <p:tgtEl>
                                          <p:spTgt spid="78"/>
                                        </p:tgtEl>
                                        <p:attrNameLst>
                                          <p:attrName>ppt_x</p:attrName>
                                        </p:attrNameLst>
                                      </p:cBhvr>
                                      <p:tavLst>
                                        <p:tav tm="0">
                                          <p:val>
                                            <p:strVal val="#ppt_x"/>
                                          </p:val>
                                        </p:tav>
                                        <p:tav tm="100000">
                                          <p:val>
                                            <p:strVal val="#ppt_x"/>
                                          </p:val>
                                        </p:tav>
                                      </p:tavLst>
                                    </p:anim>
                                    <p:anim calcmode="lin" valueType="num">
                                      <p:cBhvr>
                                        <p:cTn id="77" dur="1000" fill="hold"/>
                                        <p:tgtEl>
                                          <p:spTgt spid="7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79"/>
                                        </p:tgtEl>
                                        <p:attrNameLst>
                                          <p:attrName>style.visibility</p:attrName>
                                        </p:attrNameLst>
                                      </p:cBhvr>
                                      <p:to>
                                        <p:strVal val="visible"/>
                                      </p:to>
                                    </p:set>
                                    <p:animEffect transition="in" filter="fade">
                                      <p:cBhvr>
                                        <p:cTn id="80" dur="1000"/>
                                        <p:tgtEl>
                                          <p:spTgt spid="79"/>
                                        </p:tgtEl>
                                      </p:cBhvr>
                                    </p:animEffect>
                                    <p:anim calcmode="lin" valueType="num">
                                      <p:cBhvr>
                                        <p:cTn id="81" dur="1000" fill="hold"/>
                                        <p:tgtEl>
                                          <p:spTgt spid="79"/>
                                        </p:tgtEl>
                                        <p:attrNameLst>
                                          <p:attrName>ppt_x</p:attrName>
                                        </p:attrNameLst>
                                      </p:cBhvr>
                                      <p:tavLst>
                                        <p:tav tm="0">
                                          <p:val>
                                            <p:strVal val="#ppt_x"/>
                                          </p:val>
                                        </p:tav>
                                        <p:tav tm="100000">
                                          <p:val>
                                            <p:strVal val="#ppt_x"/>
                                          </p:val>
                                        </p:tav>
                                      </p:tavLst>
                                    </p:anim>
                                    <p:anim calcmode="lin" valueType="num">
                                      <p:cBhvr>
                                        <p:cTn id="82" dur="1000" fill="hold"/>
                                        <p:tgtEl>
                                          <p:spTgt spid="79"/>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80"/>
                                        </p:tgtEl>
                                        <p:attrNameLst>
                                          <p:attrName>style.visibility</p:attrName>
                                        </p:attrNameLst>
                                      </p:cBhvr>
                                      <p:to>
                                        <p:strVal val="visible"/>
                                      </p:to>
                                    </p:set>
                                    <p:animEffect transition="in" filter="fade">
                                      <p:cBhvr>
                                        <p:cTn id="85" dur="1000"/>
                                        <p:tgtEl>
                                          <p:spTgt spid="80"/>
                                        </p:tgtEl>
                                      </p:cBhvr>
                                    </p:animEffect>
                                    <p:anim calcmode="lin" valueType="num">
                                      <p:cBhvr>
                                        <p:cTn id="86" dur="1000" fill="hold"/>
                                        <p:tgtEl>
                                          <p:spTgt spid="80"/>
                                        </p:tgtEl>
                                        <p:attrNameLst>
                                          <p:attrName>ppt_x</p:attrName>
                                        </p:attrNameLst>
                                      </p:cBhvr>
                                      <p:tavLst>
                                        <p:tav tm="0">
                                          <p:val>
                                            <p:strVal val="#ppt_x"/>
                                          </p:val>
                                        </p:tav>
                                        <p:tav tm="100000">
                                          <p:val>
                                            <p:strVal val="#ppt_x"/>
                                          </p:val>
                                        </p:tav>
                                      </p:tavLst>
                                    </p:anim>
                                    <p:anim calcmode="lin" valueType="num">
                                      <p:cBhvr>
                                        <p:cTn id="87"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9" grpId="0" animBg="1"/>
      <p:bldP spid="70" grpId="0"/>
      <p:bldP spid="71" grpId="0" animBg="1"/>
      <p:bldP spid="72" grpId="0"/>
      <p:bldP spid="73" grpId="0" animBg="1"/>
      <p:bldP spid="74" grpId="0" animBg="1"/>
      <p:bldP spid="75" grpId="0"/>
      <p:bldP spid="76" grpId="0"/>
      <p:bldP spid="77" grpId="0"/>
      <p:bldP spid="78" grpId="0"/>
      <p:bldP spid="79" grpId="0" animBg="1"/>
      <p:bldP spid="8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nvSpPr>
        <p:spPr>
          <a:xfrm>
            <a:off x="837257" y="1010733"/>
            <a:ext cx="2981690" cy="2981690"/>
          </a:xfrm>
          <a:prstGeom prst="ellipse">
            <a:avLst/>
          </a:prstGeom>
          <a:blipFill dpi="0" rotWithShape="1">
            <a:blip r:embed="rId4" cstate="print">
              <a:extLst>
                <a:ext uri="{28A0092B-C50C-407E-A947-70E740481C1C}">
                  <a14:useLocalDpi xmlns:a14="http://schemas.microsoft.com/office/drawing/2010/main" val="0"/>
                </a:ext>
              </a:extLst>
            </a:blip>
            <a:srcRect/>
            <a:stretch>
              <a:fillRect r="-18344"/>
            </a:stretch>
          </a:blipFill>
          <a:ln w="9525" cap="flat" cmpd="sng" algn="ctr">
            <a:solidFill>
              <a:sysClr val="window" lastClr="FFFFFF">
                <a:lumMod val="75000"/>
              </a:sysClr>
            </a:solidFill>
            <a:prstDash val="solid"/>
          </a:ln>
          <a:effectLst/>
        </p:spPr>
        <p:txBody>
          <a:bodyPr rtlCol="0" anchor="ctr"/>
          <a:lstStyle/>
          <a:p>
            <a:pPr algn="ctr" fontAlgn="auto">
              <a:spcBef>
                <a:spcPts val="0"/>
              </a:spcBef>
              <a:spcAft>
                <a:spcPts val="0"/>
              </a:spcAft>
              <a:defRPr/>
            </a:pPr>
            <a:endParaRPr lang="zh-CN" altLang="en-US" kern="0">
              <a:solidFill>
                <a:sysClr val="window" lastClr="FFFFFF"/>
              </a:solidFill>
              <a:latin typeface="+mn-lt"/>
              <a:ea typeface="+mn-ea"/>
              <a:cs typeface="+mn-ea"/>
              <a:sym typeface="+mn-lt"/>
            </a:endParaRPr>
          </a:p>
        </p:txBody>
      </p:sp>
      <p:pic>
        <p:nvPicPr>
          <p:cNvPr id="44" name="图片 4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93618" y="0"/>
            <a:ext cx="2851970" cy="5145088"/>
          </a:xfrm>
          <a:prstGeom prst="rect">
            <a:avLst/>
          </a:prstGeom>
        </p:spPr>
      </p:pic>
      <p:sp>
        <p:nvSpPr>
          <p:cNvPr id="20" name="矩形 19"/>
          <p:cNvSpPr/>
          <p:nvPr/>
        </p:nvSpPr>
        <p:spPr>
          <a:xfrm>
            <a:off x="1956089" y="1748471"/>
            <a:ext cx="2019546" cy="1431161"/>
          </a:xfrm>
          <a:prstGeom prst="rect">
            <a:avLst/>
          </a:prstGeom>
        </p:spPr>
        <p:txBody>
          <a:bodyPr wrap="square">
            <a:spAutoFit/>
          </a:bodyPr>
          <a:lstStyle/>
          <a:p>
            <a:pPr algn="ctr" fontAlgn="auto">
              <a:spcBef>
                <a:spcPts val="0"/>
              </a:spcBef>
              <a:spcAft>
                <a:spcPts val="0"/>
              </a:spcAft>
              <a:defRPr/>
            </a:pPr>
            <a:r>
              <a:rPr lang="en-US" altLang="zh-CN" sz="8700" kern="0" dirty="0">
                <a:solidFill>
                  <a:srgbClr val="C80A2A"/>
                </a:solidFill>
                <a:latin typeface="+mn-lt"/>
                <a:ea typeface="+mn-ea"/>
                <a:cs typeface="+mn-ea"/>
                <a:sym typeface="+mn-lt"/>
              </a:rPr>
              <a:t>05</a:t>
            </a:r>
            <a:endParaRPr lang="zh-CN" altLang="en-US" sz="8700" kern="0" dirty="0">
              <a:solidFill>
                <a:srgbClr val="C80A2A"/>
              </a:solidFill>
              <a:latin typeface="+mn-lt"/>
              <a:ea typeface="+mn-ea"/>
              <a:cs typeface="+mn-ea"/>
              <a:sym typeface="+mn-lt"/>
            </a:endParaRPr>
          </a:p>
        </p:txBody>
      </p:sp>
      <p:sp>
        <p:nvSpPr>
          <p:cNvPr id="21" name="矩形 20"/>
          <p:cNvSpPr/>
          <p:nvPr/>
        </p:nvSpPr>
        <p:spPr>
          <a:xfrm>
            <a:off x="1126825" y="2315536"/>
            <a:ext cx="1202894" cy="553998"/>
          </a:xfrm>
          <a:prstGeom prst="rect">
            <a:avLst/>
          </a:prstGeom>
        </p:spPr>
        <p:txBody>
          <a:bodyPr wrap="none">
            <a:spAutoFit/>
            <a:scene3d>
              <a:camera prst="orthographicFront"/>
              <a:lightRig rig="threePt" dir="t"/>
            </a:scene3d>
            <a:sp3d contourW="12700"/>
          </a:bodyPr>
          <a:lstStyle/>
          <a:p>
            <a:pPr algn="r" fontAlgn="auto">
              <a:spcBef>
                <a:spcPts val="0"/>
              </a:spcBef>
              <a:spcAft>
                <a:spcPts val="0"/>
              </a:spcAft>
            </a:pPr>
            <a:r>
              <a:rPr lang="en-US" altLang="zh-CN" sz="3000" b="1" dirty="0">
                <a:solidFill>
                  <a:srgbClr val="000000">
                    <a:lumMod val="75000"/>
                    <a:lumOff val="25000"/>
                  </a:srgbClr>
                </a:solidFill>
                <a:latin typeface="+mn-lt"/>
                <a:ea typeface="+mn-ea"/>
                <a:cs typeface="+mn-ea"/>
                <a:sym typeface="+mn-lt"/>
              </a:rPr>
              <a:t>PART</a:t>
            </a:r>
            <a:endParaRPr lang="zh-CN" altLang="en-US" sz="3000" b="1" dirty="0">
              <a:solidFill>
                <a:srgbClr val="000000">
                  <a:lumMod val="75000"/>
                  <a:lumOff val="25000"/>
                </a:srgbClr>
              </a:solidFill>
              <a:latin typeface="+mn-lt"/>
              <a:ea typeface="+mn-ea"/>
              <a:cs typeface="+mn-ea"/>
              <a:sym typeface="+mn-lt"/>
            </a:endParaRPr>
          </a:p>
        </p:txBody>
      </p:sp>
      <p:sp>
        <p:nvSpPr>
          <p:cNvPr id="22" name="矩形 21"/>
          <p:cNvSpPr/>
          <p:nvPr/>
        </p:nvSpPr>
        <p:spPr>
          <a:xfrm>
            <a:off x="3818947" y="1866658"/>
            <a:ext cx="3778183" cy="1323439"/>
          </a:xfrm>
          <a:prstGeom prst="rect">
            <a:avLst/>
          </a:prstGeom>
        </p:spPr>
        <p:txBody>
          <a:bodyPr wrap="square">
            <a:spAutoFit/>
          </a:bodyPr>
          <a:lstStyle/>
          <a:p>
            <a:pPr fontAlgn="auto">
              <a:spcBef>
                <a:spcPts val="0"/>
              </a:spcBef>
              <a:spcAft>
                <a:spcPts val="0"/>
              </a:spcAft>
              <a:defRPr/>
            </a:pPr>
            <a:r>
              <a:rPr lang="zh-CN" altLang="en-US" sz="4000" kern="0" dirty="0">
                <a:solidFill>
                  <a:srgbClr val="C80A2A"/>
                </a:solidFill>
                <a:latin typeface="+mn-lt"/>
                <a:ea typeface="+mn-ea"/>
                <a:cs typeface="+mn-ea"/>
                <a:sym typeface="+mn-lt"/>
              </a:rPr>
              <a:t>对部门和公司的建议</a:t>
            </a:r>
          </a:p>
        </p:txBody>
      </p:sp>
    </p:spTree>
    <p:extLst>
      <p:ext uri="{BB962C8B-B14F-4D97-AF65-F5344CB8AC3E}">
        <p14:creationId xmlns:p14="http://schemas.microsoft.com/office/powerpoint/2010/main" val="132171314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heel(1)">
                                      <p:cBhvr>
                                        <p:cTn id="11" dur="500"/>
                                        <p:tgtEl>
                                          <p:spTgt spid="19"/>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p:cTn id="15" dur="500" fill="hold"/>
                                        <p:tgtEl>
                                          <p:spTgt spid="20"/>
                                        </p:tgtEl>
                                        <p:attrNameLst>
                                          <p:attrName>ppt_w</p:attrName>
                                        </p:attrNameLst>
                                      </p:cBhvr>
                                      <p:tavLst>
                                        <p:tav tm="0">
                                          <p:val>
                                            <p:fltVal val="0"/>
                                          </p:val>
                                        </p:tav>
                                        <p:tav tm="100000">
                                          <p:val>
                                            <p:strVal val="#ppt_w"/>
                                          </p:val>
                                        </p:tav>
                                      </p:tavLst>
                                    </p:anim>
                                    <p:anim calcmode="lin" valueType="num">
                                      <p:cBhvr>
                                        <p:cTn id="16" dur="500" fill="hold"/>
                                        <p:tgtEl>
                                          <p:spTgt spid="20"/>
                                        </p:tgtEl>
                                        <p:attrNameLst>
                                          <p:attrName>ppt_h</p:attrName>
                                        </p:attrNameLst>
                                      </p:cBhvr>
                                      <p:tavLst>
                                        <p:tav tm="0">
                                          <p:val>
                                            <p:fltVal val="0"/>
                                          </p:val>
                                        </p:tav>
                                        <p:tav tm="100000">
                                          <p:val>
                                            <p:strVal val="#ppt_h"/>
                                          </p:val>
                                        </p:tav>
                                      </p:tavLst>
                                    </p:anim>
                                    <p:animEffect transition="in" filter="fade">
                                      <p:cBhvr>
                                        <p:cTn id="17" dur="500"/>
                                        <p:tgtEl>
                                          <p:spTgt spid="20"/>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 calcmode="lin" valueType="num">
                                      <p:cBhvr>
                                        <p:cTn id="20" dur="500" fill="hold"/>
                                        <p:tgtEl>
                                          <p:spTgt spid="21"/>
                                        </p:tgtEl>
                                        <p:attrNameLst>
                                          <p:attrName>ppt_w</p:attrName>
                                        </p:attrNameLst>
                                      </p:cBhvr>
                                      <p:tavLst>
                                        <p:tav tm="0">
                                          <p:val>
                                            <p:fltVal val="0"/>
                                          </p:val>
                                        </p:tav>
                                        <p:tav tm="100000">
                                          <p:val>
                                            <p:strVal val="#ppt_w"/>
                                          </p:val>
                                        </p:tav>
                                      </p:tavLst>
                                    </p:anim>
                                    <p:anim calcmode="lin" valueType="num">
                                      <p:cBhvr>
                                        <p:cTn id="21" dur="500" fill="hold"/>
                                        <p:tgtEl>
                                          <p:spTgt spid="21"/>
                                        </p:tgtEl>
                                        <p:attrNameLst>
                                          <p:attrName>ppt_h</p:attrName>
                                        </p:attrNameLst>
                                      </p:cBhvr>
                                      <p:tavLst>
                                        <p:tav tm="0">
                                          <p:val>
                                            <p:fltVal val="0"/>
                                          </p:val>
                                        </p:tav>
                                        <p:tav tm="100000">
                                          <p:val>
                                            <p:strVal val="#ppt_h"/>
                                          </p:val>
                                        </p:tav>
                                      </p:tavLst>
                                    </p:anim>
                                    <p:animEffect transition="in" filter="fade">
                                      <p:cBhvr>
                                        <p:cTn id="22" dur="500"/>
                                        <p:tgtEl>
                                          <p:spTgt spid="21"/>
                                        </p:tgtEl>
                                      </p:cBhvr>
                                    </p:animEffect>
                                  </p:childTnLst>
                                </p:cTn>
                              </p:par>
                            </p:childTnLst>
                          </p:cTn>
                        </p:par>
                        <p:par>
                          <p:cTn id="23" fill="hold">
                            <p:stCondLst>
                              <p:cond delay="1500"/>
                            </p:stCondLst>
                            <p:childTnLst>
                              <p:par>
                                <p:cTn id="24" presetID="53" presetClass="entr" presetSubtype="16" fill="hold" grpId="0" nodeType="afterEffect">
                                  <p:stCondLst>
                                    <p:cond delay="0"/>
                                  </p:stCondLst>
                                  <p:iterate type="lt">
                                    <p:tmPct val="10000"/>
                                  </p:iterate>
                                  <p:childTnLst>
                                    <p:set>
                                      <p:cBhvr>
                                        <p:cTn id="25" dur="1" fill="hold">
                                          <p:stCondLst>
                                            <p:cond delay="0"/>
                                          </p:stCondLst>
                                        </p:cTn>
                                        <p:tgtEl>
                                          <p:spTgt spid="22"/>
                                        </p:tgtEl>
                                        <p:attrNameLst>
                                          <p:attrName>style.visibility</p:attrName>
                                        </p:attrNameLst>
                                      </p:cBhvr>
                                      <p:to>
                                        <p:strVal val="visible"/>
                                      </p:to>
                                    </p:set>
                                    <p:anim calcmode="lin" valueType="num">
                                      <p:cBhvr>
                                        <p:cTn id="26" dur="500" fill="hold"/>
                                        <p:tgtEl>
                                          <p:spTgt spid="22"/>
                                        </p:tgtEl>
                                        <p:attrNameLst>
                                          <p:attrName>ppt_w</p:attrName>
                                        </p:attrNameLst>
                                      </p:cBhvr>
                                      <p:tavLst>
                                        <p:tav tm="0">
                                          <p:val>
                                            <p:fltVal val="0"/>
                                          </p:val>
                                        </p:tav>
                                        <p:tav tm="100000">
                                          <p:val>
                                            <p:strVal val="#ppt_w"/>
                                          </p:val>
                                        </p:tav>
                                      </p:tavLst>
                                    </p:anim>
                                    <p:anim calcmode="lin" valueType="num">
                                      <p:cBhvr>
                                        <p:cTn id="27" dur="500" fill="hold"/>
                                        <p:tgtEl>
                                          <p:spTgt spid="22"/>
                                        </p:tgtEl>
                                        <p:attrNameLst>
                                          <p:attrName>ppt_h</p:attrName>
                                        </p:attrNameLst>
                                      </p:cBhvr>
                                      <p:tavLst>
                                        <p:tav tm="0">
                                          <p:val>
                                            <p:fltVal val="0"/>
                                          </p:val>
                                        </p:tav>
                                        <p:tav tm="100000">
                                          <p:val>
                                            <p:strVal val="#ppt_h"/>
                                          </p:val>
                                        </p:tav>
                                      </p:tavLst>
                                    </p:anim>
                                    <p:animEffect transition="in" filter="fade">
                                      <p:cBhvr>
                                        <p:cTn id="2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P spid="21" grpId="0"/>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组合 96"/>
          <p:cNvGrpSpPr/>
          <p:nvPr/>
        </p:nvGrpSpPr>
        <p:grpSpPr>
          <a:xfrm>
            <a:off x="518098" y="1492424"/>
            <a:ext cx="2423069" cy="997318"/>
            <a:chOff x="1135120" y="1712161"/>
            <a:chExt cx="3205162" cy="1329347"/>
          </a:xfrm>
        </p:grpSpPr>
        <p:sp>
          <p:nvSpPr>
            <p:cNvPr id="98" name="MH_SubTitle_1"/>
            <p:cNvSpPr>
              <a:spLocks noChangeArrowheads="1"/>
            </p:cNvSpPr>
            <p:nvPr>
              <p:custDataLst>
                <p:tags r:id="rId5"/>
              </p:custDataLst>
            </p:nvPr>
          </p:nvSpPr>
          <p:spPr bwMode="auto">
            <a:xfrm flipH="1">
              <a:off x="1144645" y="1712161"/>
              <a:ext cx="3195637"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r" defTabSz="914400" eaLnBrk="1" fontAlgn="auto" latinLnBrk="0" hangingPunct="1">
                <a:lnSpc>
                  <a:spcPct val="100000"/>
                </a:lnSpc>
                <a:spcBef>
                  <a:spcPts val="0"/>
                </a:spcBef>
                <a:spcAft>
                  <a:spcPts val="0"/>
                </a:spcAft>
                <a:buClrTx/>
                <a:buSzTx/>
                <a:buFontTx/>
                <a:buNone/>
                <a:tabLst/>
                <a:defRPr/>
              </a:pPr>
              <a:r>
                <a:rPr lang="zh-CN" altLang="en-US" sz="1500" kern="0" dirty="0">
                  <a:solidFill>
                    <a:srgbClr val="C80A2A"/>
                  </a:solidFill>
                  <a:latin typeface="+mn-lt"/>
                  <a:ea typeface="+mn-ea"/>
                  <a:cs typeface="+mn-ea"/>
                  <a:sym typeface="+mn-lt"/>
                </a:rPr>
                <a:t>建议之一</a:t>
              </a:r>
              <a:endParaRPr kumimoji="0" lang="en-US" altLang="zh-CN" sz="1500" b="0" i="0" u="none" strike="noStrike" kern="0" cap="none" spc="0" normalizeH="0" baseline="0" noProof="0" dirty="0">
                <a:ln>
                  <a:noFill/>
                </a:ln>
                <a:solidFill>
                  <a:srgbClr val="C80A2A"/>
                </a:solidFill>
                <a:effectLst/>
                <a:uLnTx/>
                <a:uFillTx/>
                <a:latin typeface="+mn-lt"/>
                <a:ea typeface="+mn-ea"/>
                <a:cs typeface="+mn-ea"/>
                <a:sym typeface="+mn-lt"/>
              </a:endParaRPr>
            </a:p>
          </p:txBody>
        </p:sp>
        <p:sp>
          <p:nvSpPr>
            <p:cNvPr id="99" name="Rectangle 5"/>
            <p:cNvSpPr>
              <a:spLocks/>
            </p:cNvSpPr>
            <p:nvPr/>
          </p:nvSpPr>
          <p:spPr bwMode="auto">
            <a:xfrm>
              <a:off x="1135120" y="2132850"/>
              <a:ext cx="3113030" cy="908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marL="0" marR="0" lvl="0" indent="0" algn="r" defTabSz="914400" eaLnBrk="1" fontAlgn="base" latinLnBrk="0" hangingPunct="1">
                <a:lnSpc>
                  <a:spcPct val="150000"/>
                </a:lnSpc>
                <a:spcBef>
                  <a:spcPct val="0"/>
                </a:spcBef>
                <a:spcAft>
                  <a:spcPct val="0"/>
                </a:spcAft>
                <a:buClrTx/>
                <a:buSzTx/>
                <a:buFontTx/>
                <a:buNone/>
                <a:tabLst/>
                <a:defRPr/>
              </a:pPr>
              <a:r>
                <a:rPr kumimoji="0" lang="zh-CN" altLang="en-US"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rPr>
                <a:t>此处添加详细文本描述，建议与标题相关并符合整体语言风格，语言描述尽量简洁生动。尽量将每页幻灯片的字数控制在 </a:t>
              </a:r>
              <a:r>
                <a:rPr kumimoji="0" lang="en-US" altLang="zh-CN"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rPr>
                <a:t>200</a:t>
              </a:r>
              <a:r>
                <a:rPr kumimoji="0" lang="zh-CN" altLang="en-US"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rPr>
                <a:t>字以内。</a:t>
              </a:r>
              <a:endParaRPr kumimoji="0" lang="en-US" altLang="zh-CN"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endParaRPr>
            </a:p>
          </p:txBody>
        </p:sp>
      </p:grpSp>
      <p:grpSp>
        <p:nvGrpSpPr>
          <p:cNvPr id="100" name="组合 99"/>
          <p:cNvGrpSpPr/>
          <p:nvPr/>
        </p:nvGrpSpPr>
        <p:grpSpPr>
          <a:xfrm>
            <a:off x="460350" y="3220616"/>
            <a:ext cx="2419958" cy="1158208"/>
            <a:chOff x="1227252" y="3910849"/>
            <a:chExt cx="3201047" cy="1543801"/>
          </a:xfrm>
        </p:grpSpPr>
        <p:sp>
          <p:nvSpPr>
            <p:cNvPr id="101" name="MH_SubTitle_3"/>
            <p:cNvSpPr>
              <a:spLocks noChangeArrowheads="1"/>
            </p:cNvSpPr>
            <p:nvPr>
              <p:custDataLst>
                <p:tags r:id="rId4"/>
              </p:custDataLst>
            </p:nvPr>
          </p:nvSpPr>
          <p:spPr bwMode="auto">
            <a:xfrm flipH="1">
              <a:off x="1232662" y="3910849"/>
              <a:ext cx="3195637"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r" fontAlgn="auto">
                <a:spcBef>
                  <a:spcPts val="0"/>
                </a:spcBef>
                <a:spcAft>
                  <a:spcPts val="0"/>
                </a:spcAft>
              </a:pPr>
              <a:r>
                <a:rPr lang="zh-CN" altLang="en-US" sz="1500" kern="0" dirty="0">
                  <a:solidFill>
                    <a:srgbClr val="C80A2A"/>
                  </a:solidFill>
                  <a:latin typeface="+mn-lt"/>
                  <a:ea typeface="+mn-ea"/>
                  <a:cs typeface="+mn-ea"/>
                  <a:sym typeface="+mn-lt"/>
                </a:rPr>
                <a:t>建议之三</a:t>
              </a:r>
              <a:endParaRPr lang="en-US" altLang="zh-CN" sz="1500" kern="0" dirty="0">
                <a:solidFill>
                  <a:srgbClr val="C80A2A"/>
                </a:solidFill>
                <a:latin typeface="+mn-lt"/>
                <a:ea typeface="+mn-ea"/>
                <a:cs typeface="+mn-ea"/>
                <a:sym typeface="+mn-lt"/>
              </a:endParaRPr>
            </a:p>
          </p:txBody>
        </p:sp>
        <p:sp>
          <p:nvSpPr>
            <p:cNvPr id="102" name="Rectangle 5"/>
            <p:cNvSpPr>
              <a:spLocks/>
            </p:cNvSpPr>
            <p:nvPr/>
          </p:nvSpPr>
          <p:spPr bwMode="auto">
            <a:xfrm>
              <a:off x="1227252" y="4348999"/>
              <a:ext cx="3113030" cy="1105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marL="0" marR="0" lvl="0" indent="0" algn="r" defTabSz="914400" eaLnBrk="1" fontAlgn="base" latinLnBrk="0" hangingPunct="1">
                <a:lnSpc>
                  <a:spcPct val="150000"/>
                </a:lnSpc>
                <a:spcBef>
                  <a:spcPct val="0"/>
                </a:spcBef>
                <a:spcAft>
                  <a:spcPct val="0"/>
                </a:spcAft>
                <a:buClrTx/>
                <a:buSzTx/>
                <a:buFontTx/>
                <a:buNone/>
                <a:tabLst/>
                <a:defRPr/>
              </a:pPr>
              <a:r>
                <a:rPr kumimoji="0" lang="zh-CN" altLang="en-US"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rPr>
                <a:t>此处添加详细文本描述，建议与标题相关并符合整体语言风格，语言描述尽量简洁生动。尽量将每页幻灯片的字数控制在 </a:t>
              </a:r>
              <a:r>
                <a:rPr kumimoji="0" lang="en-US" altLang="zh-CN"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rPr>
                <a:t>200</a:t>
              </a:r>
              <a:r>
                <a:rPr kumimoji="0" lang="zh-CN" altLang="en-US"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rPr>
                <a:t>字以内。</a:t>
              </a:r>
              <a:endParaRPr kumimoji="0" lang="en-US" altLang="zh-CN"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endParaRPr>
            </a:p>
          </p:txBody>
        </p:sp>
      </p:grpSp>
      <p:grpSp>
        <p:nvGrpSpPr>
          <p:cNvPr id="103" name="组合 102"/>
          <p:cNvGrpSpPr/>
          <p:nvPr/>
        </p:nvGrpSpPr>
        <p:grpSpPr>
          <a:xfrm>
            <a:off x="6015112" y="1570262"/>
            <a:ext cx="2417069" cy="1146298"/>
            <a:chOff x="7548619" y="2771632"/>
            <a:chExt cx="3197225" cy="1527926"/>
          </a:xfrm>
        </p:grpSpPr>
        <p:sp>
          <p:nvSpPr>
            <p:cNvPr id="104" name="MH_SubTitle_2"/>
            <p:cNvSpPr>
              <a:spLocks noChangeArrowheads="1"/>
            </p:cNvSpPr>
            <p:nvPr>
              <p:custDataLst>
                <p:tags r:id="rId3"/>
              </p:custDataLst>
            </p:nvPr>
          </p:nvSpPr>
          <p:spPr bwMode="auto">
            <a:xfrm>
              <a:off x="7548619" y="2771632"/>
              <a:ext cx="31972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pPr>
              <a:r>
                <a:rPr lang="zh-CN" altLang="en-US" sz="1500" kern="0" dirty="0">
                  <a:solidFill>
                    <a:srgbClr val="C80A2A"/>
                  </a:solidFill>
                  <a:latin typeface="+mn-lt"/>
                  <a:ea typeface="+mn-ea"/>
                  <a:cs typeface="+mn-ea"/>
                  <a:sym typeface="+mn-lt"/>
                </a:rPr>
                <a:t>建议之二</a:t>
              </a:r>
              <a:endParaRPr lang="en-US" altLang="zh-CN" sz="1500" kern="0" dirty="0">
                <a:solidFill>
                  <a:srgbClr val="C80A2A"/>
                </a:solidFill>
                <a:latin typeface="+mn-lt"/>
                <a:ea typeface="+mn-ea"/>
                <a:cs typeface="+mn-ea"/>
                <a:sym typeface="+mn-lt"/>
              </a:endParaRPr>
            </a:p>
          </p:txBody>
        </p:sp>
        <p:sp>
          <p:nvSpPr>
            <p:cNvPr id="105" name="Rectangle 5"/>
            <p:cNvSpPr>
              <a:spLocks/>
            </p:cNvSpPr>
            <p:nvPr/>
          </p:nvSpPr>
          <p:spPr bwMode="auto">
            <a:xfrm>
              <a:off x="7632814" y="3193907"/>
              <a:ext cx="3113030" cy="1105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marL="0" marR="0" lvl="0" indent="0" defTabSz="914400" eaLnBrk="1" fontAlgn="base" latinLnBrk="0" hangingPunct="1">
                <a:lnSpc>
                  <a:spcPct val="150000"/>
                </a:lnSpc>
                <a:spcBef>
                  <a:spcPct val="0"/>
                </a:spcBef>
                <a:spcAft>
                  <a:spcPct val="0"/>
                </a:spcAft>
                <a:buClrTx/>
                <a:buSzTx/>
                <a:buFontTx/>
                <a:buNone/>
                <a:tabLst/>
                <a:defRPr/>
              </a:pPr>
              <a:r>
                <a:rPr kumimoji="0" lang="zh-CN" altLang="en-US"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rPr>
                <a:t>此处添加详细文本描述，建议与标题相关并符合整体语言风格，语言描述尽量简洁生动。尽量将每页幻灯片的字数控制在 </a:t>
              </a:r>
              <a:r>
                <a:rPr kumimoji="0" lang="en-US" altLang="zh-CN"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rPr>
                <a:t>200</a:t>
              </a:r>
              <a:r>
                <a:rPr kumimoji="0" lang="zh-CN" altLang="en-US"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rPr>
                <a:t>字以内。</a:t>
              </a:r>
              <a:endParaRPr kumimoji="0" lang="en-US" altLang="zh-CN"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endParaRPr>
            </a:p>
          </p:txBody>
        </p:sp>
      </p:grpSp>
      <p:grpSp>
        <p:nvGrpSpPr>
          <p:cNvPr id="106" name="组合 105"/>
          <p:cNvGrpSpPr/>
          <p:nvPr/>
        </p:nvGrpSpPr>
        <p:grpSpPr>
          <a:xfrm>
            <a:off x="6052316" y="3238906"/>
            <a:ext cx="2417069" cy="1146298"/>
            <a:chOff x="8055032" y="4676860"/>
            <a:chExt cx="3197225" cy="1527926"/>
          </a:xfrm>
        </p:grpSpPr>
        <p:sp>
          <p:nvSpPr>
            <p:cNvPr id="107" name="MH_SubTitle_2"/>
            <p:cNvSpPr>
              <a:spLocks noChangeArrowheads="1"/>
            </p:cNvSpPr>
            <p:nvPr>
              <p:custDataLst>
                <p:tags r:id="rId2"/>
              </p:custDataLst>
            </p:nvPr>
          </p:nvSpPr>
          <p:spPr bwMode="auto">
            <a:xfrm>
              <a:off x="8055032" y="4676860"/>
              <a:ext cx="31972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fontAlgn="auto">
                <a:spcBef>
                  <a:spcPts val="0"/>
                </a:spcBef>
                <a:spcAft>
                  <a:spcPts val="0"/>
                </a:spcAft>
              </a:pPr>
              <a:r>
                <a:rPr lang="zh-CN" altLang="en-US" sz="1500" kern="0" dirty="0">
                  <a:solidFill>
                    <a:srgbClr val="C80A2A"/>
                  </a:solidFill>
                  <a:latin typeface="+mn-lt"/>
                  <a:ea typeface="+mn-ea"/>
                  <a:cs typeface="+mn-ea"/>
                  <a:sym typeface="+mn-lt"/>
                </a:rPr>
                <a:t>建议之四</a:t>
              </a:r>
              <a:endParaRPr lang="en-US" altLang="zh-CN" sz="1500" kern="0" dirty="0">
                <a:solidFill>
                  <a:srgbClr val="C80A2A"/>
                </a:solidFill>
                <a:latin typeface="+mn-lt"/>
                <a:ea typeface="+mn-ea"/>
                <a:cs typeface="+mn-ea"/>
                <a:sym typeface="+mn-lt"/>
              </a:endParaRPr>
            </a:p>
          </p:txBody>
        </p:sp>
        <p:sp>
          <p:nvSpPr>
            <p:cNvPr id="108" name="Rectangle 5"/>
            <p:cNvSpPr>
              <a:spLocks/>
            </p:cNvSpPr>
            <p:nvPr/>
          </p:nvSpPr>
          <p:spPr bwMode="auto">
            <a:xfrm>
              <a:off x="8097129" y="5099135"/>
              <a:ext cx="3113030" cy="1105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marL="0" marR="0" lvl="0" indent="0" defTabSz="914400" eaLnBrk="1" fontAlgn="base" latinLnBrk="0" hangingPunct="1">
                <a:lnSpc>
                  <a:spcPct val="150000"/>
                </a:lnSpc>
                <a:spcBef>
                  <a:spcPct val="0"/>
                </a:spcBef>
                <a:spcAft>
                  <a:spcPct val="0"/>
                </a:spcAft>
                <a:buClrTx/>
                <a:buSzTx/>
                <a:buFontTx/>
                <a:buNone/>
                <a:tabLst/>
                <a:defRPr/>
              </a:pPr>
              <a:r>
                <a:rPr kumimoji="0" lang="zh-CN" altLang="en-US"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rPr>
                <a:t>此处添加详细文本描述，建议与标题相关并符合整体语言风格，语言描述尽量简洁生动。尽量将每页幻灯片的字数控制在 </a:t>
              </a:r>
              <a:r>
                <a:rPr kumimoji="0" lang="en-US" altLang="zh-CN"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rPr>
                <a:t>200</a:t>
              </a:r>
              <a:r>
                <a:rPr kumimoji="0" lang="zh-CN" altLang="en-US"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rPr>
                <a:t>字以内。</a:t>
              </a:r>
              <a:endParaRPr kumimoji="0" lang="en-US" altLang="zh-CN" sz="900" b="0" i="0" u="none" strike="noStrike" kern="0" cap="none" spc="0" normalizeH="0" baseline="0" noProof="0" dirty="0">
                <a:ln>
                  <a:noFill/>
                </a:ln>
                <a:solidFill>
                  <a:sysClr val="windowText" lastClr="000000">
                    <a:lumMod val="50000"/>
                    <a:lumOff val="50000"/>
                  </a:sysClr>
                </a:solidFill>
                <a:effectLst/>
                <a:uLnTx/>
                <a:uFillTx/>
                <a:latin typeface="+mn-lt"/>
                <a:ea typeface="+mn-ea"/>
                <a:cs typeface="+mn-ea"/>
                <a:sym typeface="+mn-lt"/>
              </a:endParaRPr>
            </a:p>
          </p:txBody>
        </p:sp>
      </p:grpSp>
      <p:sp>
        <p:nvSpPr>
          <p:cNvPr id="47"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添加您的标题</a:t>
            </a:r>
          </a:p>
        </p:txBody>
      </p:sp>
      <p:pic>
        <p:nvPicPr>
          <p:cNvPr id="132" name="图片占位符 30"/>
          <p:cNvPicPr>
            <a:picLocks noChangeAspect="1"/>
          </p:cNvPicPr>
          <p:nvPr/>
        </p:nvPicPr>
        <p:blipFill>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18727" r="18727"/>
          <a:stretch>
            <a:fillRect/>
          </a:stretch>
        </p:blipFill>
        <p:spPr>
          <a:xfrm>
            <a:off x="3303674" y="1678101"/>
            <a:ext cx="1101853" cy="1101854"/>
          </a:xfrm>
          <a:prstGeom prst="rect">
            <a:avLst/>
          </a:prstGeom>
          <a:ln>
            <a:solidFill>
              <a:schemeClr val="bg1">
                <a:lumMod val="75000"/>
              </a:schemeClr>
            </a:solidFill>
          </a:ln>
        </p:spPr>
      </p:pic>
      <p:pic>
        <p:nvPicPr>
          <p:cNvPr id="133" name="图片占位符 32"/>
          <p:cNvPicPr>
            <a:picLocks noChangeAspect="1"/>
          </p:cNvPicPr>
          <p:nvPr/>
        </p:nvPicPr>
        <p:blipFill>
          <a:blip r:embed="rId10" cstate="print">
            <a:extLst>
              <a:ext uri="{BEBA8EAE-BF5A-486C-A8C5-ECC9F3942E4B}">
                <a14:imgProps xmlns:a14="http://schemas.microsoft.com/office/drawing/2010/main">
                  <a14:imgLayer r:embed="rId11">
                    <a14:imgEffect>
                      <a14:brightnessContrast contrast="40000"/>
                    </a14:imgEffect>
                  </a14:imgLayer>
                </a14:imgProps>
              </a:ext>
              <a:ext uri="{28A0092B-C50C-407E-A947-70E740481C1C}">
                <a14:useLocalDpi xmlns:a14="http://schemas.microsoft.com/office/drawing/2010/main" val="0"/>
              </a:ext>
            </a:extLst>
          </a:blip>
          <a:srcRect l="16699" r="16699"/>
          <a:stretch>
            <a:fillRect/>
          </a:stretch>
        </p:blipFill>
        <p:spPr>
          <a:xfrm>
            <a:off x="4572547" y="1678101"/>
            <a:ext cx="1101853" cy="1101854"/>
          </a:xfrm>
          <a:prstGeom prst="rect">
            <a:avLst/>
          </a:prstGeom>
          <a:ln>
            <a:solidFill>
              <a:schemeClr val="bg1">
                <a:lumMod val="75000"/>
              </a:schemeClr>
            </a:solidFill>
          </a:ln>
        </p:spPr>
      </p:pic>
      <p:pic>
        <p:nvPicPr>
          <p:cNvPr id="134" name="图片占位符 34"/>
          <p:cNvPicPr>
            <a:picLocks noChangeAspect="1"/>
          </p:cNvPicPr>
          <p:nvPr/>
        </p:nvPicPr>
        <p:blipFill>
          <a:blip r:embed="rId12" cstate="print">
            <a:extLst>
              <a:ext uri="{BEBA8EAE-BF5A-486C-A8C5-ECC9F3942E4B}">
                <a14:imgProps xmlns:a14="http://schemas.microsoft.com/office/drawing/2010/main">
                  <a14:imgLayer>
                    <a14:imgEffect>
                      <a14:brightnessContrast contrast="40000"/>
                    </a14:imgEffect>
                  </a14:imgLayer>
                </a14:imgProps>
              </a:ext>
              <a:ext uri="{28A0092B-C50C-407E-A947-70E740481C1C}">
                <a14:useLocalDpi xmlns:a14="http://schemas.microsoft.com/office/drawing/2010/main" val="0"/>
              </a:ext>
            </a:extLst>
          </a:blip>
          <a:srcRect l="14700" r="14700"/>
          <a:stretch>
            <a:fillRect/>
          </a:stretch>
        </p:blipFill>
        <p:spPr>
          <a:xfrm>
            <a:off x="3303674" y="2904090"/>
            <a:ext cx="1101853" cy="1101854"/>
          </a:xfrm>
          <a:prstGeom prst="rect">
            <a:avLst/>
          </a:prstGeom>
          <a:ln>
            <a:solidFill>
              <a:schemeClr val="bg1">
                <a:lumMod val="75000"/>
              </a:schemeClr>
            </a:solidFill>
          </a:ln>
        </p:spPr>
      </p:pic>
      <p:pic>
        <p:nvPicPr>
          <p:cNvPr id="135" name="图片占位符 36"/>
          <p:cNvPicPr>
            <a:picLocks noChangeAspect="1"/>
          </p:cNvPicPr>
          <p:nvPr/>
        </p:nvPicPr>
        <p:blipFill>
          <a:blip r:embed="rId13" cstate="print">
            <a:extLst>
              <a:ext uri="{BEBA8EAE-BF5A-486C-A8C5-ECC9F3942E4B}">
                <a14:imgProps xmlns:a14="http://schemas.microsoft.com/office/drawing/2010/main">
                  <a14:imgLayer>
                    <a14:imgEffect>
                      <a14:brightnessContrast contrast="40000"/>
                    </a14:imgEffect>
                  </a14:imgLayer>
                </a14:imgProps>
              </a:ext>
              <a:ext uri="{28A0092B-C50C-407E-A947-70E740481C1C}">
                <a14:useLocalDpi xmlns:a14="http://schemas.microsoft.com/office/drawing/2010/main" val="0"/>
              </a:ext>
            </a:extLst>
          </a:blip>
          <a:srcRect l="16650" r="16650"/>
          <a:stretch>
            <a:fillRect/>
          </a:stretch>
        </p:blipFill>
        <p:spPr>
          <a:xfrm>
            <a:off x="4572547" y="2904090"/>
            <a:ext cx="1101853" cy="1101854"/>
          </a:xfrm>
          <a:custGeom>
            <a:avLst/>
            <a:gdLst>
              <a:gd name="connsiteX0" fmla="*/ 0 w 1469137"/>
              <a:gd name="connsiteY0" fmla="*/ 0 h 1469138"/>
              <a:gd name="connsiteX1" fmla="*/ 1469137 w 1469137"/>
              <a:gd name="connsiteY1" fmla="*/ 0 h 1469138"/>
              <a:gd name="connsiteX2" fmla="*/ 1469137 w 1469137"/>
              <a:gd name="connsiteY2" fmla="*/ 1469138 h 1469138"/>
              <a:gd name="connsiteX3" fmla="*/ 0 w 1469137"/>
              <a:gd name="connsiteY3" fmla="*/ 1469138 h 1469138"/>
            </a:gdLst>
            <a:ahLst/>
            <a:cxnLst>
              <a:cxn ang="0">
                <a:pos x="connsiteX0" y="connsiteY0"/>
              </a:cxn>
              <a:cxn ang="0">
                <a:pos x="connsiteX1" y="connsiteY1"/>
              </a:cxn>
              <a:cxn ang="0">
                <a:pos x="connsiteX2" y="connsiteY2"/>
              </a:cxn>
              <a:cxn ang="0">
                <a:pos x="connsiteX3" y="connsiteY3"/>
              </a:cxn>
            </a:cxnLst>
            <a:rect l="l" t="t" r="r" b="b"/>
            <a:pathLst>
              <a:path w="1469137" h="1469138">
                <a:moveTo>
                  <a:pt x="0" y="0"/>
                </a:moveTo>
                <a:lnTo>
                  <a:pt x="1469137" y="0"/>
                </a:lnTo>
                <a:lnTo>
                  <a:pt x="1469137" y="1469138"/>
                </a:lnTo>
                <a:lnTo>
                  <a:pt x="0" y="1469138"/>
                </a:lnTo>
                <a:close/>
              </a:path>
            </a:pathLst>
          </a:custGeom>
          <a:ln>
            <a:solidFill>
              <a:schemeClr val="bg1">
                <a:lumMod val="75000"/>
              </a:schemeClr>
            </a:solidFill>
          </a:ln>
        </p:spPr>
      </p:pic>
      <p:sp>
        <p:nvSpPr>
          <p:cNvPr id="136" name="椭圆 135"/>
          <p:cNvSpPr/>
          <p:nvPr/>
        </p:nvSpPr>
        <p:spPr>
          <a:xfrm>
            <a:off x="3042416" y="1432676"/>
            <a:ext cx="522515" cy="52251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cs typeface="+mn-ea"/>
                <a:sym typeface="+mn-lt"/>
              </a:rPr>
              <a:t>1</a:t>
            </a:r>
            <a:endParaRPr lang="zh-CN" altLang="en-US" sz="1500" dirty="0">
              <a:cs typeface="+mn-ea"/>
              <a:sym typeface="+mn-lt"/>
            </a:endParaRPr>
          </a:p>
        </p:txBody>
      </p:sp>
      <p:sp>
        <p:nvSpPr>
          <p:cNvPr id="137" name="椭圆 136"/>
          <p:cNvSpPr/>
          <p:nvPr/>
        </p:nvSpPr>
        <p:spPr>
          <a:xfrm>
            <a:off x="3042416" y="3749793"/>
            <a:ext cx="522515" cy="5225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cs typeface="+mn-ea"/>
                <a:sym typeface="+mn-lt"/>
              </a:rPr>
              <a:t>3</a:t>
            </a:r>
            <a:endParaRPr lang="zh-CN" altLang="en-US" sz="1500" dirty="0">
              <a:cs typeface="+mn-ea"/>
              <a:sym typeface="+mn-lt"/>
            </a:endParaRPr>
          </a:p>
        </p:txBody>
      </p:sp>
      <p:sp>
        <p:nvSpPr>
          <p:cNvPr id="138" name="椭圆 137"/>
          <p:cNvSpPr/>
          <p:nvPr/>
        </p:nvSpPr>
        <p:spPr>
          <a:xfrm>
            <a:off x="5419279" y="1432676"/>
            <a:ext cx="522515" cy="52251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cs typeface="+mn-ea"/>
                <a:sym typeface="+mn-lt"/>
              </a:rPr>
              <a:t>2</a:t>
            </a:r>
            <a:endParaRPr lang="zh-CN" altLang="en-US" sz="1500" dirty="0">
              <a:cs typeface="+mn-ea"/>
              <a:sym typeface="+mn-lt"/>
            </a:endParaRPr>
          </a:p>
        </p:txBody>
      </p:sp>
      <p:sp>
        <p:nvSpPr>
          <p:cNvPr id="139" name="椭圆 138"/>
          <p:cNvSpPr/>
          <p:nvPr/>
        </p:nvSpPr>
        <p:spPr>
          <a:xfrm>
            <a:off x="5419279" y="3749793"/>
            <a:ext cx="522515" cy="52251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cs typeface="+mn-ea"/>
                <a:sym typeface="+mn-lt"/>
              </a:rPr>
              <a:t>4</a:t>
            </a:r>
            <a:endParaRPr lang="zh-CN" altLang="en-US" sz="1500" dirty="0">
              <a:cs typeface="+mn-ea"/>
              <a:sym typeface="+mn-lt"/>
            </a:endParaRPr>
          </a:p>
        </p:txBody>
      </p:sp>
      <p:grpSp>
        <p:nvGrpSpPr>
          <p:cNvPr id="6" name="组合 5">
            <a:extLst>
              <a:ext uri="{FF2B5EF4-FFF2-40B4-BE49-F238E27FC236}">
                <a16:creationId xmlns:a16="http://schemas.microsoft.com/office/drawing/2014/main" id="{AD7552A7-CA7E-1BA4-BB6C-9442F2A4D1FE}"/>
              </a:ext>
            </a:extLst>
          </p:cNvPr>
          <p:cNvGrpSpPr/>
          <p:nvPr/>
        </p:nvGrpSpPr>
        <p:grpSpPr>
          <a:xfrm>
            <a:off x="4743338" y="31526"/>
            <a:ext cx="4356770" cy="488896"/>
            <a:chOff x="5295273" y="122395"/>
            <a:chExt cx="3946796" cy="355983"/>
          </a:xfrm>
          <a:gradFill flip="none" rotWithShape="1">
            <a:gsLst>
              <a:gs pos="74000">
                <a:schemeClr val="accent2">
                  <a:lumMod val="75000"/>
                </a:schemeClr>
              </a:gs>
              <a:gs pos="100000">
                <a:schemeClr val="bg1">
                  <a:lumMod val="95000"/>
                </a:schemeClr>
              </a:gs>
            </a:gsLst>
            <a:path path="circle">
              <a:fillToRect l="50000" t="130000" r="50000" b="-30000"/>
            </a:path>
            <a:tileRect/>
          </a:gradFill>
        </p:grpSpPr>
        <p:sp>
          <p:nvSpPr>
            <p:cNvPr id="7" name="矩形 6">
              <a:extLst>
                <a:ext uri="{FF2B5EF4-FFF2-40B4-BE49-F238E27FC236}">
                  <a16:creationId xmlns:a16="http://schemas.microsoft.com/office/drawing/2014/main" id="{B91EF12F-393A-A86D-0823-1325D19F5EB3}"/>
                </a:ext>
              </a:extLst>
            </p:cNvPr>
            <p:cNvSpPr/>
            <p:nvPr/>
          </p:nvSpPr>
          <p:spPr>
            <a:xfrm>
              <a:off x="5295273" y="122395"/>
              <a:ext cx="3946796" cy="35598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dirty="0">
                <a:solidFill>
                  <a:schemeClr val="bg1"/>
                </a:solidFill>
                <a:highlight>
                  <a:srgbClr val="FFFF00"/>
                </a:highlight>
                <a:sym typeface="+mn-ea"/>
              </a:endParaRPr>
            </a:p>
          </p:txBody>
        </p:sp>
        <p:pic>
          <p:nvPicPr>
            <p:cNvPr id="8" name="图片 7">
              <a:extLst>
                <a:ext uri="{FF2B5EF4-FFF2-40B4-BE49-F238E27FC236}">
                  <a16:creationId xmlns:a16="http://schemas.microsoft.com/office/drawing/2014/main" id="{5A8A0073-351A-622B-7323-C235B810B57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454218" y="140450"/>
              <a:ext cx="1819100" cy="337927"/>
            </a:xfrm>
            <a:prstGeom prst="rect">
              <a:avLst/>
            </a:prstGeom>
            <a:grpFill/>
            <a:effectLst/>
          </p:spPr>
        </p:pic>
        <p:sp>
          <p:nvSpPr>
            <p:cNvPr id="9" name="TextBox 7">
              <a:extLst>
                <a:ext uri="{FF2B5EF4-FFF2-40B4-BE49-F238E27FC236}">
                  <a16:creationId xmlns:a16="http://schemas.microsoft.com/office/drawing/2014/main" id="{A7F09C86-3617-E440-4F13-A629DBA76ADA}"/>
                </a:ext>
              </a:extLst>
            </p:cNvPr>
            <p:cNvSpPr txBox="1"/>
            <p:nvPr/>
          </p:nvSpPr>
          <p:spPr>
            <a:xfrm>
              <a:off x="7432262" y="186156"/>
              <a:ext cx="1648958" cy="246514"/>
            </a:xfrm>
            <a:prstGeom prst="rect">
              <a:avLst/>
            </a:prstGeom>
            <a:grpFill/>
          </p:spPr>
          <p:txBody>
            <a:bodyPr wrap="square" rtlCol="0">
              <a:spAutoFit/>
            </a:bodyPr>
            <a:lstStyle/>
            <a:p>
              <a:r>
                <a:rPr lang="en-US" altLang="zh-CN" sz="1600" b="1" dirty="0">
                  <a:solidFill>
                    <a:schemeClr val="bg1"/>
                  </a:solidFill>
                  <a:latin typeface="微软雅黑" panose="020B0503020204020204" charset="-122"/>
                  <a:ea typeface="微软雅黑" panose="020B0503020204020204" charset="-122"/>
                </a:rPr>
                <a:t>|   </a:t>
              </a:r>
              <a:r>
                <a:rPr lang="zh-CN" altLang="en-US" sz="1600" b="1" dirty="0">
                  <a:solidFill>
                    <a:schemeClr val="bg1"/>
                  </a:solidFill>
                  <a:latin typeface="微软雅黑" panose="020B0503020204020204" charset="-122"/>
                  <a:ea typeface="微软雅黑" panose="020B0503020204020204" charset="-122"/>
                </a:rPr>
                <a:t>南部一组部门</a:t>
              </a:r>
            </a:p>
          </p:txBody>
        </p:sp>
      </p:grpSp>
    </p:spTree>
    <p:extLst>
      <p:ext uri="{BB962C8B-B14F-4D97-AF65-F5344CB8AC3E}">
        <p14:creationId xmlns:p14="http://schemas.microsoft.com/office/powerpoint/2010/main" val="88348902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nodeType="afterEffect">
                                  <p:stCondLst>
                                    <p:cond delay="0"/>
                                  </p:stCondLst>
                                  <p:childTnLst>
                                    <p:set>
                                      <p:cBhvr>
                                        <p:cTn id="6" dur="1" fill="hold">
                                          <p:stCondLst>
                                            <p:cond delay="0"/>
                                          </p:stCondLst>
                                        </p:cTn>
                                        <p:tgtEl>
                                          <p:spTgt spid="132"/>
                                        </p:tgtEl>
                                        <p:attrNameLst>
                                          <p:attrName>style.visibility</p:attrName>
                                        </p:attrNameLst>
                                      </p:cBhvr>
                                      <p:to>
                                        <p:strVal val="visible"/>
                                      </p:to>
                                    </p:set>
                                    <p:anim calcmode="lin" valueType="num">
                                      <p:cBhvr>
                                        <p:cTn id="7" dur="500" fill="hold"/>
                                        <p:tgtEl>
                                          <p:spTgt spid="132"/>
                                        </p:tgtEl>
                                        <p:attrNameLst>
                                          <p:attrName>ppt_w</p:attrName>
                                        </p:attrNameLst>
                                      </p:cBhvr>
                                      <p:tavLst>
                                        <p:tav tm="0">
                                          <p:val>
                                            <p:fltVal val="0"/>
                                          </p:val>
                                        </p:tav>
                                        <p:tav tm="100000">
                                          <p:val>
                                            <p:strVal val="#ppt_w"/>
                                          </p:val>
                                        </p:tav>
                                      </p:tavLst>
                                    </p:anim>
                                    <p:anim calcmode="lin" valueType="num">
                                      <p:cBhvr>
                                        <p:cTn id="8" dur="500" fill="hold"/>
                                        <p:tgtEl>
                                          <p:spTgt spid="132"/>
                                        </p:tgtEl>
                                        <p:attrNameLst>
                                          <p:attrName>ppt_h</p:attrName>
                                        </p:attrNameLst>
                                      </p:cBhvr>
                                      <p:tavLst>
                                        <p:tav tm="0">
                                          <p:val>
                                            <p:fltVal val="0"/>
                                          </p:val>
                                        </p:tav>
                                        <p:tav tm="100000">
                                          <p:val>
                                            <p:strVal val="#ppt_h"/>
                                          </p:val>
                                        </p:tav>
                                      </p:tavLst>
                                    </p:anim>
                                    <p:animEffect transition="in" filter="fade">
                                      <p:cBhvr>
                                        <p:cTn id="9" dur="500"/>
                                        <p:tgtEl>
                                          <p:spTgt spid="132"/>
                                        </p:tgtEl>
                                      </p:cBhvr>
                                    </p:animEffect>
                                    <p:anim calcmode="lin" valueType="num">
                                      <p:cBhvr>
                                        <p:cTn id="10" dur="500" fill="hold"/>
                                        <p:tgtEl>
                                          <p:spTgt spid="132"/>
                                        </p:tgtEl>
                                        <p:attrNameLst>
                                          <p:attrName>ppt_x</p:attrName>
                                        </p:attrNameLst>
                                      </p:cBhvr>
                                      <p:tavLst>
                                        <p:tav tm="0">
                                          <p:val>
                                            <p:fltVal val="0.5"/>
                                          </p:val>
                                        </p:tav>
                                        <p:tav tm="100000">
                                          <p:val>
                                            <p:strVal val="#ppt_x"/>
                                          </p:val>
                                        </p:tav>
                                      </p:tavLst>
                                    </p:anim>
                                    <p:anim calcmode="lin" valueType="num">
                                      <p:cBhvr>
                                        <p:cTn id="11" dur="500" fill="hold"/>
                                        <p:tgtEl>
                                          <p:spTgt spid="132"/>
                                        </p:tgtEl>
                                        <p:attrNameLst>
                                          <p:attrName>ppt_y</p:attrName>
                                        </p:attrNameLst>
                                      </p:cBhvr>
                                      <p:tavLst>
                                        <p:tav tm="0">
                                          <p:val>
                                            <p:fltVal val="0.5"/>
                                          </p:val>
                                        </p:tav>
                                        <p:tav tm="100000">
                                          <p:val>
                                            <p:strVal val="#ppt_y"/>
                                          </p:val>
                                        </p:tav>
                                      </p:tavLst>
                                    </p:anim>
                                  </p:childTnLst>
                                </p:cTn>
                              </p:par>
                              <p:par>
                                <p:cTn id="12" presetID="53" presetClass="entr" presetSubtype="528" fill="hold" nodeType="withEffect">
                                  <p:stCondLst>
                                    <p:cond delay="0"/>
                                  </p:stCondLst>
                                  <p:childTnLst>
                                    <p:set>
                                      <p:cBhvr>
                                        <p:cTn id="13" dur="1" fill="hold">
                                          <p:stCondLst>
                                            <p:cond delay="0"/>
                                          </p:stCondLst>
                                        </p:cTn>
                                        <p:tgtEl>
                                          <p:spTgt spid="133"/>
                                        </p:tgtEl>
                                        <p:attrNameLst>
                                          <p:attrName>style.visibility</p:attrName>
                                        </p:attrNameLst>
                                      </p:cBhvr>
                                      <p:to>
                                        <p:strVal val="visible"/>
                                      </p:to>
                                    </p:set>
                                    <p:anim calcmode="lin" valueType="num">
                                      <p:cBhvr>
                                        <p:cTn id="14" dur="500" fill="hold"/>
                                        <p:tgtEl>
                                          <p:spTgt spid="133"/>
                                        </p:tgtEl>
                                        <p:attrNameLst>
                                          <p:attrName>ppt_w</p:attrName>
                                        </p:attrNameLst>
                                      </p:cBhvr>
                                      <p:tavLst>
                                        <p:tav tm="0">
                                          <p:val>
                                            <p:fltVal val="0"/>
                                          </p:val>
                                        </p:tav>
                                        <p:tav tm="100000">
                                          <p:val>
                                            <p:strVal val="#ppt_w"/>
                                          </p:val>
                                        </p:tav>
                                      </p:tavLst>
                                    </p:anim>
                                    <p:anim calcmode="lin" valueType="num">
                                      <p:cBhvr>
                                        <p:cTn id="15" dur="500" fill="hold"/>
                                        <p:tgtEl>
                                          <p:spTgt spid="133"/>
                                        </p:tgtEl>
                                        <p:attrNameLst>
                                          <p:attrName>ppt_h</p:attrName>
                                        </p:attrNameLst>
                                      </p:cBhvr>
                                      <p:tavLst>
                                        <p:tav tm="0">
                                          <p:val>
                                            <p:fltVal val="0"/>
                                          </p:val>
                                        </p:tav>
                                        <p:tav tm="100000">
                                          <p:val>
                                            <p:strVal val="#ppt_h"/>
                                          </p:val>
                                        </p:tav>
                                      </p:tavLst>
                                    </p:anim>
                                    <p:animEffect transition="in" filter="fade">
                                      <p:cBhvr>
                                        <p:cTn id="16" dur="500"/>
                                        <p:tgtEl>
                                          <p:spTgt spid="133"/>
                                        </p:tgtEl>
                                      </p:cBhvr>
                                    </p:animEffect>
                                    <p:anim calcmode="lin" valueType="num">
                                      <p:cBhvr>
                                        <p:cTn id="17" dur="500" fill="hold"/>
                                        <p:tgtEl>
                                          <p:spTgt spid="133"/>
                                        </p:tgtEl>
                                        <p:attrNameLst>
                                          <p:attrName>ppt_x</p:attrName>
                                        </p:attrNameLst>
                                      </p:cBhvr>
                                      <p:tavLst>
                                        <p:tav tm="0">
                                          <p:val>
                                            <p:fltVal val="0.5"/>
                                          </p:val>
                                        </p:tav>
                                        <p:tav tm="100000">
                                          <p:val>
                                            <p:strVal val="#ppt_x"/>
                                          </p:val>
                                        </p:tav>
                                      </p:tavLst>
                                    </p:anim>
                                    <p:anim calcmode="lin" valueType="num">
                                      <p:cBhvr>
                                        <p:cTn id="18" dur="500" fill="hold"/>
                                        <p:tgtEl>
                                          <p:spTgt spid="133"/>
                                        </p:tgtEl>
                                        <p:attrNameLst>
                                          <p:attrName>ppt_y</p:attrName>
                                        </p:attrNameLst>
                                      </p:cBhvr>
                                      <p:tavLst>
                                        <p:tav tm="0">
                                          <p:val>
                                            <p:fltVal val="0.5"/>
                                          </p:val>
                                        </p:tav>
                                        <p:tav tm="100000">
                                          <p:val>
                                            <p:strVal val="#ppt_y"/>
                                          </p:val>
                                        </p:tav>
                                      </p:tavLst>
                                    </p:anim>
                                  </p:childTnLst>
                                </p:cTn>
                              </p:par>
                              <p:par>
                                <p:cTn id="19" presetID="53" presetClass="entr" presetSubtype="528" fill="hold" nodeType="withEffect">
                                  <p:stCondLst>
                                    <p:cond delay="0"/>
                                  </p:stCondLst>
                                  <p:childTnLst>
                                    <p:set>
                                      <p:cBhvr>
                                        <p:cTn id="20" dur="1" fill="hold">
                                          <p:stCondLst>
                                            <p:cond delay="0"/>
                                          </p:stCondLst>
                                        </p:cTn>
                                        <p:tgtEl>
                                          <p:spTgt spid="134"/>
                                        </p:tgtEl>
                                        <p:attrNameLst>
                                          <p:attrName>style.visibility</p:attrName>
                                        </p:attrNameLst>
                                      </p:cBhvr>
                                      <p:to>
                                        <p:strVal val="visible"/>
                                      </p:to>
                                    </p:set>
                                    <p:anim calcmode="lin" valueType="num">
                                      <p:cBhvr>
                                        <p:cTn id="21" dur="500" fill="hold"/>
                                        <p:tgtEl>
                                          <p:spTgt spid="134"/>
                                        </p:tgtEl>
                                        <p:attrNameLst>
                                          <p:attrName>ppt_w</p:attrName>
                                        </p:attrNameLst>
                                      </p:cBhvr>
                                      <p:tavLst>
                                        <p:tav tm="0">
                                          <p:val>
                                            <p:fltVal val="0"/>
                                          </p:val>
                                        </p:tav>
                                        <p:tav tm="100000">
                                          <p:val>
                                            <p:strVal val="#ppt_w"/>
                                          </p:val>
                                        </p:tav>
                                      </p:tavLst>
                                    </p:anim>
                                    <p:anim calcmode="lin" valueType="num">
                                      <p:cBhvr>
                                        <p:cTn id="22" dur="500" fill="hold"/>
                                        <p:tgtEl>
                                          <p:spTgt spid="134"/>
                                        </p:tgtEl>
                                        <p:attrNameLst>
                                          <p:attrName>ppt_h</p:attrName>
                                        </p:attrNameLst>
                                      </p:cBhvr>
                                      <p:tavLst>
                                        <p:tav tm="0">
                                          <p:val>
                                            <p:fltVal val="0"/>
                                          </p:val>
                                        </p:tav>
                                        <p:tav tm="100000">
                                          <p:val>
                                            <p:strVal val="#ppt_h"/>
                                          </p:val>
                                        </p:tav>
                                      </p:tavLst>
                                    </p:anim>
                                    <p:animEffect transition="in" filter="fade">
                                      <p:cBhvr>
                                        <p:cTn id="23" dur="500"/>
                                        <p:tgtEl>
                                          <p:spTgt spid="134"/>
                                        </p:tgtEl>
                                      </p:cBhvr>
                                    </p:animEffect>
                                    <p:anim calcmode="lin" valueType="num">
                                      <p:cBhvr>
                                        <p:cTn id="24" dur="500" fill="hold"/>
                                        <p:tgtEl>
                                          <p:spTgt spid="134"/>
                                        </p:tgtEl>
                                        <p:attrNameLst>
                                          <p:attrName>ppt_x</p:attrName>
                                        </p:attrNameLst>
                                      </p:cBhvr>
                                      <p:tavLst>
                                        <p:tav tm="0">
                                          <p:val>
                                            <p:fltVal val="0.5"/>
                                          </p:val>
                                        </p:tav>
                                        <p:tav tm="100000">
                                          <p:val>
                                            <p:strVal val="#ppt_x"/>
                                          </p:val>
                                        </p:tav>
                                      </p:tavLst>
                                    </p:anim>
                                    <p:anim calcmode="lin" valueType="num">
                                      <p:cBhvr>
                                        <p:cTn id="25" dur="500" fill="hold"/>
                                        <p:tgtEl>
                                          <p:spTgt spid="134"/>
                                        </p:tgtEl>
                                        <p:attrNameLst>
                                          <p:attrName>ppt_y</p:attrName>
                                        </p:attrNameLst>
                                      </p:cBhvr>
                                      <p:tavLst>
                                        <p:tav tm="0">
                                          <p:val>
                                            <p:fltVal val="0.5"/>
                                          </p:val>
                                        </p:tav>
                                        <p:tav tm="100000">
                                          <p:val>
                                            <p:strVal val="#ppt_y"/>
                                          </p:val>
                                        </p:tav>
                                      </p:tavLst>
                                    </p:anim>
                                  </p:childTnLst>
                                </p:cTn>
                              </p:par>
                              <p:par>
                                <p:cTn id="26" presetID="53" presetClass="entr" presetSubtype="528" fill="hold" nodeType="withEffect">
                                  <p:stCondLst>
                                    <p:cond delay="0"/>
                                  </p:stCondLst>
                                  <p:childTnLst>
                                    <p:set>
                                      <p:cBhvr>
                                        <p:cTn id="27" dur="1" fill="hold">
                                          <p:stCondLst>
                                            <p:cond delay="0"/>
                                          </p:stCondLst>
                                        </p:cTn>
                                        <p:tgtEl>
                                          <p:spTgt spid="135"/>
                                        </p:tgtEl>
                                        <p:attrNameLst>
                                          <p:attrName>style.visibility</p:attrName>
                                        </p:attrNameLst>
                                      </p:cBhvr>
                                      <p:to>
                                        <p:strVal val="visible"/>
                                      </p:to>
                                    </p:set>
                                    <p:anim calcmode="lin" valueType="num">
                                      <p:cBhvr>
                                        <p:cTn id="28" dur="500" fill="hold"/>
                                        <p:tgtEl>
                                          <p:spTgt spid="135"/>
                                        </p:tgtEl>
                                        <p:attrNameLst>
                                          <p:attrName>ppt_w</p:attrName>
                                        </p:attrNameLst>
                                      </p:cBhvr>
                                      <p:tavLst>
                                        <p:tav tm="0">
                                          <p:val>
                                            <p:fltVal val="0"/>
                                          </p:val>
                                        </p:tav>
                                        <p:tav tm="100000">
                                          <p:val>
                                            <p:strVal val="#ppt_w"/>
                                          </p:val>
                                        </p:tav>
                                      </p:tavLst>
                                    </p:anim>
                                    <p:anim calcmode="lin" valueType="num">
                                      <p:cBhvr>
                                        <p:cTn id="29" dur="500" fill="hold"/>
                                        <p:tgtEl>
                                          <p:spTgt spid="135"/>
                                        </p:tgtEl>
                                        <p:attrNameLst>
                                          <p:attrName>ppt_h</p:attrName>
                                        </p:attrNameLst>
                                      </p:cBhvr>
                                      <p:tavLst>
                                        <p:tav tm="0">
                                          <p:val>
                                            <p:fltVal val="0"/>
                                          </p:val>
                                        </p:tav>
                                        <p:tav tm="100000">
                                          <p:val>
                                            <p:strVal val="#ppt_h"/>
                                          </p:val>
                                        </p:tav>
                                      </p:tavLst>
                                    </p:anim>
                                    <p:animEffect transition="in" filter="fade">
                                      <p:cBhvr>
                                        <p:cTn id="30" dur="500"/>
                                        <p:tgtEl>
                                          <p:spTgt spid="135"/>
                                        </p:tgtEl>
                                      </p:cBhvr>
                                    </p:animEffect>
                                    <p:anim calcmode="lin" valueType="num">
                                      <p:cBhvr>
                                        <p:cTn id="31" dur="500" fill="hold"/>
                                        <p:tgtEl>
                                          <p:spTgt spid="135"/>
                                        </p:tgtEl>
                                        <p:attrNameLst>
                                          <p:attrName>ppt_x</p:attrName>
                                        </p:attrNameLst>
                                      </p:cBhvr>
                                      <p:tavLst>
                                        <p:tav tm="0">
                                          <p:val>
                                            <p:fltVal val="0.5"/>
                                          </p:val>
                                        </p:tav>
                                        <p:tav tm="100000">
                                          <p:val>
                                            <p:strVal val="#ppt_x"/>
                                          </p:val>
                                        </p:tav>
                                      </p:tavLst>
                                    </p:anim>
                                    <p:anim calcmode="lin" valueType="num">
                                      <p:cBhvr>
                                        <p:cTn id="32" dur="500" fill="hold"/>
                                        <p:tgtEl>
                                          <p:spTgt spid="135"/>
                                        </p:tgtEl>
                                        <p:attrNameLst>
                                          <p:attrName>ppt_y</p:attrName>
                                        </p:attrNameLst>
                                      </p:cBhvr>
                                      <p:tavLst>
                                        <p:tav tm="0">
                                          <p:val>
                                            <p:fltVal val="0.5"/>
                                          </p:val>
                                        </p:tav>
                                        <p:tav tm="100000">
                                          <p:val>
                                            <p:strVal val="#ppt_y"/>
                                          </p:val>
                                        </p:tav>
                                      </p:tavLst>
                                    </p:anim>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136"/>
                                        </p:tgtEl>
                                        <p:attrNameLst>
                                          <p:attrName>style.visibility</p:attrName>
                                        </p:attrNameLst>
                                      </p:cBhvr>
                                      <p:to>
                                        <p:strVal val="visible"/>
                                      </p:to>
                                    </p:set>
                                    <p:animEffect transition="in" filter="fade">
                                      <p:cBhvr>
                                        <p:cTn id="36" dur="500"/>
                                        <p:tgtEl>
                                          <p:spTgt spid="13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8"/>
                                        </p:tgtEl>
                                        <p:attrNameLst>
                                          <p:attrName>style.visibility</p:attrName>
                                        </p:attrNameLst>
                                      </p:cBhvr>
                                      <p:to>
                                        <p:strVal val="visible"/>
                                      </p:to>
                                    </p:set>
                                    <p:animEffect transition="in" filter="fade">
                                      <p:cBhvr>
                                        <p:cTn id="39" dur="500"/>
                                        <p:tgtEl>
                                          <p:spTgt spid="13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7"/>
                                        </p:tgtEl>
                                        <p:attrNameLst>
                                          <p:attrName>style.visibility</p:attrName>
                                        </p:attrNameLst>
                                      </p:cBhvr>
                                      <p:to>
                                        <p:strVal val="visible"/>
                                      </p:to>
                                    </p:set>
                                    <p:animEffect transition="in" filter="fade">
                                      <p:cBhvr>
                                        <p:cTn id="42" dur="500"/>
                                        <p:tgtEl>
                                          <p:spTgt spid="13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9"/>
                                        </p:tgtEl>
                                        <p:attrNameLst>
                                          <p:attrName>style.visibility</p:attrName>
                                        </p:attrNameLst>
                                      </p:cBhvr>
                                      <p:to>
                                        <p:strVal val="visible"/>
                                      </p:to>
                                    </p:set>
                                    <p:animEffect transition="in" filter="fade">
                                      <p:cBhvr>
                                        <p:cTn id="45" dur="500"/>
                                        <p:tgtEl>
                                          <p:spTgt spid="139"/>
                                        </p:tgtEl>
                                      </p:cBhvr>
                                    </p:animEffect>
                                  </p:childTnLst>
                                </p:cTn>
                              </p:par>
                            </p:childTnLst>
                          </p:cTn>
                        </p:par>
                        <p:par>
                          <p:cTn id="46" fill="hold">
                            <p:stCondLst>
                              <p:cond delay="1000"/>
                            </p:stCondLst>
                            <p:childTnLst>
                              <p:par>
                                <p:cTn id="47" presetID="22" presetClass="entr" presetSubtype="2" fill="hold" nodeType="afterEffect">
                                  <p:stCondLst>
                                    <p:cond delay="0"/>
                                  </p:stCondLst>
                                  <p:childTnLst>
                                    <p:set>
                                      <p:cBhvr>
                                        <p:cTn id="48" dur="1" fill="hold">
                                          <p:stCondLst>
                                            <p:cond delay="0"/>
                                          </p:stCondLst>
                                        </p:cTn>
                                        <p:tgtEl>
                                          <p:spTgt spid="97"/>
                                        </p:tgtEl>
                                        <p:attrNameLst>
                                          <p:attrName>style.visibility</p:attrName>
                                        </p:attrNameLst>
                                      </p:cBhvr>
                                      <p:to>
                                        <p:strVal val="visible"/>
                                      </p:to>
                                    </p:set>
                                    <p:animEffect transition="in" filter="wipe(right)">
                                      <p:cBhvr>
                                        <p:cTn id="49" dur="500"/>
                                        <p:tgtEl>
                                          <p:spTgt spid="97"/>
                                        </p:tgtEl>
                                      </p:cBhvr>
                                    </p:animEffect>
                                  </p:childTnLst>
                                </p:cTn>
                              </p:par>
                              <p:par>
                                <p:cTn id="50" presetID="22" presetClass="entr" presetSubtype="8" fill="hold" nodeType="withEffect">
                                  <p:stCondLst>
                                    <p:cond delay="0"/>
                                  </p:stCondLst>
                                  <p:childTnLst>
                                    <p:set>
                                      <p:cBhvr>
                                        <p:cTn id="51" dur="1" fill="hold">
                                          <p:stCondLst>
                                            <p:cond delay="0"/>
                                          </p:stCondLst>
                                        </p:cTn>
                                        <p:tgtEl>
                                          <p:spTgt spid="103"/>
                                        </p:tgtEl>
                                        <p:attrNameLst>
                                          <p:attrName>style.visibility</p:attrName>
                                        </p:attrNameLst>
                                      </p:cBhvr>
                                      <p:to>
                                        <p:strVal val="visible"/>
                                      </p:to>
                                    </p:set>
                                    <p:animEffect transition="in" filter="wipe(left)">
                                      <p:cBhvr>
                                        <p:cTn id="52" dur="500"/>
                                        <p:tgtEl>
                                          <p:spTgt spid="103"/>
                                        </p:tgtEl>
                                      </p:cBhvr>
                                    </p:animEffect>
                                  </p:childTnLst>
                                </p:cTn>
                              </p:par>
                              <p:par>
                                <p:cTn id="53" presetID="22" presetClass="entr" presetSubtype="2" fill="hold" nodeType="withEffect">
                                  <p:stCondLst>
                                    <p:cond delay="0"/>
                                  </p:stCondLst>
                                  <p:childTnLst>
                                    <p:set>
                                      <p:cBhvr>
                                        <p:cTn id="54" dur="1" fill="hold">
                                          <p:stCondLst>
                                            <p:cond delay="0"/>
                                          </p:stCondLst>
                                        </p:cTn>
                                        <p:tgtEl>
                                          <p:spTgt spid="100"/>
                                        </p:tgtEl>
                                        <p:attrNameLst>
                                          <p:attrName>style.visibility</p:attrName>
                                        </p:attrNameLst>
                                      </p:cBhvr>
                                      <p:to>
                                        <p:strVal val="visible"/>
                                      </p:to>
                                    </p:set>
                                    <p:animEffect transition="in" filter="wipe(right)">
                                      <p:cBhvr>
                                        <p:cTn id="55" dur="500"/>
                                        <p:tgtEl>
                                          <p:spTgt spid="100"/>
                                        </p:tgtEl>
                                      </p:cBhvr>
                                    </p:animEffect>
                                  </p:childTnLst>
                                </p:cTn>
                              </p:par>
                              <p:par>
                                <p:cTn id="56" presetID="22" presetClass="entr" presetSubtype="8" fill="hold" nodeType="withEffect">
                                  <p:stCondLst>
                                    <p:cond delay="0"/>
                                  </p:stCondLst>
                                  <p:childTnLst>
                                    <p:set>
                                      <p:cBhvr>
                                        <p:cTn id="57" dur="1" fill="hold">
                                          <p:stCondLst>
                                            <p:cond delay="0"/>
                                          </p:stCondLst>
                                        </p:cTn>
                                        <p:tgtEl>
                                          <p:spTgt spid="106"/>
                                        </p:tgtEl>
                                        <p:attrNameLst>
                                          <p:attrName>style.visibility</p:attrName>
                                        </p:attrNameLst>
                                      </p:cBhvr>
                                      <p:to>
                                        <p:strVal val="visible"/>
                                      </p:to>
                                    </p:set>
                                    <p:animEffect transition="in" filter="wipe(left)">
                                      <p:cBhvr>
                                        <p:cTn id="58"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animBg="1"/>
      <p:bldP spid="137" grpId="0" animBg="1"/>
      <p:bldP spid="138" grpId="0" animBg="1"/>
      <p:bldP spid="13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4E037-3ED4-1E7A-5EC7-AAC2699CA315}"/>
            </a:ext>
          </a:extLst>
        </p:cNvPr>
        <p:cNvGrpSpPr/>
        <p:nvPr/>
      </p:nvGrpSpPr>
      <p:grpSpPr>
        <a:xfrm>
          <a:off x="0" y="0"/>
          <a:ext cx="0" cy="0"/>
          <a:chOff x="0" y="0"/>
          <a:chExt cx="0" cy="0"/>
        </a:xfrm>
      </p:grpSpPr>
      <p:sp>
        <p:nvSpPr>
          <p:cNvPr id="129" name="标题 20">
            <a:extLst>
              <a:ext uri="{FF2B5EF4-FFF2-40B4-BE49-F238E27FC236}">
                <a16:creationId xmlns:a16="http://schemas.microsoft.com/office/drawing/2014/main" id="{0906B9A4-8AF0-35B5-5855-9F7C48203B05}"/>
              </a:ext>
            </a:extLst>
          </p:cNvPr>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添加您的标题</a:t>
            </a:r>
          </a:p>
        </p:txBody>
      </p:sp>
      <p:sp>
        <p:nvSpPr>
          <p:cNvPr id="146" name="弧形 145"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0C50AD47-9182-5F46-0478-A95E4F206A9A}"/>
              </a:ext>
            </a:extLst>
          </p:cNvPr>
          <p:cNvSpPr/>
          <p:nvPr/>
        </p:nvSpPr>
        <p:spPr>
          <a:xfrm rot="17853777">
            <a:off x="571606" y="1965072"/>
            <a:ext cx="2736950" cy="2966442"/>
          </a:xfrm>
          <a:prstGeom prst="arc">
            <a:avLst>
              <a:gd name="adj1" fmla="val 16200000"/>
              <a:gd name="adj2" fmla="val 5866389"/>
            </a:avLst>
          </a:prstGeom>
          <a:ln>
            <a:solidFill>
              <a:srgbClr val="7B7C81">
                <a:alpha val="53000"/>
              </a:srgb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760">
              <a:cs typeface="+mn-ea"/>
              <a:sym typeface="+mn-lt"/>
            </a:endParaRPr>
          </a:p>
        </p:txBody>
      </p:sp>
      <p:sp>
        <p:nvSpPr>
          <p:cNvPr id="147" name="弧形 146"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6026EDA0-C07E-F5F5-D033-031A2516480E}"/>
              </a:ext>
            </a:extLst>
          </p:cNvPr>
          <p:cNvSpPr/>
          <p:nvPr/>
        </p:nvSpPr>
        <p:spPr>
          <a:xfrm rot="17853777">
            <a:off x="751176" y="2070165"/>
            <a:ext cx="2736949" cy="2966442"/>
          </a:xfrm>
          <a:prstGeom prst="arc">
            <a:avLst>
              <a:gd name="adj1" fmla="val 16200000"/>
              <a:gd name="adj2" fmla="val 5866389"/>
            </a:avLst>
          </a:prstGeom>
          <a:ln>
            <a:solidFill>
              <a:srgbClr val="7B7C81">
                <a:alpha val="53000"/>
              </a:srgb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760">
              <a:cs typeface="+mn-ea"/>
              <a:sym typeface="+mn-lt"/>
            </a:endParaRPr>
          </a:p>
        </p:txBody>
      </p:sp>
      <p:sp>
        <p:nvSpPr>
          <p:cNvPr id="148" name="椭圆 147"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4D50A6E2-2F19-548B-C5A4-EE850850E315}"/>
              </a:ext>
            </a:extLst>
          </p:cNvPr>
          <p:cNvSpPr/>
          <p:nvPr/>
        </p:nvSpPr>
        <p:spPr>
          <a:xfrm rot="19609735">
            <a:off x="3269063" y="2735518"/>
            <a:ext cx="115193" cy="115193"/>
          </a:xfrm>
          <a:prstGeom prst="ellipse">
            <a:avLst/>
          </a:prstGeom>
          <a:solidFill>
            <a:srgbClr val="D8783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60">
              <a:cs typeface="+mn-ea"/>
              <a:sym typeface="+mn-lt"/>
            </a:endParaRPr>
          </a:p>
        </p:txBody>
      </p:sp>
      <p:sp>
        <p:nvSpPr>
          <p:cNvPr id="149" name="椭圆 148"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C2FFD72C-7FAE-2607-D62A-1680507D2931}"/>
              </a:ext>
            </a:extLst>
          </p:cNvPr>
          <p:cNvSpPr/>
          <p:nvPr/>
        </p:nvSpPr>
        <p:spPr>
          <a:xfrm rot="19609735">
            <a:off x="3297330" y="3667478"/>
            <a:ext cx="116086" cy="115193"/>
          </a:xfrm>
          <a:prstGeom prst="ellipse">
            <a:avLst/>
          </a:prstGeom>
          <a:solidFill>
            <a:srgbClr val="2297C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60">
              <a:cs typeface="+mn-ea"/>
              <a:sym typeface="+mn-lt"/>
            </a:endParaRPr>
          </a:p>
        </p:txBody>
      </p:sp>
      <p:sp>
        <p:nvSpPr>
          <p:cNvPr id="150" name="弧形 149"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66BE2CDF-C382-621B-B05D-078314C47758}"/>
              </a:ext>
            </a:extLst>
          </p:cNvPr>
          <p:cNvSpPr/>
          <p:nvPr/>
        </p:nvSpPr>
        <p:spPr>
          <a:xfrm rot="17853777">
            <a:off x="895512" y="1823547"/>
            <a:ext cx="2736949" cy="2966442"/>
          </a:xfrm>
          <a:prstGeom prst="arc">
            <a:avLst>
              <a:gd name="adj1" fmla="val 16200000"/>
              <a:gd name="adj2" fmla="val 5866389"/>
            </a:avLst>
          </a:prstGeom>
          <a:ln>
            <a:solidFill>
              <a:srgbClr val="7B7C81">
                <a:alpha val="53000"/>
              </a:srgb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760">
              <a:cs typeface="+mn-ea"/>
              <a:sym typeface="+mn-lt"/>
            </a:endParaRPr>
          </a:p>
        </p:txBody>
      </p:sp>
      <p:grpSp>
        <p:nvGrpSpPr>
          <p:cNvPr id="151" name="组合 150">
            <a:extLst>
              <a:ext uri="{FF2B5EF4-FFF2-40B4-BE49-F238E27FC236}">
                <a16:creationId xmlns:a16="http://schemas.microsoft.com/office/drawing/2014/main" id="{C4E31D6C-9416-A6F0-FD1D-09EFEB589531}"/>
              </a:ext>
            </a:extLst>
          </p:cNvPr>
          <p:cNvGrpSpPr/>
          <p:nvPr/>
        </p:nvGrpSpPr>
        <p:grpSpPr>
          <a:xfrm>
            <a:off x="4528187" y="2249372"/>
            <a:ext cx="2924927" cy="932132"/>
            <a:chOff x="8904288" y="2710943"/>
            <a:chExt cx="2717800" cy="1657125"/>
          </a:xfrm>
        </p:grpSpPr>
        <p:sp>
          <p:nvSpPr>
            <p:cNvPr id="152" name="MH_SubTitle_1"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7EF29FE5-887F-2EB1-BCAA-32D6EBE57A68}"/>
                </a:ext>
              </a:extLst>
            </p:cNvPr>
            <p:cNvSpPr txBox="1">
              <a:spLocks noChangeArrowheads="1"/>
            </p:cNvSpPr>
            <p:nvPr>
              <p:custDataLst>
                <p:tags r:id="rId4"/>
              </p:custDataLst>
            </p:nvPr>
          </p:nvSpPr>
          <p:spPr bwMode="auto">
            <a:xfrm>
              <a:off x="8964679" y="2710943"/>
              <a:ext cx="105645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defPPr>
                <a:defRPr lang="zh-CN"/>
              </a:defPPr>
              <a:lvl1pPr eaLnBrk="1" hangingPunct="1">
                <a:defRPr sz="1700">
                  <a:solidFill>
                    <a:srgbClr val="C80A2A"/>
                  </a:solidFill>
                  <a:latin typeface="方正细圆简体" panose="03000509000000000000" pitchFamily="65" charset="-122"/>
                  <a:ea typeface="方正细圆简体" panose="03000509000000000000" pitchFamily="65" charset="-122"/>
                </a:defRPr>
              </a:lvl1pPr>
              <a:lvl2pPr marL="742950" indent="-285750" eaLnBrk="0" hangingPunct="0">
                <a:defRPr>
                  <a:ea typeface="宋体" panose="02010600030101010101" pitchFamily="2" charset="-122"/>
                </a:defRPr>
              </a:lvl2pPr>
              <a:lvl3pPr marL="1143000" indent="-228600" eaLnBrk="0" hangingPunct="0">
                <a:defRPr>
                  <a:ea typeface="宋体" panose="02010600030101010101" pitchFamily="2" charset="-122"/>
                </a:defRPr>
              </a:lvl3pPr>
              <a:lvl4pPr marL="1600200" indent="-228600" eaLnBrk="0" hangingPunct="0">
                <a:defRPr>
                  <a:ea typeface="宋体" panose="02010600030101010101" pitchFamily="2" charset="-122"/>
                </a:defRPr>
              </a:lvl4pPr>
              <a:lvl5pPr marL="2057400" indent="-228600" eaLnBrk="0" hangingPunct="0">
                <a:defRPr>
                  <a:ea typeface="宋体" panose="02010600030101010101" pitchFamily="2" charset="-122"/>
                </a:defRPr>
              </a:lvl5pPr>
              <a:lvl6pPr marL="2514600" indent="-228600" eaLnBrk="0" fontAlgn="base" hangingPunct="0">
                <a:spcBef>
                  <a:spcPct val="0"/>
                </a:spcBef>
                <a:spcAft>
                  <a:spcPct val="0"/>
                </a:spcAft>
                <a:defRPr>
                  <a:ea typeface="宋体" panose="02010600030101010101" pitchFamily="2" charset="-122"/>
                </a:defRPr>
              </a:lvl6pPr>
              <a:lvl7pPr marL="2971800" indent="-228600" eaLnBrk="0" fontAlgn="base" hangingPunct="0">
                <a:spcBef>
                  <a:spcPct val="0"/>
                </a:spcBef>
                <a:spcAft>
                  <a:spcPct val="0"/>
                </a:spcAft>
                <a:defRPr>
                  <a:ea typeface="宋体" panose="02010600030101010101" pitchFamily="2" charset="-122"/>
                </a:defRPr>
              </a:lvl7pPr>
              <a:lvl8pPr marL="3429000" indent="-228600" eaLnBrk="0" fontAlgn="base" hangingPunct="0">
                <a:spcBef>
                  <a:spcPct val="0"/>
                </a:spcBef>
                <a:spcAft>
                  <a:spcPct val="0"/>
                </a:spcAft>
                <a:defRPr>
                  <a:ea typeface="宋体" panose="02010600030101010101" pitchFamily="2" charset="-122"/>
                </a:defRPr>
              </a:lvl8pPr>
              <a:lvl9pPr marL="3886200" indent="-228600" eaLnBrk="0" fontAlgn="base" hangingPunct="0">
                <a:spcBef>
                  <a:spcPct val="0"/>
                </a:spcBef>
                <a:spcAft>
                  <a:spcPct val="0"/>
                </a:spcAft>
                <a:defRPr>
                  <a:ea typeface="宋体" panose="02010600030101010101" pitchFamily="2" charset="-122"/>
                </a:defRPr>
              </a:lvl9pPr>
            </a:lstStyle>
            <a:p>
              <a:r>
                <a:rPr lang="zh-CN" altLang="en-US" dirty="0">
                  <a:latin typeface="+mn-lt"/>
                  <a:ea typeface="+mn-ea"/>
                  <a:cs typeface="+mn-ea"/>
                  <a:sym typeface="+mn-lt"/>
                </a:rPr>
                <a:t>措施二</a:t>
              </a:r>
            </a:p>
          </p:txBody>
        </p:sp>
        <p:sp>
          <p:nvSpPr>
            <p:cNvPr id="153" name="TextBox 3"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BC6D4C4D-9F05-C49C-F7C7-828F5D7A5463}"/>
                </a:ext>
              </a:extLst>
            </p:cNvPr>
            <p:cNvSpPr txBox="1">
              <a:spLocks noChangeArrowheads="1"/>
            </p:cNvSpPr>
            <p:nvPr/>
          </p:nvSpPr>
          <p:spPr bwMode="auto">
            <a:xfrm>
              <a:off x="8904288" y="3233738"/>
              <a:ext cx="2717800" cy="113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en-US" sz="788" dirty="0">
                  <a:solidFill>
                    <a:schemeClr val="bg1">
                      <a:lumMod val="50000"/>
                    </a:schemeClr>
                  </a:solidFill>
                  <a:latin typeface="+mn-lt"/>
                  <a:ea typeface="+mn-ea"/>
                  <a:cs typeface="+mn-ea"/>
                  <a:sym typeface="+mn-lt"/>
                </a:rPr>
                <a:t>请在此处添加详细描述文本，尽量与标题文本语言风格相符合，语言描述尽量简洁生动。请在此处添加详细描述文本，尽量与标题文本语言风格相符合，语言描述尽量简洁生动。</a:t>
              </a:r>
            </a:p>
          </p:txBody>
        </p:sp>
      </p:grpSp>
      <p:grpSp>
        <p:nvGrpSpPr>
          <p:cNvPr id="154" name="组合 153">
            <a:extLst>
              <a:ext uri="{FF2B5EF4-FFF2-40B4-BE49-F238E27FC236}">
                <a16:creationId xmlns:a16="http://schemas.microsoft.com/office/drawing/2014/main" id="{A040FCB3-FC4F-635C-ED61-95734C0B6F46}"/>
              </a:ext>
            </a:extLst>
          </p:cNvPr>
          <p:cNvGrpSpPr/>
          <p:nvPr/>
        </p:nvGrpSpPr>
        <p:grpSpPr>
          <a:xfrm>
            <a:off x="5176259" y="3275496"/>
            <a:ext cx="2924927" cy="940915"/>
            <a:chOff x="8661400" y="4774954"/>
            <a:chExt cx="2717800" cy="1672735"/>
          </a:xfrm>
        </p:grpSpPr>
        <p:sp>
          <p:nvSpPr>
            <p:cNvPr id="155" name="MH_SubTitle_1"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781626B7-AA56-E3F8-30CB-591679CDDBDE}"/>
                </a:ext>
              </a:extLst>
            </p:cNvPr>
            <p:cNvSpPr txBox="1">
              <a:spLocks noChangeArrowheads="1"/>
            </p:cNvSpPr>
            <p:nvPr>
              <p:custDataLst>
                <p:tags r:id="rId3"/>
              </p:custDataLst>
            </p:nvPr>
          </p:nvSpPr>
          <p:spPr bwMode="auto">
            <a:xfrm>
              <a:off x="8724612" y="4774954"/>
              <a:ext cx="23241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defPPr>
                <a:defRPr lang="zh-CN"/>
              </a:defPPr>
              <a:lvl1pPr eaLnBrk="1" hangingPunct="1">
                <a:defRPr sz="1700">
                  <a:solidFill>
                    <a:srgbClr val="C80A2A"/>
                  </a:solidFill>
                  <a:latin typeface="方正细圆简体" panose="03000509000000000000" pitchFamily="65" charset="-122"/>
                  <a:ea typeface="方正细圆简体" panose="03000509000000000000" pitchFamily="65" charset="-122"/>
                </a:defRPr>
              </a:lvl1pPr>
              <a:lvl2pPr marL="742950" indent="-285750" eaLnBrk="0" hangingPunct="0">
                <a:defRPr>
                  <a:ea typeface="宋体" panose="02010600030101010101" pitchFamily="2" charset="-122"/>
                </a:defRPr>
              </a:lvl2pPr>
              <a:lvl3pPr marL="1143000" indent="-228600" eaLnBrk="0" hangingPunct="0">
                <a:defRPr>
                  <a:ea typeface="宋体" panose="02010600030101010101" pitchFamily="2" charset="-122"/>
                </a:defRPr>
              </a:lvl3pPr>
              <a:lvl4pPr marL="1600200" indent="-228600" eaLnBrk="0" hangingPunct="0">
                <a:defRPr>
                  <a:ea typeface="宋体" panose="02010600030101010101" pitchFamily="2" charset="-122"/>
                </a:defRPr>
              </a:lvl4pPr>
              <a:lvl5pPr marL="2057400" indent="-228600" eaLnBrk="0" hangingPunct="0">
                <a:defRPr>
                  <a:ea typeface="宋体" panose="02010600030101010101" pitchFamily="2" charset="-122"/>
                </a:defRPr>
              </a:lvl5pPr>
              <a:lvl6pPr marL="2514600" indent="-228600" eaLnBrk="0" fontAlgn="base" hangingPunct="0">
                <a:spcBef>
                  <a:spcPct val="0"/>
                </a:spcBef>
                <a:spcAft>
                  <a:spcPct val="0"/>
                </a:spcAft>
                <a:defRPr>
                  <a:ea typeface="宋体" panose="02010600030101010101" pitchFamily="2" charset="-122"/>
                </a:defRPr>
              </a:lvl6pPr>
              <a:lvl7pPr marL="2971800" indent="-228600" eaLnBrk="0" fontAlgn="base" hangingPunct="0">
                <a:spcBef>
                  <a:spcPct val="0"/>
                </a:spcBef>
                <a:spcAft>
                  <a:spcPct val="0"/>
                </a:spcAft>
                <a:defRPr>
                  <a:ea typeface="宋体" panose="02010600030101010101" pitchFamily="2" charset="-122"/>
                </a:defRPr>
              </a:lvl7pPr>
              <a:lvl8pPr marL="3429000" indent="-228600" eaLnBrk="0" fontAlgn="base" hangingPunct="0">
                <a:spcBef>
                  <a:spcPct val="0"/>
                </a:spcBef>
                <a:spcAft>
                  <a:spcPct val="0"/>
                </a:spcAft>
                <a:defRPr>
                  <a:ea typeface="宋体" panose="02010600030101010101" pitchFamily="2" charset="-122"/>
                </a:defRPr>
              </a:lvl8pPr>
              <a:lvl9pPr marL="3886200" indent="-228600" eaLnBrk="0" fontAlgn="base" hangingPunct="0">
                <a:spcBef>
                  <a:spcPct val="0"/>
                </a:spcBef>
                <a:spcAft>
                  <a:spcPct val="0"/>
                </a:spcAft>
                <a:defRPr>
                  <a:ea typeface="宋体" panose="02010600030101010101" pitchFamily="2" charset="-122"/>
                </a:defRPr>
              </a:lvl9pPr>
            </a:lstStyle>
            <a:p>
              <a:r>
                <a:rPr lang="zh-CN" altLang="en-US" dirty="0">
                  <a:latin typeface="+mn-lt"/>
                  <a:ea typeface="+mn-ea"/>
                  <a:cs typeface="+mn-ea"/>
                  <a:sym typeface="+mn-lt"/>
                </a:rPr>
                <a:t>措施三</a:t>
              </a:r>
            </a:p>
          </p:txBody>
        </p:sp>
        <p:sp>
          <p:nvSpPr>
            <p:cNvPr id="156" name="TextBox 3"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1075D679-1329-F661-7185-F8E3DA6375FB}"/>
                </a:ext>
              </a:extLst>
            </p:cNvPr>
            <p:cNvSpPr txBox="1">
              <a:spLocks noChangeArrowheads="1"/>
            </p:cNvSpPr>
            <p:nvPr/>
          </p:nvSpPr>
          <p:spPr bwMode="auto">
            <a:xfrm>
              <a:off x="8661400" y="5313362"/>
              <a:ext cx="2717800" cy="1134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en-US" sz="788" dirty="0">
                  <a:solidFill>
                    <a:schemeClr val="bg1">
                      <a:lumMod val="50000"/>
                    </a:schemeClr>
                  </a:solidFill>
                  <a:latin typeface="+mn-lt"/>
                  <a:ea typeface="+mn-ea"/>
                  <a:cs typeface="+mn-ea"/>
                  <a:sym typeface="+mn-lt"/>
                </a:rPr>
                <a:t>请在此处添加详细描述文本，尽量与标题文本语言风格相符合，语言描述尽量简洁生动。请在此处添加详细描述文本，尽量与标题文本语言风格相符合，语言描述尽量简洁生动。</a:t>
              </a:r>
            </a:p>
          </p:txBody>
        </p:sp>
      </p:grpSp>
      <p:grpSp>
        <p:nvGrpSpPr>
          <p:cNvPr id="157" name="组合 156">
            <a:extLst>
              <a:ext uri="{FF2B5EF4-FFF2-40B4-BE49-F238E27FC236}">
                <a16:creationId xmlns:a16="http://schemas.microsoft.com/office/drawing/2014/main" id="{011B14D7-E68A-60A9-60F7-DA90A253C32A}"/>
              </a:ext>
            </a:extLst>
          </p:cNvPr>
          <p:cNvGrpSpPr/>
          <p:nvPr/>
        </p:nvGrpSpPr>
        <p:grpSpPr>
          <a:xfrm>
            <a:off x="3896552" y="1297877"/>
            <a:ext cx="2924927" cy="924917"/>
            <a:chOff x="8204200" y="717170"/>
            <a:chExt cx="2717800" cy="1644297"/>
          </a:xfrm>
        </p:grpSpPr>
        <p:sp>
          <p:nvSpPr>
            <p:cNvPr id="158" name="MH_SubTitle_1"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50A75B9A-495B-6C6B-ED1B-2279D96A42D1}"/>
                </a:ext>
              </a:extLst>
            </p:cNvPr>
            <p:cNvSpPr txBox="1">
              <a:spLocks noChangeArrowheads="1"/>
            </p:cNvSpPr>
            <p:nvPr>
              <p:custDataLst>
                <p:tags r:id="rId2"/>
              </p:custDataLst>
            </p:nvPr>
          </p:nvSpPr>
          <p:spPr bwMode="auto">
            <a:xfrm>
              <a:off x="8273700" y="717170"/>
              <a:ext cx="23241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700" dirty="0">
                  <a:solidFill>
                    <a:srgbClr val="C80A2A"/>
                  </a:solidFill>
                  <a:latin typeface="+mn-lt"/>
                  <a:ea typeface="+mn-ea"/>
                  <a:cs typeface="+mn-ea"/>
                  <a:sym typeface="+mn-lt"/>
                </a:rPr>
                <a:t>措施一</a:t>
              </a:r>
            </a:p>
          </p:txBody>
        </p:sp>
        <p:sp>
          <p:nvSpPr>
            <p:cNvPr id="159" name="TextBox 3"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FAD1F2E2-8E79-3223-A203-564970ECB98E}"/>
                </a:ext>
              </a:extLst>
            </p:cNvPr>
            <p:cNvSpPr txBox="1">
              <a:spLocks noChangeArrowheads="1"/>
            </p:cNvSpPr>
            <p:nvPr/>
          </p:nvSpPr>
          <p:spPr bwMode="auto">
            <a:xfrm>
              <a:off x="8204200" y="1227138"/>
              <a:ext cx="2717800" cy="1134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en-US" sz="788" dirty="0">
                  <a:solidFill>
                    <a:schemeClr val="bg1">
                      <a:lumMod val="50000"/>
                    </a:schemeClr>
                  </a:solidFill>
                  <a:latin typeface="+mn-lt"/>
                  <a:ea typeface="+mn-ea"/>
                  <a:cs typeface="+mn-ea"/>
                  <a:sym typeface="+mn-lt"/>
                </a:rPr>
                <a:t>请在此处添加详细描述文本，尽量与标题文本语言风格相符合，语言描述尽量简洁生动。请在此处添加详细描述文本，尽量与标题文本语言风格相符合，语言描述尽量简洁生动。</a:t>
              </a:r>
            </a:p>
          </p:txBody>
        </p:sp>
      </p:grpSp>
      <p:grpSp>
        <p:nvGrpSpPr>
          <p:cNvPr id="160" name="组合 159">
            <a:extLst>
              <a:ext uri="{FF2B5EF4-FFF2-40B4-BE49-F238E27FC236}">
                <a16:creationId xmlns:a16="http://schemas.microsoft.com/office/drawing/2014/main" id="{CA46CC34-1687-EA6C-2C8A-5CC3AE822AE1}"/>
              </a:ext>
            </a:extLst>
          </p:cNvPr>
          <p:cNvGrpSpPr/>
          <p:nvPr/>
        </p:nvGrpSpPr>
        <p:grpSpPr>
          <a:xfrm>
            <a:off x="3444710" y="1462397"/>
            <a:ext cx="389335" cy="389335"/>
            <a:chOff x="7400925" y="1009650"/>
            <a:chExt cx="692150" cy="692150"/>
          </a:xfrm>
        </p:grpSpPr>
        <p:sp>
          <p:nvSpPr>
            <p:cNvPr id="161" name="椭圆 160"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A89A9F8D-9B41-D8B9-7CF7-05854ADB5023}"/>
                </a:ext>
              </a:extLst>
            </p:cNvPr>
            <p:cNvSpPr/>
            <p:nvPr/>
          </p:nvSpPr>
          <p:spPr>
            <a:xfrm>
              <a:off x="7400925" y="1009650"/>
              <a:ext cx="692150" cy="692150"/>
            </a:xfrm>
            <a:prstGeom prst="ellipse">
              <a:avLst/>
            </a:prstGeom>
            <a:solidFill>
              <a:srgbClr val="1088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60">
                <a:cs typeface="+mn-ea"/>
                <a:sym typeface="+mn-lt"/>
              </a:endParaRPr>
            </a:p>
          </p:txBody>
        </p:sp>
        <p:sp>
          <p:nvSpPr>
            <p:cNvPr id="162" name="KSO_Shape"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A027C24C-6ADD-8D0E-6BA2-59AD7490B2CF}"/>
                </a:ext>
              </a:extLst>
            </p:cNvPr>
            <p:cNvSpPr>
              <a:spLocks/>
            </p:cNvSpPr>
            <p:nvPr/>
          </p:nvSpPr>
          <p:spPr bwMode="auto">
            <a:xfrm>
              <a:off x="7634288" y="1136650"/>
              <a:ext cx="230187" cy="439738"/>
            </a:xfrm>
            <a:custGeom>
              <a:avLst/>
              <a:gdLst>
                <a:gd name="T0" fmla="*/ 1003326 w 2665"/>
                <a:gd name="T1" fmla="*/ 573986 h 5058"/>
                <a:gd name="T2" fmla="*/ 429943 w 2665"/>
                <a:gd name="T3" fmla="*/ 0 h 5058"/>
                <a:gd name="T4" fmla="*/ 429943 w 2665"/>
                <a:gd name="T5" fmla="*/ 756652 h 5058"/>
                <a:gd name="T6" fmla="*/ 114827 w 2665"/>
                <a:gd name="T7" fmla="*/ 440658 h 5058"/>
                <a:gd name="T8" fmla="*/ 0 w 2665"/>
                <a:gd name="T9" fmla="*/ 555531 h 5058"/>
                <a:gd name="T10" fmla="*/ 395683 w 2665"/>
                <a:gd name="T11" fmla="*/ 952500 h 5058"/>
                <a:gd name="T12" fmla="*/ 0 w 2665"/>
                <a:gd name="T13" fmla="*/ 1349469 h 5058"/>
                <a:gd name="T14" fmla="*/ 114827 w 2665"/>
                <a:gd name="T15" fmla="*/ 1464342 h 5058"/>
                <a:gd name="T16" fmla="*/ 429943 w 2665"/>
                <a:gd name="T17" fmla="*/ 1149101 h 5058"/>
                <a:gd name="T18" fmla="*/ 429943 w 2665"/>
                <a:gd name="T19" fmla="*/ 1905000 h 5058"/>
                <a:gd name="T20" fmla="*/ 1003326 w 2665"/>
                <a:gd name="T21" fmla="*/ 1331767 h 5058"/>
                <a:gd name="T22" fmla="*/ 624961 w 2665"/>
                <a:gd name="T23" fmla="*/ 952500 h 5058"/>
                <a:gd name="T24" fmla="*/ 1003326 w 2665"/>
                <a:gd name="T25" fmla="*/ 573986 h 5058"/>
                <a:gd name="T26" fmla="*/ 774425 w 2665"/>
                <a:gd name="T27" fmla="*/ 574739 h 5058"/>
                <a:gd name="T28" fmla="*/ 591454 w 2665"/>
                <a:gd name="T29" fmla="*/ 757782 h 5058"/>
                <a:gd name="T30" fmla="*/ 591078 w 2665"/>
                <a:gd name="T31" fmla="*/ 391320 h 5058"/>
                <a:gd name="T32" fmla="*/ 774425 w 2665"/>
                <a:gd name="T33" fmla="*/ 574739 h 5058"/>
                <a:gd name="T34" fmla="*/ 774425 w 2665"/>
                <a:gd name="T35" fmla="*/ 1330261 h 5058"/>
                <a:gd name="T36" fmla="*/ 591078 w 2665"/>
                <a:gd name="T37" fmla="*/ 1513304 h 5058"/>
                <a:gd name="T38" fmla="*/ 591454 w 2665"/>
                <a:gd name="T39" fmla="*/ 1147218 h 5058"/>
                <a:gd name="T40" fmla="*/ 774425 w 2665"/>
                <a:gd name="T41" fmla="*/ 1330261 h 505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65" h="5058">
                  <a:moveTo>
                    <a:pt x="2665" y="1524"/>
                  </a:moveTo>
                  <a:lnTo>
                    <a:pt x="1142" y="0"/>
                  </a:lnTo>
                  <a:lnTo>
                    <a:pt x="1142" y="2009"/>
                  </a:lnTo>
                  <a:lnTo>
                    <a:pt x="305" y="1170"/>
                  </a:lnTo>
                  <a:lnTo>
                    <a:pt x="0" y="1475"/>
                  </a:lnTo>
                  <a:lnTo>
                    <a:pt x="1051" y="2529"/>
                  </a:lnTo>
                  <a:lnTo>
                    <a:pt x="0" y="3583"/>
                  </a:lnTo>
                  <a:lnTo>
                    <a:pt x="305" y="3888"/>
                  </a:lnTo>
                  <a:lnTo>
                    <a:pt x="1142" y="3051"/>
                  </a:lnTo>
                  <a:lnTo>
                    <a:pt x="1142" y="5058"/>
                  </a:lnTo>
                  <a:lnTo>
                    <a:pt x="2665" y="3536"/>
                  </a:lnTo>
                  <a:lnTo>
                    <a:pt x="1660" y="2529"/>
                  </a:lnTo>
                  <a:lnTo>
                    <a:pt x="2665" y="1524"/>
                  </a:lnTo>
                  <a:close/>
                  <a:moveTo>
                    <a:pt x="2057" y="1526"/>
                  </a:moveTo>
                  <a:lnTo>
                    <a:pt x="1571" y="2012"/>
                  </a:lnTo>
                  <a:lnTo>
                    <a:pt x="1570" y="1039"/>
                  </a:lnTo>
                  <a:lnTo>
                    <a:pt x="2057" y="1526"/>
                  </a:lnTo>
                  <a:close/>
                  <a:moveTo>
                    <a:pt x="2057" y="3532"/>
                  </a:moveTo>
                  <a:lnTo>
                    <a:pt x="1570" y="4018"/>
                  </a:lnTo>
                  <a:lnTo>
                    <a:pt x="1571" y="3046"/>
                  </a:lnTo>
                  <a:lnTo>
                    <a:pt x="2057" y="3532"/>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sz="760">
                <a:solidFill>
                  <a:srgbClr val="FFFFFF"/>
                </a:solidFill>
                <a:latin typeface="+mn-lt"/>
                <a:ea typeface="+mn-ea"/>
                <a:cs typeface="+mn-ea"/>
                <a:sym typeface="+mn-lt"/>
              </a:endParaRPr>
            </a:p>
          </p:txBody>
        </p:sp>
      </p:grpSp>
      <p:grpSp>
        <p:nvGrpSpPr>
          <p:cNvPr id="163" name="组合 162">
            <a:extLst>
              <a:ext uri="{FF2B5EF4-FFF2-40B4-BE49-F238E27FC236}">
                <a16:creationId xmlns:a16="http://schemas.microsoft.com/office/drawing/2014/main" id="{8A511597-15F2-F268-D234-0BA0D38EAE37}"/>
              </a:ext>
            </a:extLst>
          </p:cNvPr>
          <p:cNvGrpSpPr/>
          <p:nvPr/>
        </p:nvGrpSpPr>
        <p:grpSpPr>
          <a:xfrm>
            <a:off x="4076346" y="2421109"/>
            <a:ext cx="389335" cy="389335"/>
            <a:chOff x="8101013" y="3016250"/>
            <a:chExt cx="692150" cy="692150"/>
          </a:xfrm>
        </p:grpSpPr>
        <p:sp>
          <p:nvSpPr>
            <p:cNvPr id="164" name="椭圆 163"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0B40A195-76B3-3DFC-35D8-9B264556C1EE}"/>
                </a:ext>
              </a:extLst>
            </p:cNvPr>
            <p:cNvSpPr/>
            <p:nvPr/>
          </p:nvSpPr>
          <p:spPr>
            <a:xfrm>
              <a:off x="8101013" y="3016250"/>
              <a:ext cx="692150" cy="692150"/>
            </a:xfrm>
            <a:prstGeom prst="ellipse">
              <a:avLst/>
            </a:prstGeom>
            <a:solidFill>
              <a:srgbClr val="D8783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60" dirty="0">
                <a:cs typeface="+mn-ea"/>
                <a:sym typeface="+mn-lt"/>
              </a:endParaRPr>
            </a:p>
          </p:txBody>
        </p:sp>
        <p:sp>
          <p:nvSpPr>
            <p:cNvPr id="165" name="KSO_Shape"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45983395-EE1B-50FA-AF6F-0E87C92BB85E}"/>
                </a:ext>
              </a:extLst>
            </p:cNvPr>
            <p:cNvSpPr/>
            <p:nvPr/>
          </p:nvSpPr>
          <p:spPr>
            <a:xfrm>
              <a:off x="8313738" y="3219450"/>
              <a:ext cx="290512" cy="244475"/>
            </a:xfrm>
            <a:custGeom>
              <a:avLst/>
              <a:gdLst>
                <a:gd name="connsiteX0" fmla="*/ 2733675 w 5559425"/>
                <a:gd name="connsiteY0" fmla="*/ 1498599 h 4676774"/>
                <a:gd name="connsiteX1" fmla="*/ 2708275 w 5559425"/>
                <a:gd name="connsiteY1" fmla="*/ 1501774 h 4676774"/>
                <a:gd name="connsiteX2" fmla="*/ 2689225 w 5559425"/>
                <a:gd name="connsiteY2" fmla="*/ 1511299 h 4676774"/>
                <a:gd name="connsiteX3" fmla="*/ 2673350 w 5559425"/>
                <a:gd name="connsiteY3" fmla="*/ 1520824 h 4676774"/>
                <a:gd name="connsiteX4" fmla="*/ 2663825 w 5559425"/>
                <a:gd name="connsiteY4" fmla="*/ 1536699 h 4676774"/>
                <a:gd name="connsiteX5" fmla="*/ 2657475 w 5559425"/>
                <a:gd name="connsiteY5" fmla="*/ 1555749 h 4676774"/>
                <a:gd name="connsiteX6" fmla="*/ 2654300 w 5559425"/>
                <a:gd name="connsiteY6" fmla="*/ 1577974 h 4676774"/>
                <a:gd name="connsiteX7" fmla="*/ 2654300 w 5559425"/>
                <a:gd name="connsiteY7" fmla="*/ 1603374 h 4676774"/>
                <a:gd name="connsiteX8" fmla="*/ 2654300 w 5559425"/>
                <a:gd name="connsiteY8" fmla="*/ 1758949 h 4676774"/>
                <a:gd name="connsiteX9" fmla="*/ 2593975 w 5559425"/>
                <a:gd name="connsiteY9" fmla="*/ 1771649 h 4676774"/>
                <a:gd name="connsiteX10" fmla="*/ 2540000 w 5559425"/>
                <a:gd name="connsiteY10" fmla="*/ 1787524 h 4676774"/>
                <a:gd name="connsiteX11" fmla="*/ 2492375 w 5559425"/>
                <a:gd name="connsiteY11" fmla="*/ 1806574 h 4676774"/>
                <a:gd name="connsiteX12" fmla="*/ 2444750 w 5559425"/>
                <a:gd name="connsiteY12" fmla="*/ 1828799 h 4676774"/>
                <a:gd name="connsiteX13" fmla="*/ 2400300 w 5559425"/>
                <a:gd name="connsiteY13" fmla="*/ 1854199 h 4676774"/>
                <a:gd name="connsiteX14" fmla="*/ 2362200 w 5559425"/>
                <a:gd name="connsiteY14" fmla="*/ 1879599 h 4676774"/>
                <a:gd name="connsiteX15" fmla="*/ 2327275 w 5559425"/>
                <a:gd name="connsiteY15" fmla="*/ 1911349 h 4676774"/>
                <a:gd name="connsiteX16" fmla="*/ 2292350 w 5559425"/>
                <a:gd name="connsiteY16" fmla="*/ 1943099 h 4676774"/>
                <a:gd name="connsiteX17" fmla="*/ 2266950 w 5559425"/>
                <a:gd name="connsiteY17" fmla="*/ 1978024 h 4676774"/>
                <a:gd name="connsiteX18" fmla="*/ 2241550 w 5559425"/>
                <a:gd name="connsiteY18" fmla="*/ 2016124 h 4676774"/>
                <a:gd name="connsiteX19" fmla="*/ 2219325 w 5559425"/>
                <a:gd name="connsiteY19" fmla="*/ 2054224 h 4676774"/>
                <a:gd name="connsiteX20" fmla="*/ 2203450 w 5559425"/>
                <a:gd name="connsiteY20" fmla="*/ 2092324 h 4676774"/>
                <a:gd name="connsiteX21" fmla="*/ 2190750 w 5559425"/>
                <a:gd name="connsiteY21" fmla="*/ 2130424 h 4676774"/>
                <a:gd name="connsiteX22" fmla="*/ 2181225 w 5559425"/>
                <a:gd name="connsiteY22" fmla="*/ 2168524 h 4676774"/>
                <a:gd name="connsiteX23" fmla="*/ 2174875 w 5559425"/>
                <a:gd name="connsiteY23" fmla="*/ 2209799 h 4676774"/>
                <a:gd name="connsiteX24" fmla="*/ 2171700 w 5559425"/>
                <a:gd name="connsiteY24" fmla="*/ 2251074 h 4676774"/>
                <a:gd name="connsiteX25" fmla="*/ 2174875 w 5559425"/>
                <a:gd name="connsiteY25" fmla="*/ 2314574 h 4676774"/>
                <a:gd name="connsiteX26" fmla="*/ 2184400 w 5559425"/>
                <a:gd name="connsiteY26" fmla="*/ 2371724 h 4676774"/>
                <a:gd name="connsiteX27" fmla="*/ 2197100 w 5559425"/>
                <a:gd name="connsiteY27" fmla="*/ 2425699 h 4676774"/>
                <a:gd name="connsiteX28" fmla="*/ 2216150 w 5559425"/>
                <a:gd name="connsiteY28" fmla="*/ 2476499 h 4676774"/>
                <a:gd name="connsiteX29" fmla="*/ 2238375 w 5559425"/>
                <a:gd name="connsiteY29" fmla="*/ 2520949 h 4676774"/>
                <a:gd name="connsiteX30" fmla="*/ 2266950 w 5559425"/>
                <a:gd name="connsiteY30" fmla="*/ 2562224 h 4676774"/>
                <a:gd name="connsiteX31" fmla="*/ 2298700 w 5559425"/>
                <a:gd name="connsiteY31" fmla="*/ 2603499 h 4676774"/>
                <a:gd name="connsiteX32" fmla="*/ 2333625 w 5559425"/>
                <a:gd name="connsiteY32" fmla="*/ 2638424 h 4676774"/>
                <a:gd name="connsiteX33" fmla="*/ 2371725 w 5559425"/>
                <a:gd name="connsiteY33" fmla="*/ 2670174 h 4676774"/>
                <a:gd name="connsiteX34" fmla="*/ 2413000 w 5559425"/>
                <a:gd name="connsiteY34" fmla="*/ 2701924 h 4676774"/>
                <a:gd name="connsiteX35" fmla="*/ 2457450 w 5559425"/>
                <a:gd name="connsiteY35" fmla="*/ 2730499 h 4676774"/>
                <a:gd name="connsiteX36" fmla="*/ 2501900 w 5559425"/>
                <a:gd name="connsiteY36" fmla="*/ 2755899 h 4676774"/>
                <a:gd name="connsiteX37" fmla="*/ 2600325 w 5559425"/>
                <a:gd name="connsiteY37" fmla="*/ 2803524 h 4676774"/>
                <a:gd name="connsiteX38" fmla="*/ 2701925 w 5559425"/>
                <a:gd name="connsiteY38" fmla="*/ 2844799 h 4676774"/>
                <a:gd name="connsiteX39" fmla="*/ 2790825 w 5559425"/>
                <a:gd name="connsiteY39" fmla="*/ 2882899 h 4676774"/>
                <a:gd name="connsiteX40" fmla="*/ 2863850 w 5559425"/>
                <a:gd name="connsiteY40" fmla="*/ 2920999 h 4676774"/>
                <a:gd name="connsiteX41" fmla="*/ 2924175 w 5559425"/>
                <a:gd name="connsiteY41" fmla="*/ 2955924 h 4676774"/>
                <a:gd name="connsiteX42" fmla="*/ 2946400 w 5559425"/>
                <a:gd name="connsiteY42" fmla="*/ 2974974 h 4676774"/>
                <a:gd name="connsiteX43" fmla="*/ 2968625 w 5559425"/>
                <a:gd name="connsiteY43" fmla="*/ 2994024 h 4676774"/>
                <a:gd name="connsiteX44" fmla="*/ 2984500 w 5559425"/>
                <a:gd name="connsiteY44" fmla="*/ 3009899 h 4676774"/>
                <a:gd name="connsiteX45" fmla="*/ 3000375 w 5559425"/>
                <a:gd name="connsiteY45" fmla="*/ 3032124 h 4676774"/>
                <a:gd name="connsiteX46" fmla="*/ 3013075 w 5559425"/>
                <a:gd name="connsiteY46" fmla="*/ 3051174 h 4676774"/>
                <a:gd name="connsiteX47" fmla="*/ 3022600 w 5559425"/>
                <a:gd name="connsiteY47" fmla="*/ 3073399 h 4676774"/>
                <a:gd name="connsiteX48" fmla="*/ 3028950 w 5559425"/>
                <a:gd name="connsiteY48" fmla="*/ 3095624 h 4676774"/>
                <a:gd name="connsiteX49" fmla="*/ 3035300 w 5559425"/>
                <a:gd name="connsiteY49" fmla="*/ 3121024 h 4676774"/>
                <a:gd name="connsiteX50" fmla="*/ 3038475 w 5559425"/>
                <a:gd name="connsiteY50" fmla="*/ 3146424 h 4676774"/>
                <a:gd name="connsiteX51" fmla="*/ 3041650 w 5559425"/>
                <a:gd name="connsiteY51" fmla="*/ 3171824 h 4676774"/>
                <a:gd name="connsiteX52" fmla="*/ 3038475 w 5559425"/>
                <a:gd name="connsiteY52" fmla="*/ 3203574 h 4676774"/>
                <a:gd name="connsiteX53" fmla="*/ 3032125 w 5559425"/>
                <a:gd name="connsiteY53" fmla="*/ 3232149 h 4676774"/>
                <a:gd name="connsiteX54" fmla="*/ 3025775 w 5559425"/>
                <a:gd name="connsiteY54" fmla="*/ 3257549 h 4676774"/>
                <a:gd name="connsiteX55" fmla="*/ 3013075 w 5559425"/>
                <a:gd name="connsiteY55" fmla="*/ 3279774 h 4676774"/>
                <a:gd name="connsiteX56" fmla="*/ 2997200 w 5559425"/>
                <a:gd name="connsiteY56" fmla="*/ 3301999 h 4676774"/>
                <a:gd name="connsiteX57" fmla="*/ 2978150 w 5559425"/>
                <a:gd name="connsiteY57" fmla="*/ 3317874 h 4676774"/>
                <a:gd name="connsiteX58" fmla="*/ 2955925 w 5559425"/>
                <a:gd name="connsiteY58" fmla="*/ 3333749 h 4676774"/>
                <a:gd name="connsiteX59" fmla="*/ 2927350 w 5559425"/>
                <a:gd name="connsiteY59" fmla="*/ 3349624 h 4676774"/>
                <a:gd name="connsiteX60" fmla="*/ 2898775 w 5559425"/>
                <a:gd name="connsiteY60" fmla="*/ 3359149 h 4676774"/>
                <a:gd name="connsiteX61" fmla="*/ 2870200 w 5559425"/>
                <a:gd name="connsiteY61" fmla="*/ 3371849 h 4676774"/>
                <a:gd name="connsiteX62" fmla="*/ 2803525 w 5559425"/>
                <a:gd name="connsiteY62" fmla="*/ 3384549 h 4676774"/>
                <a:gd name="connsiteX63" fmla="*/ 2733675 w 5559425"/>
                <a:gd name="connsiteY63" fmla="*/ 3394074 h 4676774"/>
                <a:gd name="connsiteX64" fmla="*/ 2657475 w 5559425"/>
                <a:gd name="connsiteY64" fmla="*/ 3397249 h 4676774"/>
                <a:gd name="connsiteX65" fmla="*/ 2581275 w 5559425"/>
                <a:gd name="connsiteY65" fmla="*/ 3397249 h 4676774"/>
                <a:gd name="connsiteX66" fmla="*/ 2517775 w 5559425"/>
                <a:gd name="connsiteY66" fmla="*/ 3390899 h 4676774"/>
                <a:gd name="connsiteX67" fmla="*/ 2457450 w 5559425"/>
                <a:gd name="connsiteY67" fmla="*/ 3384549 h 4676774"/>
                <a:gd name="connsiteX68" fmla="*/ 2406650 w 5559425"/>
                <a:gd name="connsiteY68" fmla="*/ 3375024 h 4676774"/>
                <a:gd name="connsiteX69" fmla="*/ 2324100 w 5559425"/>
                <a:gd name="connsiteY69" fmla="*/ 3349624 h 4676774"/>
                <a:gd name="connsiteX70" fmla="*/ 2257425 w 5559425"/>
                <a:gd name="connsiteY70" fmla="*/ 3324224 h 4676774"/>
                <a:gd name="connsiteX71" fmla="*/ 2232025 w 5559425"/>
                <a:gd name="connsiteY71" fmla="*/ 3314699 h 4676774"/>
                <a:gd name="connsiteX72" fmla="*/ 2212975 w 5559425"/>
                <a:gd name="connsiteY72" fmla="*/ 3308349 h 4676774"/>
                <a:gd name="connsiteX73" fmla="*/ 2203450 w 5559425"/>
                <a:gd name="connsiteY73" fmla="*/ 3311524 h 4676774"/>
                <a:gd name="connsiteX74" fmla="*/ 2193925 w 5559425"/>
                <a:gd name="connsiteY74" fmla="*/ 3317874 h 4676774"/>
                <a:gd name="connsiteX75" fmla="*/ 2184400 w 5559425"/>
                <a:gd name="connsiteY75" fmla="*/ 3330574 h 4676774"/>
                <a:gd name="connsiteX76" fmla="*/ 2174875 w 5559425"/>
                <a:gd name="connsiteY76" fmla="*/ 3346449 h 4676774"/>
                <a:gd name="connsiteX77" fmla="*/ 2159000 w 5559425"/>
                <a:gd name="connsiteY77" fmla="*/ 3390899 h 4676774"/>
                <a:gd name="connsiteX78" fmla="*/ 2146300 w 5559425"/>
                <a:gd name="connsiteY78" fmla="*/ 3441699 h 4676774"/>
                <a:gd name="connsiteX79" fmla="*/ 2133600 w 5559425"/>
                <a:gd name="connsiteY79" fmla="*/ 3495674 h 4676774"/>
                <a:gd name="connsiteX80" fmla="*/ 2130425 w 5559425"/>
                <a:gd name="connsiteY80" fmla="*/ 3546474 h 4676774"/>
                <a:gd name="connsiteX81" fmla="*/ 2130425 w 5559425"/>
                <a:gd name="connsiteY81" fmla="*/ 3568699 h 4676774"/>
                <a:gd name="connsiteX82" fmla="*/ 2130425 w 5559425"/>
                <a:gd name="connsiteY82" fmla="*/ 3587749 h 4676774"/>
                <a:gd name="connsiteX83" fmla="*/ 2133600 w 5559425"/>
                <a:gd name="connsiteY83" fmla="*/ 3600449 h 4676774"/>
                <a:gd name="connsiteX84" fmla="*/ 2139950 w 5559425"/>
                <a:gd name="connsiteY84" fmla="*/ 3606799 h 4676774"/>
                <a:gd name="connsiteX85" fmla="*/ 2168525 w 5559425"/>
                <a:gd name="connsiteY85" fmla="*/ 3622674 h 4676774"/>
                <a:gd name="connsiteX86" fmla="*/ 2203450 w 5559425"/>
                <a:gd name="connsiteY86" fmla="*/ 3641724 h 4676774"/>
                <a:gd name="connsiteX87" fmla="*/ 2247900 w 5559425"/>
                <a:gd name="connsiteY87" fmla="*/ 3657599 h 4676774"/>
                <a:gd name="connsiteX88" fmla="*/ 2301875 w 5559425"/>
                <a:gd name="connsiteY88" fmla="*/ 3673474 h 4676774"/>
                <a:gd name="connsiteX89" fmla="*/ 2362200 w 5559425"/>
                <a:gd name="connsiteY89" fmla="*/ 3689349 h 4676774"/>
                <a:gd name="connsiteX90" fmla="*/ 2432050 w 5559425"/>
                <a:gd name="connsiteY90" fmla="*/ 3702049 h 4676774"/>
                <a:gd name="connsiteX91" fmla="*/ 2511425 w 5559425"/>
                <a:gd name="connsiteY91" fmla="*/ 3711574 h 4676774"/>
                <a:gd name="connsiteX92" fmla="*/ 2597150 w 5559425"/>
                <a:gd name="connsiteY92" fmla="*/ 3717924 h 4676774"/>
                <a:gd name="connsiteX93" fmla="*/ 2597150 w 5559425"/>
                <a:gd name="connsiteY93" fmla="*/ 3829049 h 4676774"/>
                <a:gd name="connsiteX94" fmla="*/ 2597150 w 5559425"/>
                <a:gd name="connsiteY94" fmla="*/ 3860799 h 4676774"/>
                <a:gd name="connsiteX95" fmla="*/ 2603500 w 5559425"/>
                <a:gd name="connsiteY95" fmla="*/ 3886199 h 4676774"/>
                <a:gd name="connsiteX96" fmla="*/ 2609850 w 5559425"/>
                <a:gd name="connsiteY96" fmla="*/ 3905249 h 4676774"/>
                <a:gd name="connsiteX97" fmla="*/ 2619375 w 5559425"/>
                <a:gd name="connsiteY97" fmla="*/ 3921124 h 4676774"/>
                <a:gd name="connsiteX98" fmla="*/ 2632075 w 5559425"/>
                <a:gd name="connsiteY98" fmla="*/ 3930649 h 4676774"/>
                <a:gd name="connsiteX99" fmla="*/ 2647950 w 5559425"/>
                <a:gd name="connsiteY99" fmla="*/ 3936999 h 4676774"/>
                <a:gd name="connsiteX100" fmla="*/ 2670175 w 5559425"/>
                <a:gd name="connsiteY100" fmla="*/ 3940174 h 4676774"/>
                <a:gd name="connsiteX101" fmla="*/ 2695575 w 5559425"/>
                <a:gd name="connsiteY101" fmla="*/ 3940174 h 4676774"/>
                <a:gd name="connsiteX102" fmla="*/ 2879725 w 5559425"/>
                <a:gd name="connsiteY102" fmla="*/ 3940174 h 4676774"/>
                <a:gd name="connsiteX103" fmla="*/ 2905125 w 5559425"/>
                <a:gd name="connsiteY103" fmla="*/ 3940174 h 4676774"/>
                <a:gd name="connsiteX104" fmla="*/ 2924175 w 5559425"/>
                <a:gd name="connsiteY104" fmla="*/ 3936999 h 4676774"/>
                <a:gd name="connsiteX105" fmla="*/ 2940050 w 5559425"/>
                <a:gd name="connsiteY105" fmla="*/ 3930649 h 4676774"/>
                <a:gd name="connsiteX106" fmla="*/ 2946400 w 5559425"/>
                <a:gd name="connsiteY106" fmla="*/ 3924299 h 4676774"/>
                <a:gd name="connsiteX107" fmla="*/ 2952750 w 5559425"/>
                <a:gd name="connsiteY107" fmla="*/ 3911599 h 4676774"/>
                <a:gd name="connsiteX108" fmla="*/ 2959100 w 5559425"/>
                <a:gd name="connsiteY108" fmla="*/ 3892549 h 4676774"/>
                <a:gd name="connsiteX109" fmla="*/ 2959100 w 5559425"/>
                <a:gd name="connsiteY109" fmla="*/ 3870324 h 4676774"/>
                <a:gd name="connsiteX110" fmla="*/ 2962275 w 5559425"/>
                <a:gd name="connsiteY110" fmla="*/ 3841749 h 4676774"/>
                <a:gd name="connsiteX111" fmla="*/ 2962275 w 5559425"/>
                <a:gd name="connsiteY111" fmla="*/ 3689349 h 4676774"/>
                <a:gd name="connsiteX112" fmla="*/ 3009900 w 5559425"/>
                <a:gd name="connsiteY112" fmla="*/ 3679824 h 4676774"/>
                <a:gd name="connsiteX113" fmla="*/ 3057525 w 5559425"/>
                <a:gd name="connsiteY113" fmla="*/ 3663949 h 4676774"/>
                <a:gd name="connsiteX114" fmla="*/ 3101975 w 5559425"/>
                <a:gd name="connsiteY114" fmla="*/ 3648074 h 4676774"/>
                <a:gd name="connsiteX115" fmla="*/ 3146425 w 5559425"/>
                <a:gd name="connsiteY115" fmla="*/ 3629024 h 4676774"/>
                <a:gd name="connsiteX116" fmla="*/ 3187700 w 5559425"/>
                <a:gd name="connsiteY116" fmla="*/ 3609974 h 4676774"/>
                <a:gd name="connsiteX117" fmla="*/ 3225800 w 5559425"/>
                <a:gd name="connsiteY117" fmla="*/ 3584574 h 4676774"/>
                <a:gd name="connsiteX118" fmla="*/ 3260725 w 5559425"/>
                <a:gd name="connsiteY118" fmla="*/ 3555999 h 4676774"/>
                <a:gd name="connsiteX119" fmla="*/ 3295650 w 5559425"/>
                <a:gd name="connsiteY119" fmla="*/ 3527424 h 4676774"/>
                <a:gd name="connsiteX120" fmla="*/ 3324225 w 5559425"/>
                <a:gd name="connsiteY120" fmla="*/ 3492499 h 4676774"/>
                <a:gd name="connsiteX121" fmla="*/ 3349625 w 5559425"/>
                <a:gd name="connsiteY121" fmla="*/ 3454399 h 4676774"/>
                <a:gd name="connsiteX122" fmla="*/ 3371850 w 5559425"/>
                <a:gd name="connsiteY122" fmla="*/ 3413124 h 4676774"/>
                <a:gd name="connsiteX123" fmla="*/ 3390900 w 5559425"/>
                <a:gd name="connsiteY123" fmla="*/ 3371849 h 4676774"/>
                <a:gd name="connsiteX124" fmla="*/ 3406775 w 5559425"/>
                <a:gd name="connsiteY124" fmla="*/ 3324224 h 4676774"/>
                <a:gd name="connsiteX125" fmla="*/ 3419475 w 5559425"/>
                <a:gd name="connsiteY125" fmla="*/ 3270249 h 4676774"/>
                <a:gd name="connsiteX126" fmla="*/ 3425825 w 5559425"/>
                <a:gd name="connsiteY126" fmla="*/ 3216274 h 4676774"/>
                <a:gd name="connsiteX127" fmla="*/ 3429000 w 5559425"/>
                <a:gd name="connsiteY127" fmla="*/ 3155949 h 4676774"/>
                <a:gd name="connsiteX128" fmla="*/ 3425825 w 5559425"/>
                <a:gd name="connsiteY128" fmla="*/ 3101974 h 4676774"/>
                <a:gd name="connsiteX129" fmla="*/ 3419475 w 5559425"/>
                <a:gd name="connsiteY129" fmla="*/ 3051174 h 4676774"/>
                <a:gd name="connsiteX130" fmla="*/ 3406775 w 5559425"/>
                <a:gd name="connsiteY130" fmla="*/ 3003549 h 4676774"/>
                <a:gd name="connsiteX131" fmla="*/ 3394075 w 5559425"/>
                <a:gd name="connsiteY131" fmla="*/ 2955924 h 4676774"/>
                <a:gd name="connsiteX132" fmla="*/ 3371850 w 5559425"/>
                <a:gd name="connsiteY132" fmla="*/ 2911474 h 4676774"/>
                <a:gd name="connsiteX133" fmla="*/ 3349625 w 5559425"/>
                <a:gd name="connsiteY133" fmla="*/ 2870199 h 4676774"/>
                <a:gd name="connsiteX134" fmla="*/ 3317875 w 5559425"/>
                <a:gd name="connsiteY134" fmla="*/ 2828924 h 4676774"/>
                <a:gd name="connsiteX135" fmla="*/ 3286125 w 5559425"/>
                <a:gd name="connsiteY135" fmla="*/ 2790824 h 4676774"/>
                <a:gd name="connsiteX136" fmla="*/ 3248025 w 5559425"/>
                <a:gd name="connsiteY136" fmla="*/ 2755899 h 4676774"/>
                <a:gd name="connsiteX137" fmla="*/ 3206750 w 5559425"/>
                <a:gd name="connsiteY137" fmla="*/ 2720974 h 4676774"/>
                <a:gd name="connsiteX138" fmla="*/ 3162300 w 5559425"/>
                <a:gd name="connsiteY138" fmla="*/ 2689224 h 4676774"/>
                <a:gd name="connsiteX139" fmla="*/ 3114675 w 5559425"/>
                <a:gd name="connsiteY139" fmla="*/ 2657474 h 4676774"/>
                <a:gd name="connsiteX140" fmla="*/ 3063875 w 5559425"/>
                <a:gd name="connsiteY140" fmla="*/ 2625724 h 4676774"/>
                <a:gd name="connsiteX141" fmla="*/ 3006725 w 5559425"/>
                <a:gd name="connsiteY141" fmla="*/ 2597149 h 4676774"/>
                <a:gd name="connsiteX142" fmla="*/ 2946400 w 5559425"/>
                <a:gd name="connsiteY142" fmla="*/ 2568574 h 4676774"/>
                <a:gd name="connsiteX143" fmla="*/ 2886075 w 5559425"/>
                <a:gd name="connsiteY143" fmla="*/ 2539999 h 4676774"/>
                <a:gd name="connsiteX144" fmla="*/ 2806700 w 5559425"/>
                <a:gd name="connsiteY144" fmla="*/ 2508249 h 4676774"/>
                <a:gd name="connsiteX145" fmla="*/ 2740025 w 5559425"/>
                <a:gd name="connsiteY145" fmla="*/ 2476499 h 4676774"/>
                <a:gd name="connsiteX146" fmla="*/ 2682875 w 5559425"/>
                <a:gd name="connsiteY146" fmla="*/ 2441574 h 4676774"/>
                <a:gd name="connsiteX147" fmla="*/ 2635250 w 5559425"/>
                <a:gd name="connsiteY147" fmla="*/ 2409824 h 4676774"/>
                <a:gd name="connsiteX148" fmla="*/ 2616200 w 5559425"/>
                <a:gd name="connsiteY148" fmla="*/ 2393949 h 4676774"/>
                <a:gd name="connsiteX149" fmla="*/ 2600325 w 5559425"/>
                <a:gd name="connsiteY149" fmla="*/ 2378074 h 4676774"/>
                <a:gd name="connsiteX150" fmla="*/ 2587625 w 5559425"/>
                <a:gd name="connsiteY150" fmla="*/ 2359024 h 4676774"/>
                <a:gd name="connsiteX151" fmla="*/ 2574925 w 5559425"/>
                <a:gd name="connsiteY151" fmla="*/ 2339974 h 4676774"/>
                <a:gd name="connsiteX152" fmla="*/ 2565400 w 5559425"/>
                <a:gd name="connsiteY152" fmla="*/ 2320924 h 4676774"/>
                <a:gd name="connsiteX153" fmla="*/ 2559050 w 5559425"/>
                <a:gd name="connsiteY153" fmla="*/ 2298699 h 4676774"/>
                <a:gd name="connsiteX154" fmla="*/ 2555875 w 5559425"/>
                <a:gd name="connsiteY154" fmla="*/ 2276474 h 4676774"/>
                <a:gd name="connsiteX155" fmla="*/ 2552700 w 5559425"/>
                <a:gd name="connsiteY155" fmla="*/ 2251074 h 4676774"/>
                <a:gd name="connsiteX156" fmla="*/ 2555875 w 5559425"/>
                <a:gd name="connsiteY156" fmla="*/ 2228849 h 4676774"/>
                <a:gd name="connsiteX157" fmla="*/ 2559050 w 5559425"/>
                <a:gd name="connsiteY157" fmla="*/ 2206624 h 4676774"/>
                <a:gd name="connsiteX158" fmla="*/ 2562225 w 5559425"/>
                <a:gd name="connsiteY158" fmla="*/ 2184399 h 4676774"/>
                <a:gd name="connsiteX159" fmla="*/ 2571750 w 5559425"/>
                <a:gd name="connsiteY159" fmla="*/ 2162174 h 4676774"/>
                <a:gd name="connsiteX160" fmla="*/ 2581275 w 5559425"/>
                <a:gd name="connsiteY160" fmla="*/ 2143124 h 4676774"/>
                <a:gd name="connsiteX161" fmla="*/ 2593975 w 5559425"/>
                <a:gd name="connsiteY161" fmla="*/ 2124074 h 4676774"/>
                <a:gd name="connsiteX162" fmla="*/ 2609850 w 5559425"/>
                <a:gd name="connsiteY162" fmla="*/ 2108199 h 4676774"/>
                <a:gd name="connsiteX163" fmla="*/ 2625725 w 5559425"/>
                <a:gd name="connsiteY163" fmla="*/ 2092324 h 4676774"/>
                <a:gd name="connsiteX164" fmla="*/ 2644775 w 5559425"/>
                <a:gd name="connsiteY164" fmla="*/ 2079624 h 4676774"/>
                <a:gd name="connsiteX165" fmla="*/ 2667000 w 5559425"/>
                <a:gd name="connsiteY165" fmla="*/ 2066924 h 4676774"/>
                <a:gd name="connsiteX166" fmla="*/ 2695575 w 5559425"/>
                <a:gd name="connsiteY166" fmla="*/ 2057399 h 4676774"/>
                <a:gd name="connsiteX167" fmla="*/ 2724150 w 5559425"/>
                <a:gd name="connsiteY167" fmla="*/ 2047874 h 4676774"/>
                <a:gd name="connsiteX168" fmla="*/ 2759075 w 5559425"/>
                <a:gd name="connsiteY168" fmla="*/ 2041524 h 4676774"/>
                <a:gd name="connsiteX169" fmla="*/ 2797175 w 5559425"/>
                <a:gd name="connsiteY169" fmla="*/ 2038349 h 4676774"/>
                <a:gd name="connsiteX170" fmla="*/ 2838450 w 5559425"/>
                <a:gd name="connsiteY170" fmla="*/ 2035174 h 4676774"/>
                <a:gd name="connsiteX171" fmla="*/ 2886075 w 5559425"/>
                <a:gd name="connsiteY171" fmla="*/ 2035174 h 4676774"/>
                <a:gd name="connsiteX172" fmla="*/ 2933700 w 5559425"/>
                <a:gd name="connsiteY172" fmla="*/ 2035174 h 4676774"/>
                <a:gd name="connsiteX173" fmla="*/ 2981325 w 5559425"/>
                <a:gd name="connsiteY173" fmla="*/ 2038349 h 4676774"/>
                <a:gd name="connsiteX174" fmla="*/ 3032125 w 5559425"/>
                <a:gd name="connsiteY174" fmla="*/ 2044699 h 4676774"/>
                <a:gd name="connsiteX175" fmla="*/ 3079750 w 5559425"/>
                <a:gd name="connsiteY175" fmla="*/ 2054224 h 4676774"/>
                <a:gd name="connsiteX176" fmla="*/ 3165475 w 5559425"/>
                <a:gd name="connsiteY176" fmla="*/ 2073274 h 4676774"/>
                <a:gd name="connsiteX177" fmla="*/ 3225800 w 5559425"/>
                <a:gd name="connsiteY177" fmla="*/ 2089149 h 4676774"/>
                <a:gd name="connsiteX178" fmla="*/ 3238500 w 5559425"/>
                <a:gd name="connsiteY178" fmla="*/ 2089149 h 4676774"/>
                <a:gd name="connsiteX179" fmla="*/ 3251200 w 5559425"/>
                <a:gd name="connsiteY179" fmla="*/ 2082799 h 4676774"/>
                <a:gd name="connsiteX180" fmla="*/ 3260725 w 5559425"/>
                <a:gd name="connsiteY180" fmla="*/ 2073274 h 4676774"/>
                <a:gd name="connsiteX181" fmla="*/ 3273425 w 5559425"/>
                <a:gd name="connsiteY181" fmla="*/ 2054224 h 4676774"/>
                <a:gd name="connsiteX182" fmla="*/ 3295650 w 5559425"/>
                <a:gd name="connsiteY182" fmla="*/ 2006599 h 4676774"/>
                <a:gd name="connsiteX183" fmla="*/ 3311525 w 5559425"/>
                <a:gd name="connsiteY183" fmla="*/ 1958974 h 4676774"/>
                <a:gd name="connsiteX184" fmla="*/ 3321050 w 5559425"/>
                <a:gd name="connsiteY184" fmla="*/ 1904999 h 4676774"/>
                <a:gd name="connsiteX185" fmla="*/ 3324225 w 5559425"/>
                <a:gd name="connsiteY185" fmla="*/ 1857374 h 4676774"/>
                <a:gd name="connsiteX186" fmla="*/ 3324225 w 5559425"/>
                <a:gd name="connsiteY186" fmla="*/ 1835149 h 4676774"/>
                <a:gd name="connsiteX187" fmla="*/ 3317875 w 5559425"/>
                <a:gd name="connsiteY187" fmla="*/ 1819274 h 4676774"/>
                <a:gd name="connsiteX188" fmla="*/ 3311525 w 5559425"/>
                <a:gd name="connsiteY188" fmla="*/ 1806574 h 4676774"/>
                <a:gd name="connsiteX189" fmla="*/ 3298825 w 5559425"/>
                <a:gd name="connsiteY189" fmla="*/ 1797049 h 4676774"/>
                <a:gd name="connsiteX190" fmla="*/ 3254375 w 5559425"/>
                <a:gd name="connsiteY190" fmla="*/ 1784349 h 4676774"/>
                <a:gd name="connsiteX191" fmla="*/ 3197225 w 5559425"/>
                <a:gd name="connsiteY191" fmla="*/ 1768474 h 4676774"/>
                <a:gd name="connsiteX192" fmla="*/ 3159125 w 5559425"/>
                <a:gd name="connsiteY192" fmla="*/ 1762124 h 4676774"/>
                <a:gd name="connsiteX193" fmla="*/ 3117850 w 5559425"/>
                <a:gd name="connsiteY193" fmla="*/ 1755774 h 4676774"/>
                <a:gd name="connsiteX194" fmla="*/ 3019425 w 5559425"/>
                <a:gd name="connsiteY194" fmla="*/ 1746249 h 4676774"/>
                <a:gd name="connsiteX195" fmla="*/ 3019425 w 5559425"/>
                <a:gd name="connsiteY195" fmla="*/ 1609724 h 4676774"/>
                <a:gd name="connsiteX196" fmla="*/ 3019425 w 5559425"/>
                <a:gd name="connsiteY196" fmla="*/ 1555749 h 4676774"/>
                <a:gd name="connsiteX197" fmla="*/ 3016250 w 5559425"/>
                <a:gd name="connsiteY197" fmla="*/ 1533524 h 4676774"/>
                <a:gd name="connsiteX198" fmla="*/ 3009900 w 5559425"/>
                <a:gd name="connsiteY198" fmla="*/ 1520824 h 4676774"/>
                <a:gd name="connsiteX199" fmla="*/ 3003550 w 5559425"/>
                <a:gd name="connsiteY199" fmla="*/ 1511299 h 4676774"/>
                <a:gd name="connsiteX200" fmla="*/ 2990850 w 5559425"/>
                <a:gd name="connsiteY200" fmla="*/ 1501774 h 4676774"/>
                <a:gd name="connsiteX201" fmla="*/ 2968625 w 5559425"/>
                <a:gd name="connsiteY201" fmla="*/ 1498599 h 4676774"/>
                <a:gd name="connsiteX202" fmla="*/ 2943225 w 5559425"/>
                <a:gd name="connsiteY202" fmla="*/ 1498599 h 4676774"/>
                <a:gd name="connsiteX203" fmla="*/ 2762250 w 5559425"/>
                <a:gd name="connsiteY203" fmla="*/ 1498599 h 4676774"/>
                <a:gd name="connsiteX204" fmla="*/ 2077933 w 5559425"/>
                <a:gd name="connsiteY204" fmla="*/ 438148 h 4676774"/>
                <a:gd name="connsiteX205" fmla="*/ 2048669 w 5559425"/>
                <a:gd name="connsiteY205" fmla="*/ 467412 h 4676774"/>
                <a:gd name="connsiteX206" fmla="*/ 2048669 w 5559425"/>
                <a:gd name="connsiteY206" fmla="*/ 769928 h 4676774"/>
                <a:gd name="connsiteX207" fmla="*/ 2075397 w 5559425"/>
                <a:gd name="connsiteY207" fmla="*/ 778225 h 4676774"/>
                <a:gd name="connsiteX208" fmla="*/ 2174524 w 5559425"/>
                <a:gd name="connsiteY208" fmla="*/ 877352 h 4676774"/>
                <a:gd name="connsiteX209" fmla="*/ 2184888 w 5559425"/>
                <a:gd name="connsiteY209" fmla="*/ 928686 h 4676774"/>
                <a:gd name="connsiteX210" fmla="*/ 3371361 w 5559425"/>
                <a:gd name="connsiteY210" fmla="*/ 928686 h 4676774"/>
                <a:gd name="connsiteX211" fmla="*/ 3381725 w 5559425"/>
                <a:gd name="connsiteY211" fmla="*/ 877352 h 4676774"/>
                <a:gd name="connsiteX212" fmla="*/ 3480853 w 5559425"/>
                <a:gd name="connsiteY212" fmla="*/ 778224 h 4676774"/>
                <a:gd name="connsiteX213" fmla="*/ 3507582 w 5559425"/>
                <a:gd name="connsiteY213" fmla="*/ 769927 h 4676774"/>
                <a:gd name="connsiteX214" fmla="*/ 3507582 w 5559425"/>
                <a:gd name="connsiteY214" fmla="*/ 467412 h 4676774"/>
                <a:gd name="connsiteX215" fmla="*/ 3478318 w 5559425"/>
                <a:gd name="connsiteY215" fmla="*/ 438148 h 4676774"/>
                <a:gd name="connsiteX216" fmla="*/ 2060754 w 5559425"/>
                <a:gd name="connsiteY216" fmla="*/ 0 h 4676774"/>
                <a:gd name="connsiteX217" fmla="*/ 3495494 w 5559425"/>
                <a:gd name="connsiteY217" fmla="*/ 0 h 4676774"/>
                <a:gd name="connsiteX218" fmla="*/ 3949699 w 5559425"/>
                <a:gd name="connsiteY218" fmla="*/ 454204 h 4676774"/>
                <a:gd name="connsiteX219" fmla="*/ 3949699 w 5559425"/>
                <a:gd name="connsiteY219" fmla="*/ 772638 h 4676774"/>
                <a:gd name="connsiteX220" fmla="*/ 3967697 w 5559425"/>
                <a:gd name="connsiteY220" fmla="*/ 778224 h 4676774"/>
                <a:gd name="connsiteX221" fmla="*/ 4066824 w 5559425"/>
                <a:gd name="connsiteY221" fmla="*/ 877352 h 4676774"/>
                <a:gd name="connsiteX222" fmla="*/ 4077188 w 5559425"/>
                <a:gd name="connsiteY222" fmla="*/ 928686 h 4676774"/>
                <a:gd name="connsiteX223" fmla="*/ 5316011 w 5559425"/>
                <a:gd name="connsiteY223" fmla="*/ 928686 h 4676774"/>
                <a:gd name="connsiteX224" fmla="*/ 5559425 w 5559425"/>
                <a:gd name="connsiteY224" fmla="*/ 1172100 h 4676774"/>
                <a:gd name="connsiteX225" fmla="*/ 5559425 w 5559425"/>
                <a:gd name="connsiteY225" fmla="*/ 4355572 h 4676774"/>
                <a:gd name="connsiteX226" fmla="*/ 5316011 w 5559425"/>
                <a:gd name="connsiteY226" fmla="*/ 4598986 h 4676774"/>
                <a:gd name="connsiteX227" fmla="*/ 4950129 w 5559425"/>
                <a:gd name="connsiteY227" fmla="*/ 4598986 h 4676774"/>
                <a:gd name="connsiteX228" fmla="*/ 4924434 w 5559425"/>
                <a:gd name="connsiteY228" fmla="*/ 4637096 h 4676774"/>
                <a:gd name="connsiteX229" fmla="*/ 4828643 w 5559425"/>
                <a:gd name="connsiteY229" fmla="*/ 4676774 h 4676774"/>
                <a:gd name="connsiteX230" fmla="*/ 4572531 w 5559425"/>
                <a:gd name="connsiteY230" fmla="*/ 4676774 h 4676774"/>
                <a:gd name="connsiteX231" fmla="*/ 4476740 w 5559425"/>
                <a:gd name="connsiteY231" fmla="*/ 4637096 h 4676774"/>
                <a:gd name="connsiteX232" fmla="*/ 4451046 w 5559425"/>
                <a:gd name="connsiteY232" fmla="*/ 4598986 h 4676774"/>
                <a:gd name="connsiteX233" fmla="*/ 1063928 w 5559425"/>
                <a:gd name="connsiteY233" fmla="*/ 4598986 h 4676774"/>
                <a:gd name="connsiteX234" fmla="*/ 1038234 w 5559425"/>
                <a:gd name="connsiteY234" fmla="*/ 4637096 h 4676774"/>
                <a:gd name="connsiteX235" fmla="*/ 942443 w 5559425"/>
                <a:gd name="connsiteY235" fmla="*/ 4676774 h 4676774"/>
                <a:gd name="connsiteX236" fmla="*/ 686331 w 5559425"/>
                <a:gd name="connsiteY236" fmla="*/ 4676774 h 4676774"/>
                <a:gd name="connsiteX237" fmla="*/ 590540 w 5559425"/>
                <a:gd name="connsiteY237" fmla="*/ 4637096 h 4676774"/>
                <a:gd name="connsiteX238" fmla="*/ 564846 w 5559425"/>
                <a:gd name="connsiteY238" fmla="*/ 4598986 h 4676774"/>
                <a:gd name="connsiteX239" fmla="*/ 243414 w 5559425"/>
                <a:gd name="connsiteY239" fmla="*/ 4598986 h 4676774"/>
                <a:gd name="connsiteX240" fmla="*/ 0 w 5559425"/>
                <a:gd name="connsiteY240" fmla="*/ 4355572 h 4676774"/>
                <a:gd name="connsiteX241" fmla="*/ 0 w 5559425"/>
                <a:gd name="connsiteY241" fmla="*/ 1172100 h 4676774"/>
                <a:gd name="connsiteX242" fmla="*/ 243414 w 5559425"/>
                <a:gd name="connsiteY242" fmla="*/ 928686 h 4676774"/>
                <a:gd name="connsiteX243" fmla="*/ 1479061 w 5559425"/>
                <a:gd name="connsiteY243" fmla="*/ 928686 h 4676774"/>
                <a:gd name="connsiteX244" fmla="*/ 1489425 w 5559425"/>
                <a:gd name="connsiteY244" fmla="*/ 877352 h 4676774"/>
                <a:gd name="connsiteX245" fmla="*/ 1588552 w 5559425"/>
                <a:gd name="connsiteY245" fmla="*/ 778225 h 4676774"/>
                <a:gd name="connsiteX246" fmla="*/ 1606549 w 5559425"/>
                <a:gd name="connsiteY246" fmla="*/ 772638 h 4676774"/>
                <a:gd name="connsiteX247" fmla="*/ 1606549 w 5559425"/>
                <a:gd name="connsiteY247" fmla="*/ 454204 h 4676774"/>
                <a:gd name="connsiteX248" fmla="*/ 2060754 w 5559425"/>
                <a:gd name="connsiteY248" fmla="*/ 0 h 4676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5559425" h="4676774">
                  <a:moveTo>
                    <a:pt x="2733675" y="1498599"/>
                  </a:moveTo>
                  <a:lnTo>
                    <a:pt x="2708275" y="1501774"/>
                  </a:lnTo>
                  <a:lnTo>
                    <a:pt x="2689225" y="1511299"/>
                  </a:lnTo>
                  <a:lnTo>
                    <a:pt x="2673350" y="1520824"/>
                  </a:lnTo>
                  <a:lnTo>
                    <a:pt x="2663825" y="1536699"/>
                  </a:lnTo>
                  <a:lnTo>
                    <a:pt x="2657475" y="1555749"/>
                  </a:lnTo>
                  <a:lnTo>
                    <a:pt x="2654300" y="1577974"/>
                  </a:lnTo>
                  <a:lnTo>
                    <a:pt x="2654300" y="1603374"/>
                  </a:lnTo>
                  <a:lnTo>
                    <a:pt x="2654300" y="1758949"/>
                  </a:lnTo>
                  <a:lnTo>
                    <a:pt x="2593975" y="1771649"/>
                  </a:lnTo>
                  <a:lnTo>
                    <a:pt x="2540000" y="1787524"/>
                  </a:lnTo>
                  <a:lnTo>
                    <a:pt x="2492375" y="1806574"/>
                  </a:lnTo>
                  <a:lnTo>
                    <a:pt x="2444750" y="1828799"/>
                  </a:lnTo>
                  <a:lnTo>
                    <a:pt x="2400300" y="1854199"/>
                  </a:lnTo>
                  <a:lnTo>
                    <a:pt x="2362200" y="1879599"/>
                  </a:lnTo>
                  <a:lnTo>
                    <a:pt x="2327275" y="1911349"/>
                  </a:lnTo>
                  <a:lnTo>
                    <a:pt x="2292350" y="1943099"/>
                  </a:lnTo>
                  <a:lnTo>
                    <a:pt x="2266950" y="1978024"/>
                  </a:lnTo>
                  <a:lnTo>
                    <a:pt x="2241550" y="2016124"/>
                  </a:lnTo>
                  <a:lnTo>
                    <a:pt x="2219325" y="2054224"/>
                  </a:lnTo>
                  <a:lnTo>
                    <a:pt x="2203450" y="2092324"/>
                  </a:lnTo>
                  <a:lnTo>
                    <a:pt x="2190750" y="2130424"/>
                  </a:lnTo>
                  <a:lnTo>
                    <a:pt x="2181225" y="2168524"/>
                  </a:lnTo>
                  <a:lnTo>
                    <a:pt x="2174875" y="2209799"/>
                  </a:lnTo>
                  <a:lnTo>
                    <a:pt x="2171700" y="2251074"/>
                  </a:lnTo>
                  <a:lnTo>
                    <a:pt x="2174875" y="2314574"/>
                  </a:lnTo>
                  <a:lnTo>
                    <a:pt x="2184400" y="2371724"/>
                  </a:lnTo>
                  <a:lnTo>
                    <a:pt x="2197100" y="2425699"/>
                  </a:lnTo>
                  <a:lnTo>
                    <a:pt x="2216150" y="2476499"/>
                  </a:lnTo>
                  <a:lnTo>
                    <a:pt x="2238375" y="2520949"/>
                  </a:lnTo>
                  <a:lnTo>
                    <a:pt x="2266950" y="2562224"/>
                  </a:lnTo>
                  <a:lnTo>
                    <a:pt x="2298700" y="2603499"/>
                  </a:lnTo>
                  <a:lnTo>
                    <a:pt x="2333625" y="2638424"/>
                  </a:lnTo>
                  <a:lnTo>
                    <a:pt x="2371725" y="2670174"/>
                  </a:lnTo>
                  <a:lnTo>
                    <a:pt x="2413000" y="2701924"/>
                  </a:lnTo>
                  <a:lnTo>
                    <a:pt x="2457450" y="2730499"/>
                  </a:lnTo>
                  <a:lnTo>
                    <a:pt x="2501900" y="2755899"/>
                  </a:lnTo>
                  <a:lnTo>
                    <a:pt x="2600325" y="2803524"/>
                  </a:lnTo>
                  <a:lnTo>
                    <a:pt x="2701925" y="2844799"/>
                  </a:lnTo>
                  <a:lnTo>
                    <a:pt x="2790825" y="2882899"/>
                  </a:lnTo>
                  <a:lnTo>
                    <a:pt x="2863850" y="2920999"/>
                  </a:lnTo>
                  <a:lnTo>
                    <a:pt x="2924175" y="2955924"/>
                  </a:lnTo>
                  <a:lnTo>
                    <a:pt x="2946400" y="2974974"/>
                  </a:lnTo>
                  <a:lnTo>
                    <a:pt x="2968625" y="2994024"/>
                  </a:lnTo>
                  <a:lnTo>
                    <a:pt x="2984500" y="3009899"/>
                  </a:lnTo>
                  <a:lnTo>
                    <a:pt x="3000375" y="3032124"/>
                  </a:lnTo>
                  <a:lnTo>
                    <a:pt x="3013075" y="3051174"/>
                  </a:lnTo>
                  <a:lnTo>
                    <a:pt x="3022600" y="3073399"/>
                  </a:lnTo>
                  <a:lnTo>
                    <a:pt x="3028950" y="3095624"/>
                  </a:lnTo>
                  <a:lnTo>
                    <a:pt x="3035300" y="3121024"/>
                  </a:lnTo>
                  <a:lnTo>
                    <a:pt x="3038475" y="3146424"/>
                  </a:lnTo>
                  <a:lnTo>
                    <a:pt x="3041650" y="3171824"/>
                  </a:lnTo>
                  <a:lnTo>
                    <a:pt x="3038475" y="3203574"/>
                  </a:lnTo>
                  <a:lnTo>
                    <a:pt x="3032125" y="3232149"/>
                  </a:lnTo>
                  <a:lnTo>
                    <a:pt x="3025775" y="3257549"/>
                  </a:lnTo>
                  <a:lnTo>
                    <a:pt x="3013075" y="3279774"/>
                  </a:lnTo>
                  <a:lnTo>
                    <a:pt x="2997200" y="3301999"/>
                  </a:lnTo>
                  <a:lnTo>
                    <a:pt x="2978150" y="3317874"/>
                  </a:lnTo>
                  <a:lnTo>
                    <a:pt x="2955925" y="3333749"/>
                  </a:lnTo>
                  <a:lnTo>
                    <a:pt x="2927350" y="3349624"/>
                  </a:lnTo>
                  <a:lnTo>
                    <a:pt x="2898775" y="3359149"/>
                  </a:lnTo>
                  <a:lnTo>
                    <a:pt x="2870200" y="3371849"/>
                  </a:lnTo>
                  <a:lnTo>
                    <a:pt x="2803525" y="3384549"/>
                  </a:lnTo>
                  <a:lnTo>
                    <a:pt x="2733675" y="3394074"/>
                  </a:lnTo>
                  <a:lnTo>
                    <a:pt x="2657475" y="3397249"/>
                  </a:lnTo>
                  <a:lnTo>
                    <a:pt x="2581275" y="3397249"/>
                  </a:lnTo>
                  <a:lnTo>
                    <a:pt x="2517775" y="3390899"/>
                  </a:lnTo>
                  <a:lnTo>
                    <a:pt x="2457450" y="3384549"/>
                  </a:lnTo>
                  <a:lnTo>
                    <a:pt x="2406650" y="3375024"/>
                  </a:lnTo>
                  <a:lnTo>
                    <a:pt x="2324100" y="3349624"/>
                  </a:lnTo>
                  <a:lnTo>
                    <a:pt x="2257425" y="3324224"/>
                  </a:lnTo>
                  <a:lnTo>
                    <a:pt x="2232025" y="3314699"/>
                  </a:lnTo>
                  <a:lnTo>
                    <a:pt x="2212975" y="3308349"/>
                  </a:lnTo>
                  <a:lnTo>
                    <a:pt x="2203450" y="3311524"/>
                  </a:lnTo>
                  <a:lnTo>
                    <a:pt x="2193925" y="3317874"/>
                  </a:lnTo>
                  <a:lnTo>
                    <a:pt x="2184400" y="3330574"/>
                  </a:lnTo>
                  <a:lnTo>
                    <a:pt x="2174875" y="3346449"/>
                  </a:lnTo>
                  <a:lnTo>
                    <a:pt x="2159000" y="3390899"/>
                  </a:lnTo>
                  <a:lnTo>
                    <a:pt x="2146300" y="3441699"/>
                  </a:lnTo>
                  <a:lnTo>
                    <a:pt x="2133600" y="3495674"/>
                  </a:lnTo>
                  <a:lnTo>
                    <a:pt x="2130425" y="3546474"/>
                  </a:lnTo>
                  <a:lnTo>
                    <a:pt x="2130425" y="3568699"/>
                  </a:lnTo>
                  <a:lnTo>
                    <a:pt x="2130425" y="3587749"/>
                  </a:lnTo>
                  <a:lnTo>
                    <a:pt x="2133600" y="3600449"/>
                  </a:lnTo>
                  <a:lnTo>
                    <a:pt x="2139950" y="3606799"/>
                  </a:lnTo>
                  <a:lnTo>
                    <a:pt x="2168525" y="3622674"/>
                  </a:lnTo>
                  <a:lnTo>
                    <a:pt x="2203450" y="3641724"/>
                  </a:lnTo>
                  <a:lnTo>
                    <a:pt x="2247900" y="3657599"/>
                  </a:lnTo>
                  <a:lnTo>
                    <a:pt x="2301875" y="3673474"/>
                  </a:lnTo>
                  <a:lnTo>
                    <a:pt x="2362200" y="3689349"/>
                  </a:lnTo>
                  <a:lnTo>
                    <a:pt x="2432050" y="3702049"/>
                  </a:lnTo>
                  <a:lnTo>
                    <a:pt x="2511425" y="3711574"/>
                  </a:lnTo>
                  <a:lnTo>
                    <a:pt x="2597150" y="3717924"/>
                  </a:lnTo>
                  <a:lnTo>
                    <a:pt x="2597150" y="3829049"/>
                  </a:lnTo>
                  <a:lnTo>
                    <a:pt x="2597150" y="3860799"/>
                  </a:lnTo>
                  <a:lnTo>
                    <a:pt x="2603500" y="3886199"/>
                  </a:lnTo>
                  <a:lnTo>
                    <a:pt x="2609850" y="3905249"/>
                  </a:lnTo>
                  <a:lnTo>
                    <a:pt x="2619375" y="3921124"/>
                  </a:lnTo>
                  <a:lnTo>
                    <a:pt x="2632075" y="3930649"/>
                  </a:lnTo>
                  <a:lnTo>
                    <a:pt x="2647950" y="3936999"/>
                  </a:lnTo>
                  <a:lnTo>
                    <a:pt x="2670175" y="3940174"/>
                  </a:lnTo>
                  <a:lnTo>
                    <a:pt x="2695575" y="3940174"/>
                  </a:lnTo>
                  <a:lnTo>
                    <a:pt x="2879725" y="3940174"/>
                  </a:lnTo>
                  <a:lnTo>
                    <a:pt x="2905125" y="3940174"/>
                  </a:lnTo>
                  <a:lnTo>
                    <a:pt x="2924175" y="3936999"/>
                  </a:lnTo>
                  <a:lnTo>
                    <a:pt x="2940050" y="3930649"/>
                  </a:lnTo>
                  <a:lnTo>
                    <a:pt x="2946400" y="3924299"/>
                  </a:lnTo>
                  <a:lnTo>
                    <a:pt x="2952750" y="3911599"/>
                  </a:lnTo>
                  <a:lnTo>
                    <a:pt x="2959100" y="3892549"/>
                  </a:lnTo>
                  <a:lnTo>
                    <a:pt x="2959100" y="3870324"/>
                  </a:lnTo>
                  <a:lnTo>
                    <a:pt x="2962275" y="3841749"/>
                  </a:lnTo>
                  <a:lnTo>
                    <a:pt x="2962275" y="3689349"/>
                  </a:lnTo>
                  <a:lnTo>
                    <a:pt x="3009900" y="3679824"/>
                  </a:lnTo>
                  <a:lnTo>
                    <a:pt x="3057525" y="3663949"/>
                  </a:lnTo>
                  <a:lnTo>
                    <a:pt x="3101975" y="3648074"/>
                  </a:lnTo>
                  <a:lnTo>
                    <a:pt x="3146425" y="3629024"/>
                  </a:lnTo>
                  <a:lnTo>
                    <a:pt x="3187700" y="3609974"/>
                  </a:lnTo>
                  <a:lnTo>
                    <a:pt x="3225800" y="3584574"/>
                  </a:lnTo>
                  <a:lnTo>
                    <a:pt x="3260725" y="3555999"/>
                  </a:lnTo>
                  <a:lnTo>
                    <a:pt x="3295650" y="3527424"/>
                  </a:lnTo>
                  <a:lnTo>
                    <a:pt x="3324225" y="3492499"/>
                  </a:lnTo>
                  <a:lnTo>
                    <a:pt x="3349625" y="3454399"/>
                  </a:lnTo>
                  <a:lnTo>
                    <a:pt x="3371850" y="3413124"/>
                  </a:lnTo>
                  <a:lnTo>
                    <a:pt x="3390900" y="3371849"/>
                  </a:lnTo>
                  <a:lnTo>
                    <a:pt x="3406775" y="3324224"/>
                  </a:lnTo>
                  <a:lnTo>
                    <a:pt x="3419475" y="3270249"/>
                  </a:lnTo>
                  <a:lnTo>
                    <a:pt x="3425825" y="3216274"/>
                  </a:lnTo>
                  <a:lnTo>
                    <a:pt x="3429000" y="3155949"/>
                  </a:lnTo>
                  <a:lnTo>
                    <a:pt x="3425825" y="3101974"/>
                  </a:lnTo>
                  <a:lnTo>
                    <a:pt x="3419475" y="3051174"/>
                  </a:lnTo>
                  <a:lnTo>
                    <a:pt x="3406775" y="3003549"/>
                  </a:lnTo>
                  <a:lnTo>
                    <a:pt x="3394075" y="2955924"/>
                  </a:lnTo>
                  <a:lnTo>
                    <a:pt x="3371850" y="2911474"/>
                  </a:lnTo>
                  <a:lnTo>
                    <a:pt x="3349625" y="2870199"/>
                  </a:lnTo>
                  <a:lnTo>
                    <a:pt x="3317875" y="2828924"/>
                  </a:lnTo>
                  <a:lnTo>
                    <a:pt x="3286125" y="2790824"/>
                  </a:lnTo>
                  <a:lnTo>
                    <a:pt x="3248025" y="2755899"/>
                  </a:lnTo>
                  <a:lnTo>
                    <a:pt x="3206750" y="2720974"/>
                  </a:lnTo>
                  <a:lnTo>
                    <a:pt x="3162300" y="2689224"/>
                  </a:lnTo>
                  <a:lnTo>
                    <a:pt x="3114675" y="2657474"/>
                  </a:lnTo>
                  <a:lnTo>
                    <a:pt x="3063875" y="2625724"/>
                  </a:lnTo>
                  <a:lnTo>
                    <a:pt x="3006725" y="2597149"/>
                  </a:lnTo>
                  <a:lnTo>
                    <a:pt x="2946400" y="2568574"/>
                  </a:lnTo>
                  <a:lnTo>
                    <a:pt x="2886075" y="2539999"/>
                  </a:lnTo>
                  <a:lnTo>
                    <a:pt x="2806700" y="2508249"/>
                  </a:lnTo>
                  <a:lnTo>
                    <a:pt x="2740025" y="2476499"/>
                  </a:lnTo>
                  <a:lnTo>
                    <a:pt x="2682875" y="2441574"/>
                  </a:lnTo>
                  <a:lnTo>
                    <a:pt x="2635250" y="2409824"/>
                  </a:lnTo>
                  <a:lnTo>
                    <a:pt x="2616200" y="2393949"/>
                  </a:lnTo>
                  <a:lnTo>
                    <a:pt x="2600325" y="2378074"/>
                  </a:lnTo>
                  <a:lnTo>
                    <a:pt x="2587625" y="2359024"/>
                  </a:lnTo>
                  <a:lnTo>
                    <a:pt x="2574925" y="2339974"/>
                  </a:lnTo>
                  <a:lnTo>
                    <a:pt x="2565400" y="2320924"/>
                  </a:lnTo>
                  <a:lnTo>
                    <a:pt x="2559050" y="2298699"/>
                  </a:lnTo>
                  <a:lnTo>
                    <a:pt x="2555875" y="2276474"/>
                  </a:lnTo>
                  <a:lnTo>
                    <a:pt x="2552700" y="2251074"/>
                  </a:lnTo>
                  <a:lnTo>
                    <a:pt x="2555875" y="2228849"/>
                  </a:lnTo>
                  <a:lnTo>
                    <a:pt x="2559050" y="2206624"/>
                  </a:lnTo>
                  <a:lnTo>
                    <a:pt x="2562225" y="2184399"/>
                  </a:lnTo>
                  <a:lnTo>
                    <a:pt x="2571750" y="2162174"/>
                  </a:lnTo>
                  <a:lnTo>
                    <a:pt x="2581275" y="2143124"/>
                  </a:lnTo>
                  <a:lnTo>
                    <a:pt x="2593975" y="2124074"/>
                  </a:lnTo>
                  <a:lnTo>
                    <a:pt x="2609850" y="2108199"/>
                  </a:lnTo>
                  <a:lnTo>
                    <a:pt x="2625725" y="2092324"/>
                  </a:lnTo>
                  <a:lnTo>
                    <a:pt x="2644775" y="2079624"/>
                  </a:lnTo>
                  <a:lnTo>
                    <a:pt x="2667000" y="2066924"/>
                  </a:lnTo>
                  <a:lnTo>
                    <a:pt x="2695575" y="2057399"/>
                  </a:lnTo>
                  <a:lnTo>
                    <a:pt x="2724150" y="2047874"/>
                  </a:lnTo>
                  <a:lnTo>
                    <a:pt x="2759075" y="2041524"/>
                  </a:lnTo>
                  <a:lnTo>
                    <a:pt x="2797175" y="2038349"/>
                  </a:lnTo>
                  <a:lnTo>
                    <a:pt x="2838450" y="2035174"/>
                  </a:lnTo>
                  <a:lnTo>
                    <a:pt x="2886075" y="2035174"/>
                  </a:lnTo>
                  <a:lnTo>
                    <a:pt x="2933700" y="2035174"/>
                  </a:lnTo>
                  <a:lnTo>
                    <a:pt x="2981325" y="2038349"/>
                  </a:lnTo>
                  <a:lnTo>
                    <a:pt x="3032125" y="2044699"/>
                  </a:lnTo>
                  <a:lnTo>
                    <a:pt x="3079750" y="2054224"/>
                  </a:lnTo>
                  <a:lnTo>
                    <a:pt x="3165475" y="2073274"/>
                  </a:lnTo>
                  <a:lnTo>
                    <a:pt x="3225800" y="2089149"/>
                  </a:lnTo>
                  <a:lnTo>
                    <a:pt x="3238500" y="2089149"/>
                  </a:lnTo>
                  <a:lnTo>
                    <a:pt x="3251200" y="2082799"/>
                  </a:lnTo>
                  <a:lnTo>
                    <a:pt x="3260725" y="2073274"/>
                  </a:lnTo>
                  <a:lnTo>
                    <a:pt x="3273425" y="2054224"/>
                  </a:lnTo>
                  <a:lnTo>
                    <a:pt x="3295650" y="2006599"/>
                  </a:lnTo>
                  <a:lnTo>
                    <a:pt x="3311525" y="1958974"/>
                  </a:lnTo>
                  <a:lnTo>
                    <a:pt x="3321050" y="1904999"/>
                  </a:lnTo>
                  <a:lnTo>
                    <a:pt x="3324225" y="1857374"/>
                  </a:lnTo>
                  <a:lnTo>
                    <a:pt x="3324225" y="1835149"/>
                  </a:lnTo>
                  <a:lnTo>
                    <a:pt x="3317875" y="1819274"/>
                  </a:lnTo>
                  <a:lnTo>
                    <a:pt x="3311525" y="1806574"/>
                  </a:lnTo>
                  <a:lnTo>
                    <a:pt x="3298825" y="1797049"/>
                  </a:lnTo>
                  <a:lnTo>
                    <a:pt x="3254375" y="1784349"/>
                  </a:lnTo>
                  <a:lnTo>
                    <a:pt x="3197225" y="1768474"/>
                  </a:lnTo>
                  <a:lnTo>
                    <a:pt x="3159125" y="1762124"/>
                  </a:lnTo>
                  <a:lnTo>
                    <a:pt x="3117850" y="1755774"/>
                  </a:lnTo>
                  <a:lnTo>
                    <a:pt x="3019425" y="1746249"/>
                  </a:lnTo>
                  <a:lnTo>
                    <a:pt x="3019425" y="1609724"/>
                  </a:lnTo>
                  <a:lnTo>
                    <a:pt x="3019425" y="1555749"/>
                  </a:lnTo>
                  <a:lnTo>
                    <a:pt x="3016250" y="1533524"/>
                  </a:lnTo>
                  <a:lnTo>
                    <a:pt x="3009900" y="1520824"/>
                  </a:lnTo>
                  <a:lnTo>
                    <a:pt x="3003550" y="1511299"/>
                  </a:lnTo>
                  <a:lnTo>
                    <a:pt x="2990850" y="1501774"/>
                  </a:lnTo>
                  <a:lnTo>
                    <a:pt x="2968625" y="1498599"/>
                  </a:lnTo>
                  <a:lnTo>
                    <a:pt x="2943225" y="1498599"/>
                  </a:lnTo>
                  <a:lnTo>
                    <a:pt x="2762250" y="1498599"/>
                  </a:lnTo>
                  <a:close/>
                  <a:moveTo>
                    <a:pt x="2077933" y="438148"/>
                  </a:moveTo>
                  <a:cubicBezTo>
                    <a:pt x="2061771" y="438148"/>
                    <a:pt x="2048669" y="451250"/>
                    <a:pt x="2048669" y="467412"/>
                  </a:cubicBezTo>
                  <a:lnTo>
                    <a:pt x="2048669" y="769928"/>
                  </a:lnTo>
                  <a:lnTo>
                    <a:pt x="2075397" y="778225"/>
                  </a:lnTo>
                  <a:cubicBezTo>
                    <a:pt x="2119967" y="797076"/>
                    <a:pt x="2155673" y="832782"/>
                    <a:pt x="2174524" y="877352"/>
                  </a:cubicBezTo>
                  <a:lnTo>
                    <a:pt x="2184888" y="928686"/>
                  </a:lnTo>
                  <a:lnTo>
                    <a:pt x="3371361" y="928686"/>
                  </a:lnTo>
                  <a:lnTo>
                    <a:pt x="3381725" y="877352"/>
                  </a:lnTo>
                  <a:cubicBezTo>
                    <a:pt x="3400577" y="832782"/>
                    <a:pt x="3436283" y="797076"/>
                    <a:pt x="3480853" y="778224"/>
                  </a:cubicBezTo>
                  <a:lnTo>
                    <a:pt x="3507582" y="769927"/>
                  </a:lnTo>
                  <a:lnTo>
                    <a:pt x="3507582" y="467412"/>
                  </a:lnTo>
                  <a:cubicBezTo>
                    <a:pt x="3507582" y="451250"/>
                    <a:pt x="3494480" y="438148"/>
                    <a:pt x="3478318" y="438148"/>
                  </a:cubicBezTo>
                  <a:close/>
                  <a:moveTo>
                    <a:pt x="2060754" y="0"/>
                  </a:moveTo>
                  <a:lnTo>
                    <a:pt x="3495494" y="0"/>
                  </a:lnTo>
                  <a:cubicBezTo>
                    <a:pt x="3746344" y="0"/>
                    <a:pt x="3949699" y="203354"/>
                    <a:pt x="3949699" y="454204"/>
                  </a:cubicBezTo>
                  <a:lnTo>
                    <a:pt x="3949699" y="772638"/>
                  </a:lnTo>
                  <a:lnTo>
                    <a:pt x="3967697" y="778224"/>
                  </a:lnTo>
                  <a:cubicBezTo>
                    <a:pt x="4012267" y="797076"/>
                    <a:pt x="4047973" y="832782"/>
                    <a:pt x="4066824" y="877352"/>
                  </a:cubicBezTo>
                  <a:lnTo>
                    <a:pt x="4077188" y="928686"/>
                  </a:lnTo>
                  <a:lnTo>
                    <a:pt x="5316011" y="928686"/>
                  </a:lnTo>
                  <a:cubicBezTo>
                    <a:pt x="5450445" y="928686"/>
                    <a:pt x="5559425" y="1037666"/>
                    <a:pt x="5559425" y="1172100"/>
                  </a:cubicBezTo>
                  <a:lnTo>
                    <a:pt x="5559425" y="4355572"/>
                  </a:lnTo>
                  <a:cubicBezTo>
                    <a:pt x="5559425" y="4490006"/>
                    <a:pt x="5450445" y="4598986"/>
                    <a:pt x="5316011" y="4598986"/>
                  </a:cubicBezTo>
                  <a:lnTo>
                    <a:pt x="4950129" y="4598986"/>
                  </a:lnTo>
                  <a:lnTo>
                    <a:pt x="4924434" y="4637096"/>
                  </a:lnTo>
                  <a:cubicBezTo>
                    <a:pt x="4899919" y="4661611"/>
                    <a:pt x="4866052" y="4676774"/>
                    <a:pt x="4828643" y="4676774"/>
                  </a:cubicBezTo>
                  <a:lnTo>
                    <a:pt x="4572531" y="4676774"/>
                  </a:lnTo>
                  <a:cubicBezTo>
                    <a:pt x="4535123" y="4676774"/>
                    <a:pt x="4501256" y="4661611"/>
                    <a:pt x="4476740" y="4637096"/>
                  </a:cubicBezTo>
                  <a:lnTo>
                    <a:pt x="4451046" y="4598986"/>
                  </a:lnTo>
                  <a:lnTo>
                    <a:pt x="1063928" y="4598986"/>
                  </a:lnTo>
                  <a:lnTo>
                    <a:pt x="1038234" y="4637096"/>
                  </a:lnTo>
                  <a:cubicBezTo>
                    <a:pt x="1013719" y="4661611"/>
                    <a:pt x="979851" y="4676774"/>
                    <a:pt x="942443" y="4676774"/>
                  </a:cubicBezTo>
                  <a:lnTo>
                    <a:pt x="686331" y="4676774"/>
                  </a:lnTo>
                  <a:cubicBezTo>
                    <a:pt x="648922" y="4676774"/>
                    <a:pt x="615055" y="4661611"/>
                    <a:pt x="590540" y="4637096"/>
                  </a:cubicBezTo>
                  <a:lnTo>
                    <a:pt x="564846" y="4598986"/>
                  </a:lnTo>
                  <a:lnTo>
                    <a:pt x="243414" y="4598986"/>
                  </a:lnTo>
                  <a:cubicBezTo>
                    <a:pt x="108980" y="4598986"/>
                    <a:pt x="0" y="4490006"/>
                    <a:pt x="0" y="4355572"/>
                  </a:cubicBezTo>
                  <a:lnTo>
                    <a:pt x="0" y="1172100"/>
                  </a:lnTo>
                  <a:cubicBezTo>
                    <a:pt x="0" y="1037666"/>
                    <a:pt x="108980" y="928686"/>
                    <a:pt x="243414" y="928686"/>
                  </a:cubicBezTo>
                  <a:lnTo>
                    <a:pt x="1479061" y="928686"/>
                  </a:lnTo>
                  <a:lnTo>
                    <a:pt x="1489425" y="877352"/>
                  </a:lnTo>
                  <a:cubicBezTo>
                    <a:pt x="1508276" y="832782"/>
                    <a:pt x="1543982" y="797076"/>
                    <a:pt x="1588552" y="778225"/>
                  </a:cubicBezTo>
                  <a:lnTo>
                    <a:pt x="1606549" y="772638"/>
                  </a:lnTo>
                  <a:lnTo>
                    <a:pt x="1606549" y="454204"/>
                  </a:lnTo>
                  <a:cubicBezTo>
                    <a:pt x="1606549" y="203354"/>
                    <a:pt x="1809904" y="0"/>
                    <a:pt x="206075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760">
                <a:solidFill>
                  <a:srgbClr val="FFFFFF"/>
                </a:solidFill>
                <a:cs typeface="+mn-ea"/>
                <a:sym typeface="+mn-lt"/>
              </a:endParaRPr>
            </a:p>
          </p:txBody>
        </p:sp>
      </p:grpSp>
      <p:grpSp>
        <p:nvGrpSpPr>
          <p:cNvPr id="166" name="组合 165">
            <a:extLst>
              <a:ext uri="{FF2B5EF4-FFF2-40B4-BE49-F238E27FC236}">
                <a16:creationId xmlns:a16="http://schemas.microsoft.com/office/drawing/2014/main" id="{9A92BE4B-9A87-ED76-CB66-DABFCDB51FA6}"/>
              </a:ext>
            </a:extLst>
          </p:cNvPr>
          <p:cNvGrpSpPr/>
          <p:nvPr/>
        </p:nvGrpSpPr>
        <p:grpSpPr>
          <a:xfrm>
            <a:off x="4724418" y="3455121"/>
            <a:ext cx="389335" cy="389335"/>
            <a:chOff x="7858125" y="5094288"/>
            <a:chExt cx="692150" cy="692150"/>
          </a:xfrm>
        </p:grpSpPr>
        <p:sp>
          <p:nvSpPr>
            <p:cNvPr id="167" name="椭圆 166"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C4D4DADA-1543-833D-8712-99577FB3FD71}"/>
                </a:ext>
              </a:extLst>
            </p:cNvPr>
            <p:cNvSpPr/>
            <p:nvPr/>
          </p:nvSpPr>
          <p:spPr>
            <a:xfrm>
              <a:off x="7858125" y="5094288"/>
              <a:ext cx="692150" cy="692150"/>
            </a:xfrm>
            <a:prstGeom prst="ellipse">
              <a:avLst/>
            </a:prstGeom>
            <a:solidFill>
              <a:srgbClr val="2297C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60" dirty="0">
                <a:cs typeface="+mn-ea"/>
                <a:sym typeface="+mn-lt"/>
              </a:endParaRPr>
            </a:p>
          </p:txBody>
        </p:sp>
        <p:sp>
          <p:nvSpPr>
            <p:cNvPr id="168" name="KSO_Shape"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29DB3622-E626-1436-0C5E-E16E59330AD5}"/>
                </a:ext>
              </a:extLst>
            </p:cNvPr>
            <p:cNvSpPr>
              <a:spLocks/>
            </p:cNvSpPr>
            <p:nvPr/>
          </p:nvSpPr>
          <p:spPr bwMode="auto">
            <a:xfrm>
              <a:off x="8016875" y="5265738"/>
              <a:ext cx="365125" cy="363537"/>
            </a:xfrm>
            <a:custGeom>
              <a:avLst/>
              <a:gdLst>
                <a:gd name="T0" fmla="*/ 2147483647 w 3896"/>
                <a:gd name="T1" fmla="*/ 2147483647 h 3896"/>
                <a:gd name="T2" fmla="*/ 0 w 3896"/>
                <a:gd name="T3" fmla="*/ 2147483647 h 3896"/>
                <a:gd name="T4" fmla="*/ 2147483647 w 3896"/>
                <a:gd name="T5" fmla="*/ 0 h 3896"/>
                <a:gd name="T6" fmla="*/ 2147483647 w 3896"/>
                <a:gd name="T7" fmla="*/ 2147483647 h 3896"/>
                <a:gd name="T8" fmla="*/ 2147483647 w 3896"/>
                <a:gd name="T9" fmla="*/ 2147483647 h 3896"/>
                <a:gd name="T10" fmla="*/ 2147483647 w 3896"/>
                <a:gd name="T11" fmla="*/ 2147483647 h 3896"/>
                <a:gd name="T12" fmla="*/ 2147483647 w 3896"/>
                <a:gd name="T13" fmla="*/ 2147483647 h 3896"/>
                <a:gd name="T14" fmla="*/ 2147483647 w 3896"/>
                <a:gd name="T15" fmla="*/ 2147483647 h 3896"/>
                <a:gd name="T16" fmla="*/ 2147483647 w 3896"/>
                <a:gd name="T17" fmla="*/ 2147483647 h 3896"/>
                <a:gd name="T18" fmla="*/ 2147483647 w 3896"/>
                <a:gd name="T19" fmla="*/ 2147483647 h 3896"/>
                <a:gd name="T20" fmla="*/ 2147483647 w 3896"/>
                <a:gd name="T21" fmla="*/ 2147483647 h 3896"/>
                <a:gd name="T22" fmla="*/ 2147483647 w 3896"/>
                <a:gd name="T23" fmla="*/ 2147483647 h 3896"/>
                <a:gd name="T24" fmla="*/ 2147483647 w 3896"/>
                <a:gd name="T25" fmla="*/ 2147483647 h 3896"/>
                <a:gd name="T26" fmla="*/ 2147483647 w 3896"/>
                <a:gd name="T27" fmla="*/ 2147483647 h 3896"/>
                <a:gd name="T28" fmla="*/ 2147483647 w 3896"/>
                <a:gd name="T29" fmla="*/ 2147483647 h 3896"/>
                <a:gd name="T30" fmla="*/ 2147483647 w 3896"/>
                <a:gd name="T31" fmla="*/ 2147483647 h 3896"/>
                <a:gd name="T32" fmla="*/ 2147483647 w 3896"/>
                <a:gd name="T33" fmla="*/ 2147483647 h 3896"/>
                <a:gd name="T34" fmla="*/ 2147483647 w 3896"/>
                <a:gd name="T35" fmla="*/ 2147483647 h 3896"/>
                <a:gd name="T36" fmla="*/ 2147483647 w 3896"/>
                <a:gd name="T37" fmla="*/ 2147483647 h 3896"/>
                <a:gd name="T38" fmla="*/ 2147483647 w 3896"/>
                <a:gd name="T39" fmla="*/ 2147483647 h 3896"/>
                <a:gd name="T40" fmla="*/ 2147483647 w 3896"/>
                <a:gd name="T41" fmla="*/ 2147483647 h 3896"/>
                <a:gd name="T42" fmla="*/ 2147483647 w 3896"/>
                <a:gd name="T43" fmla="*/ 2147483647 h 3896"/>
                <a:gd name="T44" fmla="*/ 2147483647 w 3896"/>
                <a:gd name="T45" fmla="*/ 2147483647 h 3896"/>
                <a:gd name="T46" fmla="*/ 2147483647 w 3896"/>
                <a:gd name="T47" fmla="*/ 2147483647 h 389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896" h="3896">
                  <a:moveTo>
                    <a:pt x="1948" y="3896"/>
                  </a:moveTo>
                  <a:cubicBezTo>
                    <a:pt x="872" y="3896"/>
                    <a:pt x="0" y="3024"/>
                    <a:pt x="0" y="1948"/>
                  </a:cubicBezTo>
                  <a:cubicBezTo>
                    <a:pt x="0" y="872"/>
                    <a:pt x="872" y="0"/>
                    <a:pt x="1948" y="0"/>
                  </a:cubicBezTo>
                  <a:cubicBezTo>
                    <a:pt x="3024" y="0"/>
                    <a:pt x="3896" y="872"/>
                    <a:pt x="3896" y="1948"/>
                  </a:cubicBezTo>
                  <a:cubicBezTo>
                    <a:pt x="3896" y="3024"/>
                    <a:pt x="3024" y="3896"/>
                    <a:pt x="1948" y="3896"/>
                  </a:cubicBezTo>
                  <a:close/>
                  <a:moveTo>
                    <a:pt x="3018" y="839"/>
                  </a:moveTo>
                  <a:cubicBezTo>
                    <a:pt x="2852" y="674"/>
                    <a:pt x="2687" y="839"/>
                    <a:pt x="2687" y="839"/>
                  </a:cubicBezTo>
                  <a:cubicBezTo>
                    <a:pt x="2108" y="1418"/>
                    <a:pt x="2108" y="1418"/>
                    <a:pt x="2108" y="1418"/>
                  </a:cubicBezTo>
                  <a:cubicBezTo>
                    <a:pt x="869" y="1170"/>
                    <a:pt x="869" y="1170"/>
                    <a:pt x="869" y="1170"/>
                  </a:cubicBezTo>
                  <a:cubicBezTo>
                    <a:pt x="703" y="1335"/>
                    <a:pt x="703" y="1335"/>
                    <a:pt x="703" y="1335"/>
                  </a:cubicBezTo>
                  <a:cubicBezTo>
                    <a:pt x="1695" y="1831"/>
                    <a:pt x="1695" y="1831"/>
                    <a:pt x="1695" y="1831"/>
                  </a:cubicBezTo>
                  <a:cubicBezTo>
                    <a:pt x="1232" y="2294"/>
                    <a:pt x="1232" y="2294"/>
                    <a:pt x="1232" y="2294"/>
                  </a:cubicBezTo>
                  <a:cubicBezTo>
                    <a:pt x="786" y="2245"/>
                    <a:pt x="786" y="2245"/>
                    <a:pt x="786" y="2245"/>
                  </a:cubicBezTo>
                  <a:cubicBezTo>
                    <a:pt x="621" y="2410"/>
                    <a:pt x="621" y="2410"/>
                    <a:pt x="621" y="2410"/>
                  </a:cubicBezTo>
                  <a:cubicBezTo>
                    <a:pt x="1199" y="2658"/>
                    <a:pt x="1199" y="2658"/>
                    <a:pt x="1199" y="2658"/>
                  </a:cubicBezTo>
                  <a:cubicBezTo>
                    <a:pt x="1447" y="3236"/>
                    <a:pt x="1447" y="3236"/>
                    <a:pt x="1447" y="3236"/>
                  </a:cubicBezTo>
                  <a:cubicBezTo>
                    <a:pt x="1612" y="3071"/>
                    <a:pt x="1612" y="3071"/>
                    <a:pt x="1612" y="3071"/>
                  </a:cubicBezTo>
                  <a:cubicBezTo>
                    <a:pt x="1563" y="2625"/>
                    <a:pt x="1563" y="2625"/>
                    <a:pt x="1563" y="2625"/>
                  </a:cubicBezTo>
                  <a:cubicBezTo>
                    <a:pt x="2026" y="2162"/>
                    <a:pt x="2026" y="2162"/>
                    <a:pt x="2026" y="2162"/>
                  </a:cubicBezTo>
                  <a:cubicBezTo>
                    <a:pt x="2522" y="3154"/>
                    <a:pt x="2522" y="3154"/>
                    <a:pt x="2522" y="3154"/>
                  </a:cubicBezTo>
                  <a:cubicBezTo>
                    <a:pt x="2687" y="2989"/>
                    <a:pt x="2687" y="2989"/>
                    <a:pt x="2687" y="2989"/>
                  </a:cubicBezTo>
                  <a:cubicBezTo>
                    <a:pt x="2439" y="1749"/>
                    <a:pt x="2439" y="1749"/>
                    <a:pt x="2439" y="1749"/>
                  </a:cubicBezTo>
                  <a:cubicBezTo>
                    <a:pt x="3018" y="1170"/>
                    <a:pt x="3018" y="1170"/>
                    <a:pt x="3018" y="1170"/>
                  </a:cubicBezTo>
                  <a:cubicBezTo>
                    <a:pt x="3018" y="1170"/>
                    <a:pt x="3183" y="1005"/>
                    <a:pt x="3018" y="83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nchorCtr="1"/>
            <a:lstStyle/>
            <a:p>
              <a:endParaRPr lang="zh-CN" altLang="en-US" sz="760">
                <a:latin typeface="+mn-lt"/>
                <a:ea typeface="+mn-ea"/>
                <a:cs typeface="+mn-ea"/>
                <a:sym typeface="+mn-lt"/>
              </a:endParaRPr>
            </a:p>
          </p:txBody>
        </p:sp>
      </p:grpSp>
      <p:sp>
        <p:nvSpPr>
          <p:cNvPr id="169" name="椭圆 168"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FFE9F585-508B-0059-B4F8-39AB70D5AF1F}"/>
              </a:ext>
            </a:extLst>
          </p:cNvPr>
          <p:cNvSpPr/>
          <p:nvPr/>
        </p:nvSpPr>
        <p:spPr>
          <a:xfrm rot="19609735">
            <a:off x="2365885" y="1862275"/>
            <a:ext cx="115193" cy="115193"/>
          </a:xfrm>
          <a:prstGeom prst="ellipse">
            <a:avLst/>
          </a:prstGeom>
          <a:solidFill>
            <a:srgbClr val="10888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60">
              <a:cs typeface="+mn-ea"/>
              <a:sym typeface="+mn-lt"/>
            </a:endParaRPr>
          </a:p>
        </p:txBody>
      </p:sp>
      <p:sp>
        <p:nvSpPr>
          <p:cNvPr id="170" name="MH_SubTitle_1" descr="e7d195523061f1c0dc4eb095ef98a80d432ab5f5ac2fa1ec9A04093C40641F0917DB5F0ACB951B229F3670423540916292DB116844AAB0F00FEFF6E8E4293DAC5FD3F90415D8F35813B35A693A33C33F3D5BFF0641E6EC05FF3B6B060D1EC04DC2D230E8A87D1D448B0A553D838968DF7BEA939F8BB8F3F855678524924E43D5FEBF582B0A19BD3EEB16E580BB28A190">
            <a:extLst>
              <a:ext uri="{FF2B5EF4-FFF2-40B4-BE49-F238E27FC236}">
                <a16:creationId xmlns:a16="http://schemas.microsoft.com/office/drawing/2014/main" id="{80531435-5EDB-F660-805B-3693BC4ADB8F}"/>
              </a:ext>
            </a:extLst>
          </p:cNvPr>
          <p:cNvSpPr txBox="1">
            <a:spLocks noChangeArrowheads="1"/>
          </p:cNvSpPr>
          <p:nvPr>
            <p:custDataLst>
              <p:tags r:id="rId1"/>
            </p:custDataLst>
          </p:nvPr>
        </p:nvSpPr>
        <p:spPr bwMode="auto">
          <a:xfrm>
            <a:off x="1655147" y="2741332"/>
            <a:ext cx="1041678" cy="1014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3000" dirty="0">
                <a:solidFill>
                  <a:srgbClr val="C80A2A"/>
                </a:solidFill>
                <a:latin typeface="幼圆" panose="02010509060101010101" pitchFamily="49" charset="-122"/>
                <a:ea typeface="幼圆" panose="02010509060101010101" pitchFamily="49" charset="-122"/>
                <a:cs typeface="+mn-ea"/>
                <a:sym typeface="+mn-lt"/>
              </a:rPr>
              <a:t>应变</a:t>
            </a:r>
            <a:endParaRPr lang="en-US" altLang="zh-CN" sz="3000" dirty="0">
              <a:solidFill>
                <a:srgbClr val="C80A2A"/>
              </a:solidFill>
              <a:latin typeface="幼圆" panose="02010509060101010101" pitchFamily="49" charset="-122"/>
              <a:ea typeface="幼圆" panose="02010509060101010101" pitchFamily="49" charset="-122"/>
              <a:cs typeface="+mn-ea"/>
              <a:sym typeface="+mn-lt"/>
            </a:endParaRPr>
          </a:p>
          <a:p>
            <a:pPr algn="ctr"/>
            <a:r>
              <a:rPr lang="zh-CN" altLang="en-US" sz="3000" dirty="0">
                <a:solidFill>
                  <a:srgbClr val="C80A2A"/>
                </a:solidFill>
                <a:latin typeface="幼圆" panose="02010509060101010101" pitchFamily="49" charset="-122"/>
                <a:ea typeface="幼圆" panose="02010509060101010101" pitchFamily="49" charset="-122"/>
                <a:cs typeface="+mn-ea"/>
                <a:sym typeface="+mn-lt"/>
              </a:rPr>
              <a:t>措施</a:t>
            </a:r>
          </a:p>
        </p:txBody>
      </p:sp>
      <p:grpSp>
        <p:nvGrpSpPr>
          <p:cNvPr id="2" name="组合 1">
            <a:extLst>
              <a:ext uri="{FF2B5EF4-FFF2-40B4-BE49-F238E27FC236}">
                <a16:creationId xmlns:a16="http://schemas.microsoft.com/office/drawing/2014/main" id="{E7594580-5673-F466-3150-B0B3460AB339}"/>
              </a:ext>
            </a:extLst>
          </p:cNvPr>
          <p:cNvGrpSpPr/>
          <p:nvPr/>
        </p:nvGrpSpPr>
        <p:grpSpPr>
          <a:xfrm>
            <a:off x="4743338" y="31526"/>
            <a:ext cx="4356770" cy="488896"/>
            <a:chOff x="5295273" y="122395"/>
            <a:chExt cx="3946796" cy="355983"/>
          </a:xfrm>
          <a:gradFill flip="none" rotWithShape="1">
            <a:gsLst>
              <a:gs pos="74000">
                <a:schemeClr val="accent2">
                  <a:lumMod val="75000"/>
                </a:schemeClr>
              </a:gs>
              <a:gs pos="100000">
                <a:schemeClr val="bg1">
                  <a:lumMod val="95000"/>
                </a:schemeClr>
              </a:gs>
            </a:gsLst>
            <a:path path="circle">
              <a:fillToRect l="50000" t="130000" r="50000" b="-30000"/>
            </a:path>
            <a:tileRect/>
          </a:gradFill>
        </p:grpSpPr>
        <p:sp>
          <p:nvSpPr>
            <p:cNvPr id="3" name="矩形 2">
              <a:extLst>
                <a:ext uri="{FF2B5EF4-FFF2-40B4-BE49-F238E27FC236}">
                  <a16:creationId xmlns:a16="http://schemas.microsoft.com/office/drawing/2014/main" id="{80848BB1-9A94-3E31-9CFC-6D99B047E8F9}"/>
                </a:ext>
              </a:extLst>
            </p:cNvPr>
            <p:cNvSpPr/>
            <p:nvPr/>
          </p:nvSpPr>
          <p:spPr>
            <a:xfrm>
              <a:off x="5295273" y="122395"/>
              <a:ext cx="3946796" cy="35598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dirty="0">
                <a:solidFill>
                  <a:schemeClr val="bg1"/>
                </a:solidFill>
                <a:highlight>
                  <a:srgbClr val="FFFF00"/>
                </a:highlight>
                <a:sym typeface="+mn-ea"/>
              </a:endParaRPr>
            </a:p>
          </p:txBody>
        </p:sp>
        <p:pic>
          <p:nvPicPr>
            <p:cNvPr id="4" name="图片 3">
              <a:extLst>
                <a:ext uri="{FF2B5EF4-FFF2-40B4-BE49-F238E27FC236}">
                  <a16:creationId xmlns:a16="http://schemas.microsoft.com/office/drawing/2014/main" id="{FEDF148C-BAD4-07C9-B028-91E59C45DF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454218" y="140450"/>
              <a:ext cx="1819100" cy="337927"/>
            </a:xfrm>
            <a:prstGeom prst="rect">
              <a:avLst/>
            </a:prstGeom>
            <a:grpFill/>
            <a:effectLst/>
          </p:spPr>
        </p:pic>
        <p:sp>
          <p:nvSpPr>
            <p:cNvPr id="5" name="TextBox 7">
              <a:extLst>
                <a:ext uri="{FF2B5EF4-FFF2-40B4-BE49-F238E27FC236}">
                  <a16:creationId xmlns:a16="http://schemas.microsoft.com/office/drawing/2014/main" id="{093D70C1-701E-AC34-978F-B1203E76AE65}"/>
                </a:ext>
              </a:extLst>
            </p:cNvPr>
            <p:cNvSpPr txBox="1"/>
            <p:nvPr/>
          </p:nvSpPr>
          <p:spPr>
            <a:xfrm>
              <a:off x="7432262" y="186156"/>
              <a:ext cx="1648958" cy="246514"/>
            </a:xfrm>
            <a:prstGeom prst="rect">
              <a:avLst/>
            </a:prstGeom>
            <a:grpFill/>
          </p:spPr>
          <p:txBody>
            <a:bodyPr wrap="square" rtlCol="0">
              <a:spAutoFit/>
            </a:bodyPr>
            <a:lstStyle/>
            <a:p>
              <a:r>
                <a:rPr lang="en-US" altLang="zh-CN" sz="1600" b="1" dirty="0">
                  <a:solidFill>
                    <a:schemeClr val="bg1"/>
                  </a:solidFill>
                  <a:latin typeface="微软雅黑" panose="020B0503020204020204" charset="-122"/>
                  <a:ea typeface="微软雅黑" panose="020B0503020204020204" charset="-122"/>
                </a:rPr>
                <a:t>|   </a:t>
              </a:r>
              <a:r>
                <a:rPr lang="zh-CN" altLang="en-US" sz="1600" b="1" dirty="0">
                  <a:solidFill>
                    <a:schemeClr val="bg1"/>
                  </a:solidFill>
                  <a:latin typeface="微软雅黑" panose="020B0503020204020204" charset="-122"/>
                  <a:ea typeface="微软雅黑" panose="020B0503020204020204" charset="-122"/>
                </a:rPr>
                <a:t>南部一组部门</a:t>
              </a:r>
            </a:p>
          </p:txBody>
        </p:sp>
      </p:grpSp>
    </p:spTree>
    <p:extLst>
      <p:ext uri="{BB962C8B-B14F-4D97-AF65-F5344CB8AC3E}">
        <p14:creationId xmlns:p14="http://schemas.microsoft.com/office/powerpoint/2010/main" val="158149948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fade">
                                      <p:cBhvr>
                                        <p:cTn id="7" dur="500"/>
                                        <p:tgtEl>
                                          <p:spTgt spid="170"/>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0"/>
                                        </p:tgtEl>
                                        <p:attrNameLst>
                                          <p:attrName>style.visibility</p:attrName>
                                        </p:attrNameLst>
                                      </p:cBhvr>
                                      <p:to>
                                        <p:strVal val="visible"/>
                                      </p:to>
                                    </p:set>
                                    <p:anim calcmode="lin" valueType="num">
                                      <p:cBhvr>
                                        <p:cTn id="11" dur="500" fill="hold"/>
                                        <p:tgtEl>
                                          <p:spTgt spid="150"/>
                                        </p:tgtEl>
                                        <p:attrNameLst>
                                          <p:attrName>ppt_w</p:attrName>
                                        </p:attrNameLst>
                                      </p:cBhvr>
                                      <p:tavLst>
                                        <p:tav tm="0">
                                          <p:val>
                                            <p:fltVal val="0"/>
                                          </p:val>
                                        </p:tav>
                                        <p:tav tm="100000">
                                          <p:val>
                                            <p:strVal val="#ppt_w"/>
                                          </p:val>
                                        </p:tav>
                                      </p:tavLst>
                                    </p:anim>
                                    <p:anim calcmode="lin" valueType="num">
                                      <p:cBhvr>
                                        <p:cTn id="12" dur="500" fill="hold"/>
                                        <p:tgtEl>
                                          <p:spTgt spid="150"/>
                                        </p:tgtEl>
                                        <p:attrNameLst>
                                          <p:attrName>ppt_h</p:attrName>
                                        </p:attrNameLst>
                                      </p:cBhvr>
                                      <p:tavLst>
                                        <p:tav tm="0">
                                          <p:val>
                                            <p:fltVal val="0"/>
                                          </p:val>
                                        </p:tav>
                                        <p:tav tm="100000">
                                          <p:val>
                                            <p:strVal val="#ppt_h"/>
                                          </p:val>
                                        </p:tav>
                                      </p:tavLst>
                                    </p:anim>
                                    <p:animEffect transition="in" filter="fade">
                                      <p:cBhvr>
                                        <p:cTn id="13" dur="500"/>
                                        <p:tgtEl>
                                          <p:spTgt spid="15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47"/>
                                        </p:tgtEl>
                                        <p:attrNameLst>
                                          <p:attrName>style.visibility</p:attrName>
                                        </p:attrNameLst>
                                      </p:cBhvr>
                                      <p:to>
                                        <p:strVal val="visible"/>
                                      </p:to>
                                    </p:set>
                                    <p:animEffect transition="in" filter="barn(inVertical)">
                                      <p:cBhvr>
                                        <p:cTn id="16" dur="500"/>
                                        <p:tgtEl>
                                          <p:spTgt spid="14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46"/>
                                        </p:tgtEl>
                                        <p:attrNameLst>
                                          <p:attrName>style.visibility</p:attrName>
                                        </p:attrNameLst>
                                      </p:cBhvr>
                                      <p:to>
                                        <p:strVal val="visible"/>
                                      </p:to>
                                    </p:set>
                                    <p:animEffect transition="in" filter="barn(inVertical)">
                                      <p:cBhvr>
                                        <p:cTn id="19" dur="500"/>
                                        <p:tgtEl>
                                          <p:spTgt spid="146"/>
                                        </p:tgtEl>
                                      </p:cBhvr>
                                    </p:animEffect>
                                  </p:childTnLst>
                                </p:cTn>
                              </p:par>
                            </p:childTnLst>
                          </p:cTn>
                        </p:par>
                        <p:par>
                          <p:cTn id="20" fill="hold">
                            <p:stCondLst>
                              <p:cond delay="1000"/>
                            </p:stCondLst>
                            <p:childTnLst>
                              <p:par>
                                <p:cTn id="21" presetID="53" presetClass="entr" presetSubtype="16" fill="hold" grpId="0" nodeType="afterEffect">
                                  <p:stCondLst>
                                    <p:cond delay="0"/>
                                  </p:stCondLst>
                                  <p:childTnLst>
                                    <p:set>
                                      <p:cBhvr>
                                        <p:cTn id="22" dur="1" fill="hold">
                                          <p:stCondLst>
                                            <p:cond delay="0"/>
                                          </p:stCondLst>
                                        </p:cTn>
                                        <p:tgtEl>
                                          <p:spTgt spid="169"/>
                                        </p:tgtEl>
                                        <p:attrNameLst>
                                          <p:attrName>style.visibility</p:attrName>
                                        </p:attrNameLst>
                                      </p:cBhvr>
                                      <p:to>
                                        <p:strVal val="visible"/>
                                      </p:to>
                                    </p:set>
                                    <p:anim calcmode="lin" valueType="num">
                                      <p:cBhvr>
                                        <p:cTn id="23" dur="500" fill="hold"/>
                                        <p:tgtEl>
                                          <p:spTgt spid="169"/>
                                        </p:tgtEl>
                                        <p:attrNameLst>
                                          <p:attrName>ppt_w</p:attrName>
                                        </p:attrNameLst>
                                      </p:cBhvr>
                                      <p:tavLst>
                                        <p:tav tm="0">
                                          <p:val>
                                            <p:fltVal val="0"/>
                                          </p:val>
                                        </p:tav>
                                        <p:tav tm="100000">
                                          <p:val>
                                            <p:strVal val="#ppt_w"/>
                                          </p:val>
                                        </p:tav>
                                      </p:tavLst>
                                    </p:anim>
                                    <p:anim calcmode="lin" valueType="num">
                                      <p:cBhvr>
                                        <p:cTn id="24" dur="500" fill="hold"/>
                                        <p:tgtEl>
                                          <p:spTgt spid="169"/>
                                        </p:tgtEl>
                                        <p:attrNameLst>
                                          <p:attrName>ppt_h</p:attrName>
                                        </p:attrNameLst>
                                      </p:cBhvr>
                                      <p:tavLst>
                                        <p:tav tm="0">
                                          <p:val>
                                            <p:fltVal val="0"/>
                                          </p:val>
                                        </p:tav>
                                        <p:tav tm="100000">
                                          <p:val>
                                            <p:strVal val="#ppt_h"/>
                                          </p:val>
                                        </p:tav>
                                      </p:tavLst>
                                    </p:anim>
                                    <p:animEffect transition="in" filter="fade">
                                      <p:cBhvr>
                                        <p:cTn id="25" dur="500"/>
                                        <p:tgtEl>
                                          <p:spTgt spid="169"/>
                                        </p:tgtEl>
                                      </p:cBhvr>
                                    </p:animEffect>
                                  </p:childTnLst>
                                </p:cTn>
                              </p:par>
                            </p:childTnLst>
                          </p:cTn>
                        </p:par>
                        <p:par>
                          <p:cTn id="26" fill="hold">
                            <p:stCondLst>
                              <p:cond delay="1500"/>
                            </p:stCondLst>
                            <p:childTnLst>
                              <p:par>
                                <p:cTn id="27" presetID="53" presetClass="entr" presetSubtype="16" fill="hold" grpId="0" nodeType="afterEffect">
                                  <p:stCondLst>
                                    <p:cond delay="0"/>
                                  </p:stCondLst>
                                  <p:childTnLst>
                                    <p:set>
                                      <p:cBhvr>
                                        <p:cTn id="28" dur="1" fill="hold">
                                          <p:stCondLst>
                                            <p:cond delay="0"/>
                                          </p:stCondLst>
                                        </p:cTn>
                                        <p:tgtEl>
                                          <p:spTgt spid="148"/>
                                        </p:tgtEl>
                                        <p:attrNameLst>
                                          <p:attrName>style.visibility</p:attrName>
                                        </p:attrNameLst>
                                      </p:cBhvr>
                                      <p:to>
                                        <p:strVal val="visible"/>
                                      </p:to>
                                    </p:set>
                                    <p:anim calcmode="lin" valueType="num">
                                      <p:cBhvr>
                                        <p:cTn id="29" dur="500" fill="hold"/>
                                        <p:tgtEl>
                                          <p:spTgt spid="148"/>
                                        </p:tgtEl>
                                        <p:attrNameLst>
                                          <p:attrName>ppt_w</p:attrName>
                                        </p:attrNameLst>
                                      </p:cBhvr>
                                      <p:tavLst>
                                        <p:tav tm="0">
                                          <p:val>
                                            <p:fltVal val="0"/>
                                          </p:val>
                                        </p:tav>
                                        <p:tav tm="100000">
                                          <p:val>
                                            <p:strVal val="#ppt_w"/>
                                          </p:val>
                                        </p:tav>
                                      </p:tavLst>
                                    </p:anim>
                                    <p:anim calcmode="lin" valueType="num">
                                      <p:cBhvr>
                                        <p:cTn id="30" dur="500" fill="hold"/>
                                        <p:tgtEl>
                                          <p:spTgt spid="148"/>
                                        </p:tgtEl>
                                        <p:attrNameLst>
                                          <p:attrName>ppt_h</p:attrName>
                                        </p:attrNameLst>
                                      </p:cBhvr>
                                      <p:tavLst>
                                        <p:tav tm="0">
                                          <p:val>
                                            <p:fltVal val="0"/>
                                          </p:val>
                                        </p:tav>
                                        <p:tav tm="100000">
                                          <p:val>
                                            <p:strVal val="#ppt_h"/>
                                          </p:val>
                                        </p:tav>
                                      </p:tavLst>
                                    </p:anim>
                                    <p:animEffect transition="in" filter="fade">
                                      <p:cBhvr>
                                        <p:cTn id="31" dur="500"/>
                                        <p:tgtEl>
                                          <p:spTgt spid="148"/>
                                        </p:tgtEl>
                                      </p:cBhvr>
                                    </p:animEffect>
                                  </p:childTnLst>
                                </p:cTn>
                              </p:par>
                            </p:childTnLst>
                          </p:cTn>
                        </p:par>
                        <p:par>
                          <p:cTn id="32" fill="hold">
                            <p:stCondLst>
                              <p:cond delay="2000"/>
                            </p:stCondLst>
                            <p:childTnLst>
                              <p:par>
                                <p:cTn id="33" presetID="53" presetClass="entr" presetSubtype="16" fill="hold" grpId="0" nodeType="afterEffect">
                                  <p:stCondLst>
                                    <p:cond delay="0"/>
                                  </p:stCondLst>
                                  <p:childTnLst>
                                    <p:set>
                                      <p:cBhvr>
                                        <p:cTn id="34" dur="1" fill="hold">
                                          <p:stCondLst>
                                            <p:cond delay="0"/>
                                          </p:stCondLst>
                                        </p:cTn>
                                        <p:tgtEl>
                                          <p:spTgt spid="149"/>
                                        </p:tgtEl>
                                        <p:attrNameLst>
                                          <p:attrName>style.visibility</p:attrName>
                                        </p:attrNameLst>
                                      </p:cBhvr>
                                      <p:to>
                                        <p:strVal val="visible"/>
                                      </p:to>
                                    </p:set>
                                    <p:anim calcmode="lin" valueType="num">
                                      <p:cBhvr>
                                        <p:cTn id="35" dur="500" fill="hold"/>
                                        <p:tgtEl>
                                          <p:spTgt spid="149"/>
                                        </p:tgtEl>
                                        <p:attrNameLst>
                                          <p:attrName>ppt_w</p:attrName>
                                        </p:attrNameLst>
                                      </p:cBhvr>
                                      <p:tavLst>
                                        <p:tav tm="0">
                                          <p:val>
                                            <p:fltVal val="0"/>
                                          </p:val>
                                        </p:tav>
                                        <p:tav tm="100000">
                                          <p:val>
                                            <p:strVal val="#ppt_w"/>
                                          </p:val>
                                        </p:tav>
                                      </p:tavLst>
                                    </p:anim>
                                    <p:anim calcmode="lin" valueType="num">
                                      <p:cBhvr>
                                        <p:cTn id="36" dur="500" fill="hold"/>
                                        <p:tgtEl>
                                          <p:spTgt spid="149"/>
                                        </p:tgtEl>
                                        <p:attrNameLst>
                                          <p:attrName>ppt_h</p:attrName>
                                        </p:attrNameLst>
                                      </p:cBhvr>
                                      <p:tavLst>
                                        <p:tav tm="0">
                                          <p:val>
                                            <p:fltVal val="0"/>
                                          </p:val>
                                        </p:tav>
                                        <p:tav tm="100000">
                                          <p:val>
                                            <p:strVal val="#ppt_h"/>
                                          </p:val>
                                        </p:tav>
                                      </p:tavLst>
                                    </p:anim>
                                    <p:animEffect transition="in" filter="fade">
                                      <p:cBhvr>
                                        <p:cTn id="37" dur="500"/>
                                        <p:tgtEl>
                                          <p:spTgt spid="149"/>
                                        </p:tgtEl>
                                      </p:cBhvr>
                                    </p:animEffect>
                                  </p:childTnLst>
                                </p:cTn>
                              </p:par>
                            </p:childTnLst>
                          </p:cTn>
                        </p:par>
                        <p:par>
                          <p:cTn id="38" fill="hold">
                            <p:stCondLst>
                              <p:cond delay="2500"/>
                            </p:stCondLst>
                            <p:childTnLst>
                              <p:par>
                                <p:cTn id="39" presetID="31" presetClass="entr" presetSubtype="0" fill="hold" nodeType="afterEffect">
                                  <p:stCondLst>
                                    <p:cond delay="0"/>
                                  </p:stCondLst>
                                  <p:childTnLst>
                                    <p:set>
                                      <p:cBhvr>
                                        <p:cTn id="40" dur="1" fill="hold">
                                          <p:stCondLst>
                                            <p:cond delay="0"/>
                                          </p:stCondLst>
                                        </p:cTn>
                                        <p:tgtEl>
                                          <p:spTgt spid="160"/>
                                        </p:tgtEl>
                                        <p:attrNameLst>
                                          <p:attrName>style.visibility</p:attrName>
                                        </p:attrNameLst>
                                      </p:cBhvr>
                                      <p:to>
                                        <p:strVal val="visible"/>
                                      </p:to>
                                    </p:set>
                                    <p:anim calcmode="lin" valueType="num">
                                      <p:cBhvr>
                                        <p:cTn id="41" dur="1000" fill="hold"/>
                                        <p:tgtEl>
                                          <p:spTgt spid="160"/>
                                        </p:tgtEl>
                                        <p:attrNameLst>
                                          <p:attrName>ppt_w</p:attrName>
                                        </p:attrNameLst>
                                      </p:cBhvr>
                                      <p:tavLst>
                                        <p:tav tm="0">
                                          <p:val>
                                            <p:fltVal val="0"/>
                                          </p:val>
                                        </p:tav>
                                        <p:tav tm="100000">
                                          <p:val>
                                            <p:strVal val="#ppt_w"/>
                                          </p:val>
                                        </p:tav>
                                      </p:tavLst>
                                    </p:anim>
                                    <p:anim calcmode="lin" valueType="num">
                                      <p:cBhvr>
                                        <p:cTn id="42" dur="1000" fill="hold"/>
                                        <p:tgtEl>
                                          <p:spTgt spid="160"/>
                                        </p:tgtEl>
                                        <p:attrNameLst>
                                          <p:attrName>ppt_h</p:attrName>
                                        </p:attrNameLst>
                                      </p:cBhvr>
                                      <p:tavLst>
                                        <p:tav tm="0">
                                          <p:val>
                                            <p:fltVal val="0"/>
                                          </p:val>
                                        </p:tav>
                                        <p:tav tm="100000">
                                          <p:val>
                                            <p:strVal val="#ppt_h"/>
                                          </p:val>
                                        </p:tav>
                                      </p:tavLst>
                                    </p:anim>
                                    <p:anim calcmode="lin" valueType="num">
                                      <p:cBhvr>
                                        <p:cTn id="43" dur="1000" fill="hold"/>
                                        <p:tgtEl>
                                          <p:spTgt spid="160"/>
                                        </p:tgtEl>
                                        <p:attrNameLst>
                                          <p:attrName>style.rotation</p:attrName>
                                        </p:attrNameLst>
                                      </p:cBhvr>
                                      <p:tavLst>
                                        <p:tav tm="0">
                                          <p:val>
                                            <p:fltVal val="90"/>
                                          </p:val>
                                        </p:tav>
                                        <p:tav tm="100000">
                                          <p:val>
                                            <p:fltVal val="0"/>
                                          </p:val>
                                        </p:tav>
                                      </p:tavLst>
                                    </p:anim>
                                    <p:animEffect transition="in" filter="fade">
                                      <p:cBhvr>
                                        <p:cTn id="44" dur="1000"/>
                                        <p:tgtEl>
                                          <p:spTgt spid="160"/>
                                        </p:tgtEl>
                                      </p:cBhvr>
                                    </p:animEffect>
                                  </p:childTnLst>
                                </p:cTn>
                              </p:par>
                              <p:par>
                                <p:cTn id="45" presetID="31" presetClass="entr" presetSubtype="0" fill="hold" nodeType="withEffect">
                                  <p:stCondLst>
                                    <p:cond delay="0"/>
                                  </p:stCondLst>
                                  <p:childTnLst>
                                    <p:set>
                                      <p:cBhvr>
                                        <p:cTn id="46" dur="1" fill="hold">
                                          <p:stCondLst>
                                            <p:cond delay="0"/>
                                          </p:stCondLst>
                                        </p:cTn>
                                        <p:tgtEl>
                                          <p:spTgt spid="163"/>
                                        </p:tgtEl>
                                        <p:attrNameLst>
                                          <p:attrName>style.visibility</p:attrName>
                                        </p:attrNameLst>
                                      </p:cBhvr>
                                      <p:to>
                                        <p:strVal val="visible"/>
                                      </p:to>
                                    </p:set>
                                    <p:anim calcmode="lin" valueType="num">
                                      <p:cBhvr>
                                        <p:cTn id="47" dur="1000" fill="hold"/>
                                        <p:tgtEl>
                                          <p:spTgt spid="163"/>
                                        </p:tgtEl>
                                        <p:attrNameLst>
                                          <p:attrName>ppt_w</p:attrName>
                                        </p:attrNameLst>
                                      </p:cBhvr>
                                      <p:tavLst>
                                        <p:tav tm="0">
                                          <p:val>
                                            <p:fltVal val="0"/>
                                          </p:val>
                                        </p:tav>
                                        <p:tav tm="100000">
                                          <p:val>
                                            <p:strVal val="#ppt_w"/>
                                          </p:val>
                                        </p:tav>
                                      </p:tavLst>
                                    </p:anim>
                                    <p:anim calcmode="lin" valueType="num">
                                      <p:cBhvr>
                                        <p:cTn id="48" dur="1000" fill="hold"/>
                                        <p:tgtEl>
                                          <p:spTgt spid="163"/>
                                        </p:tgtEl>
                                        <p:attrNameLst>
                                          <p:attrName>ppt_h</p:attrName>
                                        </p:attrNameLst>
                                      </p:cBhvr>
                                      <p:tavLst>
                                        <p:tav tm="0">
                                          <p:val>
                                            <p:fltVal val="0"/>
                                          </p:val>
                                        </p:tav>
                                        <p:tav tm="100000">
                                          <p:val>
                                            <p:strVal val="#ppt_h"/>
                                          </p:val>
                                        </p:tav>
                                      </p:tavLst>
                                    </p:anim>
                                    <p:anim calcmode="lin" valueType="num">
                                      <p:cBhvr>
                                        <p:cTn id="49" dur="1000" fill="hold"/>
                                        <p:tgtEl>
                                          <p:spTgt spid="163"/>
                                        </p:tgtEl>
                                        <p:attrNameLst>
                                          <p:attrName>style.rotation</p:attrName>
                                        </p:attrNameLst>
                                      </p:cBhvr>
                                      <p:tavLst>
                                        <p:tav tm="0">
                                          <p:val>
                                            <p:fltVal val="90"/>
                                          </p:val>
                                        </p:tav>
                                        <p:tav tm="100000">
                                          <p:val>
                                            <p:fltVal val="0"/>
                                          </p:val>
                                        </p:tav>
                                      </p:tavLst>
                                    </p:anim>
                                    <p:animEffect transition="in" filter="fade">
                                      <p:cBhvr>
                                        <p:cTn id="50" dur="1000"/>
                                        <p:tgtEl>
                                          <p:spTgt spid="163"/>
                                        </p:tgtEl>
                                      </p:cBhvr>
                                    </p:animEffect>
                                  </p:childTnLst>
                                </p:cTn>
                              </p:par>
                              <p:par>
                                <p:cTn id="51" presetID="31" presetClass="entr" presetSubtype="0" fill="hold" nodeType="withEffect">
                                  <p:stCondLst>
                                    <p:cond delay="0"/>
                                  </p:stCondLst>
                                  <p:childTnLst>
                                    <p:set>
                                      <p:cBhvr>
                                        <p:cTn id="52" dur="1" fill="hold">
                                          <p:stCondLst>
                                            <p:cond delay="0"/>
                                          </p:stCondLst>
                                        </p:cTn>
                                        <p:tgtEl>
                                          <p:spTgt spid="166"/>
                                        </p:tgtEl>
                                        <p:attrNameLst>
                                          <p:attrName>style.visibility</p:attrName>
                                        </p:attrNameLst>
                                      </p:cBhvr>
                                      <p:to>
                                        <p:strVal val="visible"/>
                                      </p:to>
                                    </p:set>
                                    <p:anim calcmode="lin" valueType="num">
                                      <p:cBhvr>
                                        <p:cTn id="53" dur="1000" fill="hold"/>
                                        <p:tgtEl>
                                          <p:spTgt spid="166"/>
                                        </p:tgtEl>
                                        <p:attrNameLst>
                                          <p:attrName>ppt_w</p:attrName>
                                        </p:attrNameLst>
                                      </p:cBhvr>
                                      <p:tavLst>
                                        <p:tav tm="0">
                                          <p:val>
                                            <p:fltVal val="0"/>
                                          </p:val>
                                        </p:tav>
                                        <p:tav tm="100000">
                                          <p:val>
                                            <p:strVal val="#ppt_w"/>
                                          </p:val>
                                        </p:tav>
                                      </p:tavLst>
                                    </p:anim>
                                    <p:anim calcmode="lin" valueType="num">
                                      <p:cBhvr>
                                        <p:cTn id="54" dur="1000" fill="hold"/>
                                        <p:tgtEl>
                                          <p:spTgt spid="166"/>
                                        </p:tgtEl>
                                        <p:attrNameLst>
                                          <p:attrName>ppt_h</p:attrName>
                                        </p:attrNameLst>
                                      </p:cBhvr>
                                      <p:tavLst>
                                        <p:tav tm="0">
                                          <p:val>
                                            <p:fltVal val="0"/>
                                          </p:val>
                                        </p:tav>
                                        <p:tav tm="100000">
                                          <p:val>
                                            <p:strVal val="#ppt_h"/>
                                          </p:val>
                                        </p:tav>
                                      </p:tavLst>
                                    </p:anim>
                                    <p:anim calcmode="lin" valueType="num">
                                      <p:cBhvr>
                                        <p:cTn id="55" dur="1000" fill="hold"/>
                                        <p:tgtEl>
                                          <p:spTgt spid="166"/>
                                        </p:tgtEl>
                                        <p:attrNameLst>
                                          <p:attrName>style.rotation</p:attrName>
                                        </p:attrNameLst>
                                      </p:cBhvr>
                                      <p:tavLst>
                                        <p:tav tm="0">
                                          <p:val>
                                            <p:fltVal val="90"/>
                                          </p:val>
                                        </p:tav>
                                        <p:tav tm="100000">
                                          <p:val>
                                            <p:fltVal val="0"/>
                                          </p:val>
                                        </p:tav>
                                      </p:tavLst>
                                    </p:anim>
                                    <p:animEffect transition="in" filter="fade">
                                      <p:cBhvr>
                                        <p:cTn id="56" dur="1000"/>
                                        <p:tgtEl>
                                          <p:spTgt spid="166"/>
                                        </p:tgtEl>
                                      </p:cBhvr>
                                    </p:animEffect>
                                  </p:childTnLst>
                                </p:cTn>
                              </p:par>
                            </p:childTnLst>
                          </p:cTn>
                        </p:par>
                        <p:par>
                          <p:cTn id="57" fill="hold">
                            <p:stCondLst>
                              <p:cond delay="3500"/>
                            </p:stCondLst>
                            <p:childTnLst>
                              <p:par>
                                <p:cTn id="58" presetID="42" presetClass="entr" presetSubtype="0" fill="hold" nodeType="afterEffect">
                                  <p:stCondLst>
                                    <p:cond delay="0"/>
                                  </p:stCondLst>
                                  <p:childTnLst>
                                    <p:set>
                                      <p:cBhvr>
                                        <p:cTn id="59" dur="1" fill="hold">
                                          <p:stCondLst>
                                            <p:cond delay="0"/>
                                          </p:stCondLst>
                                        </p:cTn>
                                        <p:tgtEl>
                                          <p:spTgt spid="157"/>
                                        </p:tgtEl>
                                        <p:attrNameLst>
                                          <p:attrName>style.visibility</p:attrName>
                                        </p:attrNameLst>
                                      </p:cBhvr>
                                      <p:to>
                                        <p:strVal val="visible"/>
                                      </p:to>
                                    </p:set>
                                    <p:animEffect transition="in" filter="fade">
                                      <p:cBhvr>
                                        <p:cTn id="60" dur="1000"/>
                                        <p:tgtEl>
                                          <p:spTgt spid="157"/>
                                        </p:tgtEl>
                                      </p:cBhvr>
                                    </p:animEffect>
                                    <p:anim calcmode="lin" valueType="num">
                                      <p:cBhvr>
                                        <p:cTn id="61" dur="1000" fill="hold"/>
                                        <p:tgtEl>
                                          <p:spTgt spid="157"/>
                                        </p:tgtEl>
                                        <p:attrNameLst>
                                          <p:attrName>ppt_x</p:attrName>
                                        </p:attrNameLst>
                                      </p:cBhvr>
                                      <p:tavLst>
                                        <p:tav tm="0">
                                          <p:val>
                                            <p:strVal val="#ppt_x"/>
                                          </p:val>
                                        </p:tav>
                                        <p:tav tm="100000">
                                          <p:val>
                                            <p:strVal val="#ppt_x"/>
                                          </p:val>
                                        </p:tav>
                                      </p:tavLst>
                                    </p:anim>
                                    <p:anim calcmode="lin" valueType="num">
                                      <p:cBhvr>
                                        <p:cTn id="62" dur="1000" fill="hold"/>
                                        <p:tgtEl>
                                          <p:spTgt spid="157"/>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151"/>
                                        </p:tgtEl>
                                        <p:attrNameLst>
                                          <p:attrName>style.visibility</p:attrName>
                                        </p:attrNameLst>
                                      </p:cBhvr>
                                      <p:to>
                                        <p:strVal val="visible"/>
                                      </p:to>
                                    </p:set>
                                    <p:animEffect transition="in" filter="fade">
                                      <p:cBhvr>
                                        <p:cTn id="65" dur="1000"/>
                                        <p:tgtEl>
                                          <p:spTgt spid="151"/>
                                        </p:tgtEl>
                                      </p:cBhvr>
                                    </p:animEffect>
                                    <p:anim calcmode="lin" valueType="num">
                                      <p:cBhvr>
                                        <p:cTn id="66" dur="1000" fill="hold"/>
                                        <p:tgtEl>
                                          <p:spTgt spid="151"/>
                                        </p:tgtEl>
                                        <p:attrNameLst>
                                          <p:attrName>ppt_x</p:attrName>
                                        </p:attrNameLst>
                                      </p:cBhvr>
                                      <p:tavLst>
                                        <p:tav tm="0">
                                          <p:val>
                                            <p:strVal val="#ppt_x"/>
                                          </p:val>
                                        </p:tav>
                                        <p:tav tm="100000">
                                          <p:val>
                                            <p:strVal val="#ppt_x"/>
                                          </p:val>
                                        </p:tav>
                                      </p:tavLst>
                                    </p:anim>
                                    <p:anim calcmode="lin" valueType="num">
                                      <p:cBhvr>
                                        <p:cTn id="67" dur="1000" fill="hold"/>
                                        <p:tgtEl>
                                          <p:spTgt spid="151"/>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9" dur="1" fill="hold">
                                          <p:stCondLst>
                                            <p:cond delay="0"/>
                                          </p:stCondLst>
                                        </p:cTn>
                                        <p:tgtEl>
                                          <p:spTgt spid="154"/>
                                        </p:tgtEl>
                                        <p:attrNameLst>
                                          <p:attrName>style.visibility</p:attrName>
                                        </p:attrNameLst>
                                      </p:cBhvr>
                                      <p:to>
                                        <p:strVal val="visible"/>
                                      </p:to>
                                    </p:set>
                                    <p:animEffect transition="in" filter="fade">
                                      <p:cBhvr>
                                        <p:cTn id="70" dur="1000"/>
                                        <p:tgtEl>
                                          <p:spTgt spid="154"/>
                                        </p:tgtEl>
                                      </p:cBhvr>
                                    </p:animEffect>
                                    <p:anim calcmode="lin" valueType="num">
                                      <p:cBhvr>
                                        <p:cTn id="71" dur="1000" fill="hold"/>
                                        <p:tgtEl>
                                          <p:spTgt spid="154"/>
                                        </p:tgtEl>
                                        <p:attrNameLst>
                                          <p:attrName>ppt_x</p:attrName>
                                        </p:attrNameLst>
                                      </p:cBhvr>
                                      <p:tavLst>
                                        <p:tav tm="0">
                                          <p:val>
                                            <p:strVal val="#ppt_x"/>
                                          </p:val>
                                        </p:tav>
                                        <p:tav tm="100000">
                                          <p:val>
                                            <p:strVal val="#ppt_x"/>
                                          </p:val>
                                        </p:tav>
                                      </p:tavLst>
                                    </p:anim>
                                    <p:anim calcmode="lin" valueType="num">
                                      <p:cBhvr>
                                        <p:cTn id="72" dur="1000" fill="hold"/>
                                        <p:tgtEl>
                                          <p:spTgt spid="1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 grpId="0" animBg="1"/>
      <p:bldP spid="147" grpId="0" animBg="1"/>
      <p:bldP spid="148" grpId="0" animBg="1"/>
      <p:bldP spid="149" grpId="0" animBg="1"/>
      <p:bldP spid="150" grpId="0" animBg="1"/>
      <p:bldP spid="169" grpId="0" animBg="1"/>
      <p:bldP spid="17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自我介绍</a:t>
            </a:r>
          </a:p>
        </p:txBody>
      </p:sp>
      <p:sp>
        <p:nvSpPr>
          <p:cNvPr id="34" name="Oval 8"/>
          <p:cNvSpPr/>
          <p:nvPr/>
        </p:nvSpPr>
        <p:spPr>
          <a:xfrm>
            <a:off x="4957748" y="2047518"/>
            <a:ext cx="2469244" cy="2469242"/>
          </a:xfrm>
          <a:prstGeom prst="ellipse">
            <a:avLst/>
          </a:prstGeom>
          <a:solidFill>
            <a:schemeClr val="accent1">
              <a:lumMod val="20000"/>
              <a:lumOff val="80000"/>
              <a:alpha val="56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5" name="Rectangle: Rounded Corners 1"/>
          <p:cNvSpPr/>
          <p:nvPr/>
        </p:nvSpPr>
        <p:spPr>
          <a:xfrm>
            <a:off x="1140732" y="2486175"/>
            <a:ext cx="6681911" cy="633500"/>
          </a:xfrm>
          <a:prstGeom prst="roundRect">
            <a:avLst>
              <a:gd name="adj" fmla="val 50000"/>
            </a:avLst>
          </a:prstGeom>
          <a:solidFill>
            <a:schemeClr val="accent1"/>
          </a:solidFill>
          <a:ln>
            <a:noFill/>
          </a:ln>
          <a:effectLst>
            <a:outerShdw blurRad="50800" dist="38100" dir="5400000" algn="t"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6" name="Rectangle: Rounded Corners 2"/>
          <p:cNvSpPr/>
          <p:nvPr/>
        </p:nvSpPr>
        <p:spPr>
          <a:xfrm>
            <a:off x="1117936" y="2161038"/>
            <a:ext cx="1473253" cy="289779"/>
          </a:xfrm>
          <a:prstGeom prst="roundRect">
            <a:avLst>
              <a:gd name="adj" fmla="val 50000"/>
            </a:avLst>
          </a:prstGeom>
          <a:solidFill>
            <a:schemeClr val="accent1"/>
          </a:solidFill>
          <a:ln>
            <a:solidFill>
              <a:schemeClr val="bg1"/>
            </a:solidFill>
          </a:ln>
        </p:spPr>
        <p:txBody>
          <a:bodyPr wrap="none" lIns="72000" tIns="0" rIns="72000" bIns="0" anchor="ctr" anchorCtr="0">
            <a:normAutofit fontScale="85000" lnSpcReduction="20000"/>
          </a:bodyPr>
          <a:lstStyle/>
          <a:p>
            <a:pPr lvl="0" algn="ctr"/>
            <a:r>
              <a:rPr lang="zh-CN" altLang="en-US" b="1" dirty="0">
                <a:solidFill>
                  <a:srgbClr val="FFFFFF"/>
                </a:solidFill>
                <a:latin typeface="+mn-lt"/>
                <a:ea typeface="+mn-ea"/>
                <a:cs typeface="+mn-ea"/>
                <a:sym typeface="+mn-lt"/>
              </a:rPr>
              <a:t>备选主题</a:t>
            </a:r>
          </a:p>
        </p:txBody>
      </p:sp>
      <p:sp>
        <p:nvSpPr>
          <p:cNvPr id="37" name="Rectangle 3"/>
          <p:cNvSpPr/>
          <p:nvPr/>
        </p:nvSpPr>
        <p:spPr>
          <a:xfrm>
            <a:off x="1483510" y="2587191"/>
            <a:ext cx="3055012" cy="340686"/>
          </a:xfrm>
          <a:prstGeom prst="rect">
            <a:avLst/>
          </a:prstGeom>
        </p:spPr>
        <p:txBody>
          <a:bodyPr wrap="square" lIns="0" tIns="0" rIns="0" bIns="0">
            <a:noAutofit/>
          </a:bodyPr>
          <a:lstStyle/>
          <a:p>
            <a:pPr lvl="0">
              <a:lnSpc>
                <a:spcPct val="120000"/>
              </a:lnSpc>
            </a:pPr>
            <a:r>
              <a:rPr lang="zh-CN" altLang="en-US" sz="2000" dirty="0">
                <a:solidFill>
                  <a:srgbClr val="FFFFFF"/>
                </a:solidFill>
                <a:latin typeface="+mn-lt"/>
                <a:ea typeface="+mn-ea"/>
                <a:cs typeface="+mn-ea"/>
                <a:sym typeface="+mn-lt"/>
              </a:rPr>
              <a:t>暖暖春意  畅享菲凡</a:t>
            </a:r>
          </a:p>
        </p:txBody>
      </p:sp>
      <p:sp>
        <p:nvSpPr>
          <p:cNvPr id="38" name="Rectangle: Rounded Corners 4"/>
          <p:cNvSpPr/>
          <p:nvPr/>
        </p:nvSpPr>
        <p:spPr>
          <a:xfrm>
            <a:off x="1140732" y="3567899"/>
            <a:ext cx="6681911" cy="633500"/>
          </a:xfrm>
          <a:prstGeom prst="roundRect">
            <a:avLst>
              <a:gd name="adj" fmla="val 50000"/>
            </a:avLst>
          </a:prstGeom>
          <a:solidFill>
            <a:schemeClr val="accent2"/>
          </a:solidFill>
          <a:ln>
            <a:noFill/>
          </a:ln>
          <a:effectLst>
            <a:outerShdw blurRad="50800" dist="38100" dir="5400000" algn="t"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9" name="Rectangle 5"/>
          <p:cNvSpPr/>
          <p:nvPr/>
        </p:nvSpPr>
        <p:spPr>
          <a:xfrm>
            <a:off x="1517782" y="3714306"/>
            <a:ext cx="3055012" cy="340686"/>
          </a:xfrm>
          <a:prstGeom prst="rect">
            <a:avLst/>
          </a:prstGeom>
        </p:spPr>
        <p:txBody>
          <a:bodyPr wrap="square" lIns="0" tIns="0" rIns="0" bIns="0">
            <a:noAutofit/>
          </a:bodyPr>
          <a:lstStyle/>
          <a:p>
            <a:pPr>
              <a:lnSpc>
                <a:spcPct val="120000"/>
              </a:lnSpc>
            </a:pPr>
            <a:r>
              <a:rPr lang="zh-CN" altLang="en-US" sz="2000" dirty="0">
                <a:solidFill>
                  <a:srgbClr val="FFFFFF"/>
                </a:solidFill>
                <a:latin typeface="+mn-lt"/>
                <a:ea typeface="+mn-ea"/>
                <a:cs typeface="+mn-ea"/>
                <a:sym typeface="+mn-lt"/>
              </a:rPr>
              <a:t>打造职场新一代精英群</a:t>
            </a:r>
          </a:p>
        </p:txBody>
      </p:sp>
      <p:sp>
        <p:nvSpPr>
          <p:cNvPr id="40" name="Rectangle: Rounded Corners 6"/>
          <p:cNvSpPr/>
          <p:nvPr/>
        </p:nvSpPr>
        <p:spPr>
          <a:xfrm>
            <a:off x="1117936" y="3237399"/>
            <a:ext cx="1473253" cy="289779"/>
          </a:xfrm>
          <a:prstGeom prst="roundRect">
            <a:avLst>
              <a:gd name="adj" fmla="val 50000"/>
            </a:avLst>
          </a:prstGeom>
          <a:solidFill>
            <a:schemeClr val="accent2"/>
          </a:solidFill>
          <a:ln>
            <a:solidFill>
              <a:schemeClr val="bg1"/>
            </a:solidFill>
          </a:ln>
        </p:spPr>
        <p:txBody>
          <a:bodyPr wrap="none" lIns="72000" tIns="0" rIns="72000" bIns="0" anchor="ctr" anchorCtr="0">
            <a:normAutofit fontScale="85000" lnSpcReduction="20000"/>
          </a:bodyPr>
          <a:lstStyle/>
          <a:p>
            <a:pPr lvl="0" algn="ctr"/>
            <a:r>
              <a:rPr lang="zh-CN" altLang="en-US" b="1" dirty="0">
                <a:solidFill>
                  <a:srgbClr val="FFFFFF"/>
                </a:solidFill>
                <a:latin typeface="+mn-lt"/>
                <a:ea typeface="+mn-ea"/>
                <a:cs typeface="+mn-ea"/>
                <a:sym typeface="+mn-lt"/>
              </a:rPr>
              <a:t>备选主题</a:t>
            </a:r>
          </a:p>
        </p:txBody>
      </p:sp>
      <p:sp>
        <p:nvSpPr>
          <p:cNvPr id="42" name="文本框 9"/>
          <p:cNvSpPr txBox="1"/>
          <p:nvPr/>
        </p:nvSpPr>
        <p:spPr>
          <a:xfrm>
            <a:off x="800646" y="807029"/>
            <a:ext cx="2620020" cy="569387"/>
          </a:xfrm>
          <a:prstGeom prst="rect">
            <a:avLst/>
          </a:prstGeom>
          <a:noFill/>
        </p:spPr>
        <p:txBody>
          <a:bodyPr wrap="square" lIns="0" tIns="0" rIns="0" bIns="0" rtlCol="0">
            <a:spAutoFit/>
          </a:bodyPr>
          <a:lstStyle/>
          <a:p>
            <a:pPr marL="0" lvl="1" algn="ctr"/>
            <a:r>
              <a:rPr lang="zh-CN" altLang="en-US" sz="3700" dirty="0">
                <a:solidFill>
                  <a:srgbClr val="D87833"/>
                </a:solidFill>
                <a:latin typeface="+mn-lt"/>
                <a:ea typeface="+mn-ea"/>
                <a:cs typeface="+mn-ea"/>
                <a:sym typeface="+mn-lt"/>
              </a:rPr>
              <a:t>职能理解</a:t>
            </a:r>
          </a:p>
        </p:txBody>
      </p:sp>
      <p:sp>
        <p:nvSpPr>
          <p:cNvPr id="6" name="Rectangle: Rounded Corners 2">
            <a:extLst>
              <a:ext uri="{FF2B5EF4-FFF2-40B4-BE49-F238E27FC236}">
                <a16:creationId xmlns:a16="http://schemas.microsoft.com/office/drawing/2014/main" id="{331CEE89-21B3-F9D5-CE2E-0BB953073AB1}"/>
              </a:ext>
            </a:extLst>
          </p:cNvPr>
          <p:cNvSpPr/>
          <p:nvPr/>
        </p:nvSpPr>
        <p:spPr>
          <a:xfrm>
            <a:off x="612354" y="1467339"/>
            <a:ext cx="1473253" cy="289779"/>
          </a:xfrm>
          <a:prstGeom prst="roundRect">
            <a:avLst>
              <a:gd name="adj" fmla="val 50000"/>
            </a:avLst>
          </a:prstGeom>
          <a:solidFill>
            <a:schemeClr val="accent1"/>
          </a:solidFill>
          <a:ln>
            <a:solidFill>
              <a:schemeClr val="bg1"/>
            </a:solidFill>
          </a:ln>
        </p:spPr>
        <p:txBody>
          <a:bodyPr wrap="none" lIns="72000" tIns="0" rIns="72000" bIns="0" anchor="ctr" anchorCtr="0">
            <a:normAutofit fontScale="85000" lnSpcReduction="20000"/>
          </a:bodyPr>
          <a:lstStyle/>
          <a:p>
            <a:pPr lvl="0" algn="ctr"/>
            <a:r>
              <a:rPr lang="zh-CN" altLang="en-US" b="1" dirty="0">
                <a:solidFill>
                  <a:srgbClr val="FFFFFF"/>
                </a:solidFill>
                <a:latin typeface="+mn-lt"/>
                <a:ea typeface="+mn-ea"/>
                <a:cs typeface="+mn-ea"/>
                <a:sym typeface="+mn-lt"/>
              </a:rPr>
              <a:t>备选主题</a:t>
            </a:r>
          </a:p>
        </p:txBody>
      </p:sp>
    </p:spTree>
    <p:extLst>
      <p:ext uri="{BB962C8B-B14F-4D97-AF65-F5344CB8AC3E}">
        <p14:creationId xmlns:p14="http://schemas.microsoft.com/office/powerpoint/2010/main" val="81567625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300"/>
                                        <p:tgtEl>
                                          <p:spTgt spid="42"/>
                                        </p:tgtEl>
                                      </p:cBhvr>
                                    </p:animEffect>
                                  </p:childTnLst>
                                </p:cTn>
                              </p:par>
                            </p:childTnLst>
                          </p:cTn>
                        </p:par>
                        <p:par>
                          <p:cTn id="8" fill="hold">
                            <p:stCondLst>
                              <p:cond delay="300"/>
                            </p:stCondLst>
                            <p:childTnLst>
                              <p:par>
                                <p:cTn id="9" presetID="53" presetClass="entr" presetSubtype="16"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p:cTn id="11" dur="500" fill="hold"/>
                                        <p:tgtEl>
                                          <p:spTgt spid="34"/>
                                        </p:tgtEl>
                                        <p:attrNameLst>
                                          <p:attrName>ppt_w</p:attrName>
                                        </p:attrNameLst>
                                      </p:cBhvr>
                                      <p:tavLst>
                                        <p:tav tm="0">
                                          <p:val>
                                            <p:fltVal val="0"/>
                                          </p:val>
                                        </p:tav>
                                        <p:tav tm="100000">
                                          <p:val>
                                            <p:strVal val="#ppt_w"/>
                                          </p:val>
                                        </p:tav>
                                      </p:tavLst>
                                    </p:anim>
                                    <p:anim calcmode="lin" valueType="num">
                                      <p:cBhvr>
                                        <p:cTn id="12" dur="500" fill="hold"/>
                                        <p:tgtEl>
                                          <p:spTgt spid="34"/>
                                        </p:tgtEl>
                                        <p:attrNameLst>
                                          <p:attrName>ppt_h</p:attrName>
                                        </p:attrNameLst>
                                      </p:cBhvr>
                                      <p:tavLst>
                                        <p:tav tm="0">
                                          <p:val>
                                            <p:fltVal val="0"/>
                                          </p:val>
                                        </p:tav>
                                        <p:tav tm="100000">
                                          <p:val>
                                            <p:strVal val="#ppt_h"/>
                                          </p:val>
                                        </p:tav>
                                      </p:tavLst>
                                    </p:anim>
                                    <p:animEffect transition="in" filter="fade">
                                      <p:cBhvr>
                                        <p:cTn id="13" dur="500"/>
                                        <p:tgtEl>
                                          <p:spTgt spid="34"/>
                                        </p:tgtEl>
                                      </p:cBhvr>
                                    </p:animEffect>
                                  </p:childTnLst>
                                </p:cTn>
                              </p:par>
                            </p:childTnLst>
                          </p:cTn>
                        </p:par>
                        <p:par>
                          <p:cTn id="14" fill="hold">
                            <p:stCondLst>
                              <p:cond delay="800"/>
                            </p:stCondLst>
                            <p:childTnLst>
                              <p:par>
                                <p:cTn id="15" presetID="2" presetClass="entr" presetSubtype="3" fill="hold" grpId="0" nodeType="afterEffect">
                                  <p:stCondLst>
                                    <p:cond delay="0"/>
                                  </p:stCondLst>
                                  <p:childTnLst>
                                    <p:set>
                                      <p:cBhvr>
                                        <p:cTn id="16" dur="1" fill="hold">
                                          <p:stCondLst>
                                            <p:cond delay="0"/>
                                          </p:stCondLst>
                                        </p:cTn>
                                        <p:tgtEl>
                                          <p:spTgt spid="35"/>
                                        </p:tgtEl>
                                        <p:attrNameLst>
                                          <p:attrName>style.visibility</p:attrName>
                                        </p:attrNameLst>
                                      </p:cBhvr>
                                      <p:to>
                                        <p:strVal val="visible"/>
                                      </p:to>
                                    </p:set>
                                    <p:anim calcmode="lin" valueType="num">
                                      <p:cBhvr additive="base">
                                        <p:cTn id="17" dur="500" fill="hold"/>
                                        <p:tgtEl>
                                          <p:spTgt spid="35"/>
                                        </p:tgtEl>
                                        <p:attrNameLst>
                                          <p:attrName>ppt_x</p:attrName>
                                        </p:attrNameLst>
                                      </p:cBhvr>
                                      <p:tavLst>
                                        <p:tav tm="0">
                                          <p:val>
                                            <p:strVal val="1+#ppt_w/2"/>
                                          </p:val>
                                        </p:tav>
                                        <p:tav tm="100000">
                                          <p:val>
                                            <p:strVal val="#ppt_x"/>
                                          </p:val>
                                        </p:tav>
                                      </p:tavLst>
                                    </p:anim>
                                    <p:anim calcmode="lin" valueType="num">
                                      <p:cBhvr additive="base">
                                        <p:cTn id="18" dur="500" fill="hold"/>
                                        <p:tgtEl>
                                          <p:spTgt spid="35"/>
                                        </p:tgtEl>
                                        <p:attrNameLst>
                                          <p:attrName>ppt_y</p:attrName>
                                        </p:attrNameLst>
                                      </p:cBhvr>
                                      <p:tavLst>
                                        <p:tav tm="0">
                                          <p:val>
                                            <p:strVal val="0-#ppt_h/2"/>
                                          </p:val>
                                        </p:tav>
                                        <p:tav tm="100000">
                                          <p:val>
                                            <p:strVal val="#ppt_y"/>
                                          </p:val>
                                        </p:tav>
                                      </p:tavLst>
                                    </p:anim>
                                  </p:childTnLst>
                                </p:cTn>
                              </p:par>
                              <p:par>
                                <p:cTn id="19" presetID="2" presetClass="entr" presetSubtype="3"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anim calcmode="lin" valueType="num">
                                      <p:cBhvr additive="base">
                                        <p:cTn id="21" dur="500" fill="hold"/>
                                        <p:tgtEl>
                                          <p:spTgt spid="36"/>
                                        </p:tgtEl>
                                        <p:attrNameLst>
                                          <p:attrName>ppt_x</p:attrName>
                                        </p:attrNameLst>
                                      </p:cBhvr>
                                      <p:tavLst>
                                        <p:tav tm="0">
                                          <p:val>
                                            <p:strVal val="1+#ppt_w/2"/>
                                          </p:val>
                                        </p:tav>
                                        <p:tav tm="100000">
                                          <p:val>
                                            <p:strVal val="#ppt_x"/>
                                          </p:val>
                                        </p:tav>
                                      </p:tavLst>
                                    </p:anim>
                                    <p:anim calcmode="lin" valueType="num">
                                      <p:cBhvr additive="base">
                                        <p:cTn id="22" dur="500" fill="hold"/>
                                        <p:tgtEl>
                                          <p:spTgt spid="36"/>
                                        </p:tgtEl>
                                        <p:attrNameLst>
                                          <p:attrName>ppt_y</p:attrName>
                                        </p:attrNameLst>
                                      </p:cBhvr>
                                      <p:tavLst>
                                        <p:tav tm="0">
                                          <p:val>
                                            <p:strVal val="0-#ppt_h/2"/>
                                          </p:val>
                                        </p:tav>
                                        <p:tav tm="100000">
                                          <p:val>
                                            <p:strVal val="#ppt_y"/>
                                          </p:val>
                                        </p:tav>
                                      </p:tavLst>
                                    </p:anim>
                                  </p:childTnLst>
                                </p:cTn>
                              </p:par>
                              <p:par>
                                <p:cTn id="23" presetID="2" presetClass="entr" presetSubtype="3"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anim calcmode="lin" valueType="num">
                                      <p:cBhvr additive="base">
                                        <p:cTn id="25" dur="500" fill="hold"/>
                                        <p:tgtEl>
                                          <p:spTgt spid="37"/>
                                        </p:tgtEl>
                                        <p:attrNameLst>
                                          <p:attrName>ppt_x</p:attrName>
                                        </p:attrNameLst>
                                      </p:cBhvr>
                                      <p:tavLst>
                                        <p:tav tm="0">
                                          <p:val>
                                            <p:strVal val="1+#ppt_w/2"/>
                                          </p:val>
                                        </p:tav>
                                        <p:tav tm="100000">
                                          <p:val>
                                            <p:strVal val="#ppt_x"/>
                                          </p:val>
                                        </p:tav>
                                      </p:tavLst>
                                    </p:anim>
                                    <p:anim calcmode="lin" valueType="num">
                                      <p:cBhvr additive="base">
                                        <p:cTn id="26" dur="500" fill="hold"/>
                                        <p:tgtEl>
                                          <p:spTgt spid="37"/>
                                        </p:tgtEl>
                                        <p:attrNameLst>
                                          <p:attrName>ppt_y</p:attrName>
                                        </p:attrNameLst>
                                      </p:cBhvr>
                                      <p:tavLst>
                                        <p:tav tm="0">
                                          <p:val>
                                            <p:strVal val="0-#ppt_h/2"/>
                                          </p:val>
                                        </p:tav>
                                        <p:tav tm="100000">
                                          <p:val>
                                            <p:strVal val="#ppt_y"/>
                                          </p:val>
                                        </p:tav>
                                      </p:tavLst>
                                    </p:anim>
                                  </p:childTnLst>
                                </p:cTn>
                              </p:par>
                              <p:par>
                                <p:cTn id="27" presetID="2" presetClass="entr" presetSubtype="3"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additive="base">
                                        <p:cTn id="29" dur="500" fill="hold"/>
                                        <p:tgtEl>
                                          <p:spTgt spid="38"/>
                                        </p:tgtEl>
                                        <p:attrNameLst>
                                          <p:attrName>ppt_x</p:attrName>
                                        </p:attrNameLst>
                                      </p:cBhvr>
                                      <p:tavLst>
                                        <p:tav tm="0">
                                          <p:val>
                                            <p:strVal val="1+#ppt_w/2"/>
                                          </p:val>
                                        </p:tav>
                                        <p:tav tm="100000">
                                          <p:val>
                                            <p:strVal val="#ppt_x"/>
                                          </p:val>
                                        </p:tav>
                                      </p:tavLst>
                                    </p:anim>
                                    <p:anim calcmode="lin" valueType="num">
                                      <p:cBhvr additive="base">
                                        <p:cTn id="30" dur="500" fill="hold"/>
                                        <p:tgtEl>
                                          <p:spTgt spid="38"/>
                                        </p:tgtEl>
                                        <p:attrNameLst>
                                          <p:attrName>ppt_y</p:attrName>
                                        </p:attrNameLst>
                                      </p:cBhvr>
                                      <p:tavLst>
                                        <p:tav tm="0">
                                          <p:val>
                                            <p:strVal val="0-#ppt_h/2"/>
                                          </p:val>
                                        </p:tav>
                                        <p:tav tm="100000">
                                          <p:val>
                                            <p:strVal val="#ppt_y"/>
                                          </p:val>
                                        </p:tav>
                                      </p:tavLst>
                                    </p:anim>
                                  </p:childTnLst>
                                </p:cTn>
                              </p:par>
                              <p:par>
                                <p:cTn id="31" presetID="2" presetClass="entr" presetSubtype="3"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anim calcmode="lin" valueType="num">
                                      <p:cBhvr additive="base">
                                        <p:cTn id="33" dur="500" fill="hold"/>
                                        <p:tgtEl>
                                          <p:spTgt spid="39"/>
                                        </p:tgtEl>
                                        <p:attrNameLst>
                                          <p:attrName>ppt_x</p:attrName>
                                        </p:attrNameLst>
                                      </p:cBhvr>
                                      <p:tavLst>
                                        <p:tav tm="0">
                                          <p:val>
                                            <p:strVal val="1+#ppt_w/2"/>
                                          </p:val>
                                        </p:tav>
                                        <p:tav tm="100000">
                                          <p:val>
                                            <p:strVal val="#ppt_x"/>
                                          </p:val>
                                        </p:tav>
                                      </p:tavLst>
                                    </p:anim>
                                    <p:anim calcmode="lin" valueType="num">
                                      <p:cBhvr additive="base">
                                        <p:cTn id="34" dur="500" fill="hold"/>
                                        <p:tgtEl>
                                          <p:spTgt spid="39"/>
                                        </p:tgtEl>
                                        <p:attrNameLst>
                                          <p:attrName>ppt_y</p:attrName>
                                        </p:attrNameLst>
                                      </p:cBhvr>
                                      <p:tavLst>
                                        <p:tav tm="0">
                                          <p:val>
                                            <p:strVal val="0-#ppt_h/2"/>
                                          </p:val>
                                        </p:tav>
                                        <p:tav tm="100000">
                                          <p:val>
                                            <p:strVal val="#ppt_y"/>
                                          </p:val>
                                        </p:tav>
                                      </p:tavLst>
                                    </p:anim>
                                  </p:childTnLst>
                                </p:cTn>
                              </p:par>
                              <p:par>
                                <p:cTn id="35" presetID="2" presetClass="entr" presetSubtype="3"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anim calcmode="lin" valueType="num">
                                      <p:cBhvr additive="base">
                                        <p:cTn id="37" dur="500" fill="hold"/>
                                        <p:tgtEl>
                                          <p:spTgt spid="40"/>
                                        </p:tgtEl>
                                        <p:attrNameLst>
                                          <p:attrName>ppt_x</p:attrName>
                                        </p:attrNameLst>
                                      </p:cBhvr>
                                      <p:tavLst>
                                        <p:tav tm="0">
                                          <p:val>
                                            <p:strVal val="1+#ppt_w/2"/>
                                          </p:val>
                                        </p:tav>
                                        <p:tav tm="100000">
                                          <p:val>
                                            <p:strVal val="#ppt_x"/>
                                          </p:val>
                                        </p:tav>
                                      </p:tavLst>
                                    </p:anim>
                                    <p:anim calcmode="lin" valueType="num">
                                      <p:cBhvr additive="base">
                                        <p:cTn id="38" dur="500" fill="hold"/>
                                        <p:tgtEl>
                                          <p:spTgt spid="40"/>
                                        </p:tgtEl>
                                        <p:attrNameLst>
                                          <p:attrName>ppt_y</p:attrName>
                                        </p:attrNameLst>
                                      </p:cBhvr>
                                      <p:tavLst>
                                        <p:tav tm="0">
                                          <p:val>
                                            <p:strVal val="0-#ppt_h/2"/>
                                          </p:val>
                                        </p:tav>
                                        <p:tav tm="100000">
                                          <p:val>
                                            <p:strVal val="#ppt_y"/>
                                          </p:val>
                                        </p:tav>
                                      </p:tavLst>
                                    </p:anim>
                                  </p:childTnLst>
                                </p:cTn>
                              </p:par>
                              <p:par>
                                <p:cTn id="39" presetID="2" presetClass="entr" presetSubtype="3"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additive="base">
                                        <p:cTn id="41" dur="500" fill="hold"/>
                                        <p:tgtEl>
                                          <p:spTgt spid="6"/>
                                        </p:tgtEl>
                                        <p:attrNameLst>
                                          <p:attrName>ppt_x</p:attrName>
                                        </p:attrNameLst>
                                      </p:cBhvr>
                                      <p:tavLst>
                                        <p:tav tm="0">
                                          <p:val>
                                            <p:strVal val="1+#ppt_w/2"/>
                                          </p:val>
                                        </p:tav>
                                        <p:tav tm="100000">
                                          <p:val>
                                            <p:strVal val="#ppt_x"/>
                                          </p:val>
                                        </p:tav>
                                      </p:tavLst>
                                    </p:anim>
                                    <p:anim calcmode="lin" valueType="num">
                                      <p:cBhvr additive="base">
                                        <p:cTn id="42" dur="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p:bldP spid="38" grpId="0" animBg="1"/>
      <p:bldP spid="39" grpId="0"/>
      <p:bldP spid="40" grpId="0" animBg="1"/>
      <p:bldP spid="42" grpId="0"/>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添加您的标题</a:t>
            </a:r>
          </a:p>
        </p:txBody>
      </p:sp>
      <p:grpSp>
        <p:nvGrpSpPr>
          <p:cNvPr id="45" name="1000b8a3-6ec8-4e12-93eb-90becb37b989"/>
          <p:cNvGrpSpPr>
            <a:grpSpLocks noChangeAspect="1"/>
          </p:cNvGrpSpPr>
          <p:nvPr/>
        </p:nvGrpSpPr>
        <p:grpSpPr>
          <a:xfrm>
            <a:off x="1184847" y="1069679"/>
            <a:ext cx="6518624" cy="3273721"/>
            <a:chOff x="1836059" y="1234501"/>
            <a:chExt cx="8691498" cy="4753309"/>
          </a:xfrm>
        </p:grpSpPr>
        <p:sp>
          <p:nvSpPr>
            <p:cNvPr id="46" name="Freeform: Shape 23"/>
            <p:cNvSpPr/>
            <p:nvPr/>
          </p:nvSpPr>
          <p:spPr>
            <a:xfrm>
              <a:off x="6029255" y="3628285"/>
              <a:ext cx="2392973" cy="2359525"/>
            </a:xfrm>
            <a:custGeom>
              <a:avLst/>
              <a:gdLst/>
              <a:ahLst/>
              <a:cxnLst/>
              <a:rect l="l" t="t" r="r" b="b"/>
              <a:pathLst>
                <a:path w="2154443" h="2124329">
                  <a:moveTo>
                    <a:pt x="0" y="0"/>
                  </a:moveTo>
                  <a:lnTo>
                    <a:pt x="264483" y="0"/>
                  </a:lnTo>
                  <a:lnTo>
                    <a:pt x="264483" y="1047108"/>
                  </a:lnTo>
                  <a:lnTo>
                    <a:pt x="264039" y="1047108"/>
                  </a:lnTo>
                  <a:lnTo>
                    <a:pt x="264039" y="1068175"/>
                  </a:lnTo>
                  <a:lnTo>
                    <a:pt x="265444" y="1089242"/>
                  </a:lnTo>
                  <a:lnTo>
                    <a:pt x="266146" y="1110309"/>
                  </a:lnTo>
                  <a:lnTo>
                    <a:pt x="268955" y="1129971"/>
                  </a:lnTo>
                  <a:lnTo>
                    <a:pt x="271062" y="1150336"/>
                  </a:lnTo>
                  <a:lnTo>
                    <a:pt x="273871" y="1170701"/>
                  </a:lnTo>
                  <a:lnTo>
                    <a:pt x="276680" y="1191065"/>
                  </a:lnTo>
                  <a:lnTo>
                    <a:pt x="280893" y="1210728"/>
                  </a:lnTo>
                  <a:lnTo>
                    <a:pt x="285106" y="1230390"/>
                  </a:lnTo>
                  <a:lnTo>
                    <a:pt x="289320" y="1250053"/>
                  </a:lnTo>
                  <a:lnTo>
                    <a:pt x="294938" y="1269715"/>
                  </a:lnTo>
                  <a:lnTo>
                    <a:pt x="300555" y="1288675"/>
                  </a:lnTo>
                  <a:lnTo>
                    <a:pt x="306875" y="1307636"/>
                  </a:lnTo>
                  <a:lnTo>
                    <a:pt x="313898" y="1326596"/>
                  </a:lnTo>
                  <a:lnTo>
                    <a:pt x="320218" y="1344854"/>
                  </a:lnTo>
                  <a:lnTo>
                    <a:pt x="327942" y="1363814"/>
                  </a:lnTo>
                  <a:lnTo>
                    <a:pt x="336369" y="1382072"/>
                  </a:lnTo>
                  <a:lnTo>
                    <a:pt x="344094" y="1399628"/>
                  </a:lnTo>
                  <a:lnTo>
                    <a:pt x="353223" y="1417183"/>
                  </a:lnTo>
                  <a:lnTo>
                    <a:pt x="362352" y="1434037"/>
                  </a:lnTo>
                  <a:lnTo>
                    <a:pt x="372183" y="1451593"/>
                  </a:lnTo>
                  <a:lnTo>
                    <a:pt x="382014" y="1468446"/>
                  </a:lnTo>
                  <a:lnTo>
                    <a:pt x="391845" y="1485300"/>
                  </a:lnTo>
                  <a:lnTo>
                    <a:pt x="403081" y="1501451"/>
                  </a:lnTo>
                  <a:lnTo>
                    <a:pt x="413614" y="1516900"/>
                  </a:lnTo>
                  <a:lnTo>
                    <a:pt x="425552" y="1533754"/>
                  </a:lnTo>
                  <a:lnTo>
                    <a:pt x="437490" y="1548501"/>
                  </a:lnTo>
                  <a:lnTo>
                    <a:pt x="450130" y="1564652"/>
                  </a:lnTo>
                  <a:lnTo>
                    <a:pt x="462771" y="1578696"/>
                  </a:lnTo>
                  <a:lnTo>
                    <a:pt x="475411" y="1593443"/>
                  </a:lnTo>
                  <a:lnTo>
                    <a:pt x="488753" y="1607488"/>
                  </a:lnTo>
                  <a:lnTo>
                    <a:pt x="502095" y="1622235"/>
                  </a:lnTo>
                  <a:lnTo>
                    <a:pt x="516140" y="1635577"/>
                  </a:lnTo>
                  <a:lnTo>
                    <a:pt x="530887" y="1648919"/>
                  </a:lnTo>
                  <a:lnTo>
                    <a:pt x="544931" y="1661560"/>
                  </a:lnTo>
                  <a:lnTo>
                    <a:pt x="559678" y="1674200"/>
                  </a:lnTo>
                  <a:lnTo>
                    <a:pt x="575127" y="1686138"/>
                  </a:lnTo>
                  <a:lnTo>
                    <a:pt x="590576" y="1698076"/>
                  </a:lnTo>
                  <a:lnTo>
                    <a:pt x="606025" y="1709311"/>
                  </a:lnTo>
                  <a:lnTo>
                    <a:pt x="622879" y="1720547"/>
                  </a:lnTo>
                  <a:lnTo>
                    <a:pt x="639030" y="1731783"/>
                  </a:lnTo>
                  <a:lnTo>
                    <a:pt x="655884" y="1741614"/>
                  </a:lnTo>
                  <a:lnTo>
                    <a:pt x="672035" y="1752147"/>
                  </a:lnTo>
                  <a:lnTo>
                    <a:pt x="689591" y="1761978"/>
                  </a:lnTo>
                  <a:lnTo>
                    <a:pt x="706444" y="1771107"/>
                  </a:lnTo>
                  <a:lnTo>
                    <a:pt x="724702" y="1780236"/>
                  </a:lnTo>
                  <a:lnTo>
                    <a:pt x="742258" y="1787961"/>
                  </a:lnTo>
                  <a:lnTo>
                    <a:pt x="760516" y="1795686"/>
                  </a:lnTo>
                  <a:lnTo>
                    <a:pt x="779476" y="1803410"/>
                  </a:lnTo>
                  <a:lnTo>
                    <a:pt x="797032" y="1810432"/>
                  </a:lnTo>
                  <a:lnTo>
                    <a:pt x="816695" y="1817455"/>
                  </a:lnTo>
                  <a:lnTo>
                    <a:pt x="835655" y="1823072"/>
                  </a:lnTo>
                  <a:lnTo>
                    <a:pt x="854615" y="1828690"/>
                  </a:lnTo>
                  <a:lnTo>
                    <a:pt x="873575" y="1833606"/>
                  </a:lnTo>
                  <a:lnTo>
                    <a:pt x="893940" y="1839224"/>
                  </a:lnTo>
                  <a:lnTo>
                    <a:pt x="912900" y="1843437"/>
                  </a:lnTo>
                  <a:lnTo>
                    <a:pt x="933265" y="1847651"/>
                  </a:lnTo>
                  <a:lnTo>
                    <a:pt x="952927" y="1850459"/>
                  </a:lnTo>
                  <a:lnTo>
                    <a:pt x="973292" y="1853268"/>
                  </a:lnTo>
                  <a:lnTo>
                    <a:pt x="994359" y="1855375"/>
                  </a:lnTo>
                  <a:lnTo>
                    <a:pt x="1014021" y="1856780"/>
                  </a:lnTo>
                  <a:lnTo>
                    <a:pt x="1035088" y="1858886"/>
                  </a:lnTo>
                  <a:lnTo>
                    <a:pt x="1056155" y="1859588"/>
                  </a:lnTo>
                  <a:lnTo>
                    <a:pt x="1077222" y="1860291"/>
                  </a:lnTo>
                  <a:lnTo>
                    <a:pt x="1098289" y="1859588"/>
                  </a:lnTo>
                  <a:lnTo>
                    <a:pt x="1119356" y="1858886"/>
                  </a:lnTo>
                  <a:lnTo>
                    <a:pt x="1139018" y="1856780"/>
                  </a:lnTo>
                  <a:lnTo>
                    <a:pt x="1160085" y="1855375"/>
                  </a:lnTo>
                  <a:lnTo>
                    <a:pt x="1180450" y="1853268"/>
                  </a:lnTo>
                  <a:lnTo>
                    <a:pt x="1200814" y="1850459"/>
                  </a:lnTo>
                  <a:lnTo>
                    <a:pt x="1221179" y="1847651"/>
                  </a:lnTo>
                  <a:lnTo>
                    <a:pt x="1240139" y="1843437"/>
                  </a:lnTo>
                  <a:lnTo>
                    <a:pt x="1260504" y="1839224"/>
                  </a:lnTo>
                  <a:lnTo>
                    <a:pt x="1280166" y="1833606"/>
                  </a:lnTo>
                  <a:lnTo>
                    <a:pt x="1299829" y="1828690"/>
                  </a:lnTo>
                  <a:lnTo>
                    <a:pt x="1318789" y="1823072"/>
                  </a:lnTo>
                  <a:lnTo>
                    <a:pt x="1337749" y="1817455"/>
                  </a:lnTo>
                  <a:lnTo>
                    <a:pt x="1356709" y="1810432"/>
                  </a:lnTo>
                  <a:lnTo>
                    <a:pt x="1374967" y="1803410"/>
                  </a:lnTo>
                  <a:lnTo>
                    <a:pt x="1393225" y="1795686"/>
                  </a:lnTo>
                  <a:lnTo>
                    <a:pt x="1410781" y="1787961"/>
                  </a:lnTo>
                  <a:lnTo>
                    <a:pt x="1429039" y="1780236"/>
                  </a:lnTo>
                  <a:lnTo>
                    <a:pt x="1447297" y="1771107"/>
                  </a:lnTo>
                  <a:lnTo>
                    <a:pt x="1464151" y="1761978"/>
                  </a:lnTo>
                  <a:lnTo>
                    <a:pt x="1481706" y="1752147"/>
                  </a:lnTo>
                  <a:lnTo>
                    <a:pt x="1498560" y="1741614"/>
                  </a:lnTo>
                  <a:lnTo>
                    <a:pt x="1515413" y="1731783"/>
                  </a:lnTo>
                  <a:lnTo>
                    <a:pt x="1531565" y="1720547"/>
                  </a:lnTo>
                  <a:lnTo>
                    <a:pt x="1547014" y="1709311"/>
                  </a:lnTo>
                  <a:lnTo>
                    <a:pt x="1563165" y="1698076"/>
                  </a:lnTo>
                  <a:lnTo>
                    <a:pt x="1578614" y="1686138"/>
                  </a:lnTo>
                  <a:lnTo>
                    <a:pt x="1594063" y="1674200"/>
                  </a:lnTo>
                  <a:lnTo>
                    <a:pt x="1608810" y="1661560"/>
                  </a:lnTo>
                  <a:lnTo>
                    <a:pt x="1623557" y="1648919"/>
                  </a:lnTo>
                  <a:lnTo>
                    <a:pt x="1637601" y="1635577"/>
                  </a:lnTo>
                  <a:lnTo>
                    <a:pt x="1651646" y="1622235"/>
                  </a:lnTo>
                  <a:lnTo>
                    <a:pt x="1665691" y="1607488"/>
                  </a:lnTo>
                  <a:lnTo>
                    <a:pt x="1678331" y="1593443"/>
                  </a:lnTo>
                  <a:lnTo>
                    <a:pt x="1691673" y="1578696"/>
                  </a:lnTo>
                  <a:lnTo>
                    <a:pt x="1703611" y="1564652"/>
                  </a:lnTo>
                  <a:lnTo>
                    <a:pt x="1716251" y="1548501"/>
                  </a:lnTo>
                  <a:lnTo>
                    <a:pt x="1728189" y="1533754"/>
                  </a:lnTo>
                  <a:lnTo>
                    <a:pt x="1739425" y="1516900"/>
                  </a:lnTo>
                  <a:lnTo>
                    <a:pt x="1750660" y="1501451"/>
                  </a:lnTo>
                  <a:lnTo>
                    <a:pt x="1761194" y="1485300"/>
                  </a:lnTo>
                  <a:lnTo>
                    <a:pt x="1771727" y="1468446"/>
                  </a:lnTo>
                  <a:lnTo>
                    <a:pt x="1781559" y="1451593"/>
                  </a:lnTo>
                  <a:lnTo>
                    <a:pt x="1791390" y="1434037"/>
                  </a:lnTo>
                  <a:lnTo>
                    <a:pt x="1801221" y="1417183"/>
                  </a:lnTo>
                  <a:lnTo>
                    <a:pt x="1809648" y="1399628"/>
                  </a:lnTo>
                  <a:lnTo>
                    <a:pt x="1817372" y="1382072"/>
                  </a:lnTo>
                  <a:lnTo>
                    <a:pt x="1825799" y="1363814"/>
                  </a:lnTo>
                  <a:lnTo>
                    <a:pt x="1833524" y="1344854"/>
                  </a:lnTo>
                  <a:lnTo>
                    <a:pt x="1839844" y="1326596"/>
                  </a:lnTo>
                  <a:lnTo>
                    <a:pt x="1846866" y="1307636"/>
                  </a:lnTo>
                  <a:lnTo>
                    <a:pt x="1852484" y="1288675"/>
                  </a:lnTo>
                  <a:lnTo>
                    <a:pt x="1858804" y="1269715"/>
                  </a:lnTo>
                  <a:lnTo>
                    <a:pt x="1863720" y="1250053"/>
                  </a:lnTo>
                  <a:lnTo>
                    <a:pt x="1868635" y="1230390"/>
                  </a:lnTo>
                  <a:lnTo>
                    <a:pt x="1872848" y="1210728"/>
                  </a:lnTo>
                  <a:lnTo>
                    <a:pt x="1876360" y="1191065"/>
                  </a:lnTo>
                  <a:lnTo>
                    <a:pt x="1880573" y="1170701"/>
                  </a:lnTo>
                  <a:lnTo>
                    <a:pt x="1883382" y="1150336"/>
                  </a:lnTo>
                  <a:lnTo>
                    <a:pt x="1885489" y="1129971"/>
                  </a:lnTo>
                  <a:lnTo>
                    <a:pt x="1886893" y="1110309"/>
                  </a:lnTo>
                  <a:lnTo>
                    <a:pt x="1889000" y="1089242"/>
                  </a:lnTo>
                  <a:lnTo>
                    <a:pt x="1889702" y="1068175"/>
                  </a:lnTo>
                  <a:lnTo>
                    <a:pt x="1889702" y="1047108"/>
                  </a:lnTo>
                  <a:lnTo>
                    <a:pt x="1889960" y="1047108"/>
                  </a:lnTo>
                  <a:lnTo>
                    <a:pt x="1889960" y="0"/>
                  </a:lnTo>
                  <a:lnTo>
                    <a:pt x="2154443" y="0"/>
                  </a:lnTo>
                  <a:lnTo>
                    <a:pt x="2154443" y="1047108"/>
                  </a:lnTo>
                  <a:lnTo>
                    <a:pt x="2153741" y="1074495"/>
                  </a:lnTo>
                  <a:lnTo>
                    <a:pt x="2153039" y="1102584"/>
                  </a:lnTo>
                  <a:lnTo>
                    <a:pt x="2151634" y="1129971"/>
                  </a:lnTo>
                  <a:lnTo>
                    <a:pt x="2148123" y="1157358"/>
                  </a:lnTo>
                  <a:lnTo>
                    <a:pt x="2145314" y="1184043"/>
                  </a:lnTo>
                  <a:lnTo>
                    <a:pt x="2141803" y="1210728"/>
                  </a:lnTo>
                  <a:lnTo>
                    <a:pt x="2136887" y="1238115"/>
                  </a:lnTo>
                  <a:lnTo>
                    <a:pt x="2132674" y="1264097"/>
                  </a:lnTo>
                  <a:lnTo>
                    <a:pt x="2127056" y="1290080"/>
                  </a:lnTo>
                  <a:lnTo>
                    <a:pt x="2120034" y="1316765"/>
                  </a:lnTo>
                  <a:lnTo>
                    <a:pt x="2113012" y="1342045"/>
                  </a:lnTo>
                  <a:lnTo>
                    <a:pt x="2105989" y="1367325"/>
                  </a:lnTo>
                  <a:lnTo>
                    <a:pt x="2097562" y="1393308"/>
                  </a:lnTo>
                  <a:lnTo>
                    <a:pt x="2088434" y="1417886"/>
                  </a:lnTo>
                  <a:lnTo>
                    <a:pt x="2079305" y="1442464"/>
                  </a:lnTo>
                  <a:lnTo>
                    <a:pt x="2070176" y="1466340"/>
                  </a:lnTo>
                  <a:lnTo>
                    <a:pt x="2059642" y="1490215"/>
                  </a:lnTo>
                  <a:lnTo>
                    <a:pt x="2048406" y="1514091"/>
                  </a:lnTo>
                  <a:lnTo>
                    <a:pt x="2036468" y="1537265"/>
                  </a:lnTo>
                  <a:lnTo>
                    <a:pt x="2024531" y="1560438"/>
                  </a:lnTo>
                  <a:lnTo>
                    <a:pt x="2011188" y="1582910"/>
                  </a:lnTo>
                  <a:lnTo>
                    <a:pt x="1997846" y="1605381"/>
                  </a:lnTo>
                  <a:lnTo>
                    <a:pt x="1984503" y="1627853"/>
                  </a:lnTo>
                  <a:lnTo>
                    <a:pt x="1970459" y="1649622"/>
                  </a:lnTo>
                  <a:lnTo>
                    <a:pt x="1955010" y="1670689"/>
                  </a:lnTo>
                  <a:lnTo>
                    <a:pt x="1940263" y="1691755"/>
                  </a:lnTo>
                  <a:lnTo>
                    <a:pt x="1924814" y="1712120"/>
                  </a:lnTo>
                  <a:lnTo>
                    <a:pt x="1907960" y="1731783"/>
                  </a:lnTo>
                  <a:lnTo>
                    <a:pt x="1891809" y="1752147"/>
                  </a:lnTo>
                  <a:lnTo>
                    <a:pt x="1874253" y="1771810"/>
                  </a:lnTo>
                  <a:lnTo>
                    <a:pt x="1856697" y="1790770"/>
                  </a:lnTo>
                  <a:lnTo>
                    <a:pt x="1838439" y="1809028"/>
                  </a:lnTo>
                  <a:lnTo>
                    <a:pt x="1820883" y="1827286"/>
                  </a:lnTo>
                  <a:lnTo>
                    <a:pt x="1801221" y="1844139"/>
                  </a:lnTo>
                  <a:lnTo>
                    <a:pt x="1781559" y="1861695"/>
                  </a:lnTo>
                  <a:lnTo>
                    <a:pt x="1761896" y="1877846"/>
                  </a:lnTo>
                  <a:lnTo>
                    <a:pt x="1742234" y="1894700"/>
                  </a:lnTo>
                  <a:lnTo>
                    <a:pt x="1721869" y="1910149"/>
                  </a:lnTo>
                  <a:lnTo>
                    <a:pt x="1700802" y="1926300"/>
                  </a:lnTo>
                  <a:lnTo>
                    <a:pt x="1679033" y="1940345"/>
                  </a:lnTo>
                  <a:lnTo>
                    <a:pt x="1657264" y="1954390"/>
                  </a:lnTo>
                  <a:lnTo>
                    <a:pt x="1635495" y="1968434"/>
                  </a:lnTo>
                  <a:lnTo>
                    <a:pt x="1613023" y="1981074"/>
                  </a:lnTo>
                  <a:lnTo>
                    <a:pt x="1590552" y="1994417"/>
                  </a:lnTo>
                  <a:lnTo>
                    <a:pt x="1567378" y="2007057"/>
                  </a:lnTo>
                  <a:lnTo>
                    <a:pt x="1544205" y="2018292"/>
                  </a:lnTo>
                  <a:lnTo>
                    <a:pt x="1520329" y="2029528"/>
                  </a:lnTo>
                  <a:lnTo>
                    <a:pt x="1496453" y="2040062"/>
                  </a:lnTo>
                  <a:lnTo>
                    <a:pt x="1471875" y="2049191"/>
                  </a:lnTo>
                  <a:lnTo>
                    <a:pt x="1447999" y="2059022"/>
                  </a:lnTo>
                  <a:lnTo>
                    <a:pt x="1422017" y="2067449"/>
                  </a:lnTo>
                  <a:lnTo>
                    <a:pt x="1397439" y="2075875"/>
                  </a:lnTo>
                  <a:lnTo>
                    <a:pt x="1372159" y="2082898"/>
                  </a:lnTo>
                  <a:lnTo>
                    <a:pt x="1346176" y="2090622"/>
                  </a:lnTo>
                  <a:lnTo>
                    <a:pt x="1320194" y="2096942"/>
                  </a:lnTo>
                  <a:lnTo>
                    <a:pt x="1294211" y="2102560"/>
                  </a:lnTo>
                  <a:lnTo>
                    <a:pt x="1267526" y="2108178"/>
                  </a:lnTo>
                  <a:lnTo>
                    <a:pt x="1240842" y="2111689"/>
                  </a:lnTo>
                  <a:lnTo>
                    <a:pt x="1214157" y="2115902"/>
                  </a:lnTo>
                  <a:lnTo>
                    <a:pt x="1187472" y="2119414"/>
                  </a:lnTo>
                  <a:lnTo>
                    <a:pt x="1159383" y="2121520"/>
                  </a:lnTo>
                  <a:lnTo>
                    <a:pt x="1132698" y="2122925"/>
                  </a:lnTo>
                  <a:lnTo>
                    <a:pt x="1104609" y="2124329"/>
                  </a:lnTo>
                  <a:lnTo>
                    <a:pt x="1077222" y="2124329"/>
                  </a:lnTo>
                  <a:lnTo>
                    <a:pt x="1049133" y="2124329"/>
                  </a:lnTo>
                  <a:lnTo>
                    <a:pt x="1021746" y="2122925"/>
                  </a:lnTo>
                  <a:lnTo>
                    <a:pt x="994359" y="2121520"/>
                  </a:lnTo>
                  <a:lnTo>
                    <a:pt x="966972" y="2119414"/>
                  </a:lnTo>
                  <a:lnTo>
                    <a:pt x="939585" y="2115902"/>
                  </a:lnTo>
                  <a:lnTo>
                    <a:pt x="912900" y="2111689"/>
                  </a:lnTo>
                  <a:lnTo>
                    <a:pt x="886215" y="2108178"/>
                  </a:lnTo>
                  <a:lnTo>
                    <a:pt x="860233" y="2102560"/>
                  </a:lnTo>
                  <a:lnTo>
                    <a:pt x="833548" y="2096942"/>
                  </a:lnTo>
                  <a:lnTo>
                    <a:pt x="807566" y="2090622"/>
                  </a:lnTo>
                  <a:lnTo>
                    <a:pt x="782285" y="2082898"/>
                  </a:lnTo>
                  <a:lnTo>
                    <a:pt x="757005" y="2075875"/>
                  </a:lnTo>
                  <a:lnTo>
                    <a:pt x="731022" y="2067449"/>
                  </a:lnTo>
                  <a:lnTo>
                    <a:pt x="706444" y="2059022"/>
                  </a:lnTo>
                  <a:lnTo>
                    <a:pt x="681866" y="2049191"/>
                  </a:lnTo>
                  <a:lnTo>
                    <a:pt x="657991" y="2040062"/>
                  </a:lnTo>
                  <a:lnTo>
                    <a:pt x="633412" y="2029528"/>
                  </a:lnTo>
                  <a:lnTo>
                    <a:pt x="610239" y="2018292"/>
                  </a:lnTo>
                  <a:lnTo>
                    <a:pt x="587065" y="2007057"/>
                  </a:lnTo>
                  <a:lnTo>
                    <a:pt x="563892" y="1994417"/>
                  </a:lnTo>
                  <a:lnTo>
                    <a:pt x="540718" y="1981074"/>
                  </a:lnTo>
                  <a:lnTo>
                    <a:pt x="518247" y="1968434"/>
                  </a:lnTo>
                  <a:lnTo>
                    <a:pt x="496478" y="1954390"/>
                  </a:lnTo>
                  <a:lnTo>
                    <a:pt x="474708" y="1940345"/>
                  </a:lnTo>
                  <a:lnTo>
                    <a:pt x="453642" y="1926300"/>
                  </a:lnTo>
                  <a:lnTo>
                    <a:pt x="432575" y="1910149"/>
                  </a:lnTo>
                  <a:lnTo>
                    <a:pt x="411508" y="1894700"/>
                  </a:lnTo>
                  <a:lnTo>
                    <a:pt x="391143" y="1877846"/>
                  </a:lnTo>
                  <a:lnTo>
                    <a:pt x="372183" y="1861695"/>
                  </a:lnTo>
                  <a:lnTo>
                    <a:pt x="352520" y="1844139"/>
                  </a:lnTo>
                  <a:lnTo>
                    <a:pt x="333560" y="1827286"/>
                  </a:lnTo>
                  <a:lnTo>
                    <a:pt x="315302" y="1809028"/>
                  </a:lnTo>
                  <a:lnTo>
                    <a:pt x="297044" y="1790770"/>
                  </a:lnTo>
                  <a:lnTo>
                    <a:pt x="278786" y="1771810"/>
                  </a:lnTo>
                  <a:lnTo>
                    <a:pt x="262635" y="1752147"/>
                  </a:lnTo>
                  <a:lnTo>
                    <a:pt x="245781" y="1731783"/>
                  </a:lnTo>
                  <a:lnTo>
                    <a:pt x="229630" y="1712120"/>
                  </a:lnTo>
                  <a:lnTo>
                    <a:pt x="214181" y="1691755"/>
                  </a:lnTo>
                  <a:lnTo>
                    <a:pt x="198030" y="1670689"/>
                  </a:lnTo>
                  <a:lnTo>
                    <a:pt x="183283" y="1649622"/>
                  </a:lnTo>
                  <a:lnTo>
                    <a:pt x="169238" y="1627853"/>
                  </a:lnTo>
                  <a:lnTo>
                    <a:pt x="155896" y="1605381"/>
                  </a:lnTo>
                  <a:lnTo>
                    <a:pt x="141851" y="1582910"/>
                  </a:lnTo>
                  <a:lnTo>
                    <a:pt x="129211" y="1560438"/>
                  </a:lnTo>
                  <a:lnTo>
                    <a:pt x="117273" y="1537265"/>
                  </a:lnTo>
                  <a:lnTo>
                    <a:pt x="106038" y="1514091"/>
                  </a:lnTo>
                  <a:lnTo>
                    <a:pt x="94802" y="1490215"/>
                  </a:lnTo>
                  <a:lnTo>
                    <a:pt x="84269" y="1466340"/>
                  </a:lnTo>
                  <a:lnTo>
                    <a:pt x="73735" y="1442464"/>
                  </a:lnTo>
                  <a:lnTo>
                    <a:pt x="65308" y="1417886"/>
                  </a:lnTo>
                  <a:lnTo>
                    <a:pt x="56179" y="1393308"/>
                  </a:lnTo>
                  <a:lnTo>
                    <a:pt x="47753" y="1367325"/>
                  </a:lnTo>
                  <a:lnTo>
                    <a:pt x="40028" y="1342045"/>
                  </a:lnTo>
                  <a:lnTo>
                    <a:pt x="33708" y="1316765"/>
                  </a:lnTo>
                  <a:lnTo>
                    <a:pt x="26686" y="1290080"/>
                  </a:lnTo>
                  <a:lnTo>
                    <a:pt x="21770" y="1264097"/>
                  </a:lnTo>
                  <a:lnTo>
                    <a:pt x="16152" y="1238115"/>
                  </a:lnTo>
                  <a:lnTo>
                    <a:pt x="11939" y="1210728"/>
                  </a:lnTo>
                  <a:lnTo>
                    <a:pt x="8428" y="1184043"/>
                  </a:lnTo>
                  <a:lnTo>
                    <a:pt x="4917" y="1157358"/>
                  </a:lnTo>
                  <a:lnTo>
                    <a:pt x="2810" y="1129971"/>
                  </a:lnTo>
                  <a:lnTo>
                    <a:pt x="703" y="1102584"/>
                  </a:lnTo>
                  <a:lnTo>
                    <a:pt x="1" y="1074495"/>
                  </a:lnTo>
                  <a:lnTo>
                    <a:pt x="1" y="1047108"/>
                  </a:lnTo>
                  <a:lnTo>
                    <a:pt x="0" y="1047108"/>
                  </a:lnTo>
                  <a:close/>
                </a:path>
              </a:pathLst>
            </a:custGeom>
            <a:solidFill>
              <a:srgbClr val="E0E0E0"/>
            </a:solidFill>
            <a:ln w="12700">
              <a:noFill/>
              <a:prstDash val="solid"/>
              <a:round/>
              <a:headEnd/>
              <a:tailEnd/>
            </a:ln>
          </p:spPr>
          <p:txBody>
            <a:bodyPr vert="horz" wrap="square" lIns="360000" tIns="360000" rIns="360000" bIns="60960" anchor="t" anchorCtr="1" compatLnSpc="1">
              <a:prstTxWarp prst="textNoShape">
                <a:avLst/>
              </a:prstTxWarp>
              <a:normAutofit/>
            </a:bodyPr>
            <a:lstStyle/>
            <a:p>
              <a:pPr algn="ctr">
                <a:lnSpc>
                  <a:spcPct val="120000"/>
                </a:lnSpc>
                <a:defRPr/>
              </a:pPr>
              <a:r>
                <a:rPr lang="zh-CN" altLang="en-US" sz="1000" dirty="0">
                  <a:solidFill>
                    <a:schemeClr val="tx1">
                      <a:lumMod val="50000"/>
                      <a:lumOff val="50000"/>
                    </a:schemeClr>
                  </a:solidFill>
                  <a:latin typeface="幼圆" panose="02010509060101010101" pitchFamily="49" charset="-122"/>
                  <a:ea typeface="幼圆" panose="02010509060101010101" pitchFamily="49" charset="-122"/>
                  <a:cs typeface="+mn-ea"/>
                  <a:sym typeface="+mn-lt"/>
                </a:rPr>
                <a:t>此部分内容作为文字排版占位显示</a:t>
              </a:r>
            </a:p>
          </p:txBody>
        </p:sp>
        <p:sp>
          <p:nvSpPr>
            <p:cNvPr id="47" name="Freeform: Shape 1"/>
            <p:cNvSpPr/>
            <p:nvPr/>
          </p:nvSpPr>
          <p:spPr>
            <a:xfrm flipH="1" flipV="1">
              <a:off x="8134584" y="1268760"/>
              <a:ext cx="2392973" cy="2359525"/>
            </a:xfrm>
            <a:custGeom>
              <a:avLst/>
              <a:gdLst/>
              <a:ahLst/>
              <a:cxnLst/>
              <a:rect l="l" t="t" r="r" b="b"/>
              <a:pathLst>
                <a:path w="2154443" h="2124329">
                  <a:moveTo>
                    <a:pt x="0" y="0"/>
                  </a:moveTo>
                  <a:lnTo>
                    <a:pt x="264483" y="0"/>
                  </a:lnTo>
                  <a:lnTo>
                    <a:pt x="264483" y="1047108"/>
                  </a:lnTo>
                  <a:lnTo>
                    <a:pt x="264039" y="1047108"/>
                  </a:lnTo>
                  <a:lnTo>
                    <a:pt x="264039" y="1068175"/>
                  </a:lnTo>
                  <a:lnTo>
                    <a:pt x="265444" y="1089242"/>
                  </a:lnTo>
                  <a:lnTo>
                    <a:pt x="266146" y="1110309"/>
                  </a:lnTo>
                  <a:lnTo>
                    <a:pt x="268955" y="1129971"/>
                  </a:lnTo>
                  <a:lnTo>
                    <a:pt x="271062" y="1150336"/>
                  </a:lnTo>
                  <a:lnTo>
                    <a:pt x="273871" y="1170701"/>
                  </a:lnTo>
                  <a:lnTo>
                    <a:pt x="276680" y="1191065"/>
                  </a:lnTo>
                  <a:lnTo>
                    <a:pt x="280893" y="1210728"/>
                  </a:lnTo>
                  <a:lnTo>
                    <a:pt x="285106" y="1230390"/>
                  </a:lnTo>
                  <a:lnTo>
                    <a:pt x="289320" y="1250053"/>
                  </a:lnTo>
                  <a:lnTo>
                    <a:pt x="294938" y="1269715"/>
                  </a:lnTo>
                  <a:lnTo>
                    <a:pt x="300555" y="1288675"/>
                  </a:lnTo>
                  <a:lnTo>
                    <a:pt x="306875" y="1307636"/>
                  </a:lnTo>
                  <a:lnTo>
                    <a:pt x="313898" y="1326596"/>
                  </a:lnTo>
                  <a:lnTo>
                    <a:pt x="320218" y="1344854"/>
                  </a:lnTo>
                  <a:lnTo>
                    <a:pt x="327942" y="1363814"/>
                  </a:lnTo>
                  <a:lnTo>
                    <a:pt x="336369" y="1382072"/>
                  </a:lnTo>
                  <a:lnTo>
                    <a:pt x="344094" y="1399628"/>
                  </a:lnTo>
                  <a:lnTo>
                    <a:pt x="353223" y="1417183"/>
                  </a:lnTo>
                  <a:lnTo>
                    <a:pt x="362352" y="1434037"/>
                  </a:lnTo>
                  <a:lnTo>
                    <a:pt x="372183" y="1451593"/>
                  </a:lnTo>
                  <a:lnTo>
                    <a:pt x="382014" y="1468446"/>
                  </a:lnTo>
                  <a:lnTo>
                    <a:pt x="391845" y="1485300"/>
                  </a:lnTo>
                  <a:lnTo>
                    <a:pt x="403081" y="1501451"/>
                  </a:lnTo>
                  <a:lnTo>
                    <a:pt x="413614" y="1516900"/>
                  </a:lnTo>
                  <a:lnTo>
                    <a:pt x="425552" y="1533754"/>
                  </a:lnTo>
                  <a:lnTo>
                    <a:pt x="437490" y="1548501"/>
                  </a:lnTo>
                  <a:lnTo>
                    <a:pt x="450130" y="1564652"/>
                  </a:lnTo>
                  <a:lnTo>
                    <a:pt x="462771" y="1578696"/>
                  </a:lnTo>
                  <a:lnTo>
                    <a:pt x="475411" y="1593443"/>
                  </a:lnTo>
                  <a:lnTo>
                    <a:pt x="488753" y="1607488"/>
                  </a:lnTo>
                  <a:lnTo>
                    <a:pt x="502095" y="1622235"/>
                  </a:lnTo>
                  <a:lnTo>
                    <a:pt x="516140" y="1635577"/>
                  </a:lnTo>
                  <a:lnTo>
                    <a:pt x="530887" y="1648919"/>
                  </a:lnTo>
                  <a:lnTo>
                    <a:pt x="544931" y="1661560"/>
                  </a:lnTo>
                  <a:lnTo>
                    <a:pt x="559678" y="1674200"/>
                  </a:lnTo>
                  <a:lnTo>
                    <a:pt x="575127" y="1686138"/>
                  </a:lnTo>
                  <a:lnTo>
                    <a:pt x="590576" y="1698076"/>
                  </a:lnTo>
                  <a:lnTo>
                    <a:pt x="606025" y="1709311"/>
                  </a:lnTo>
                  <a:lnTo>
                    <a:pt x="622879" y="1720547"/>
                  </a:lnTo>
                  <a:lnTo>
                    <a:pt x="639030" y="1731783"/>
                  </a:lnTo>
                  <a:lnTo>
                    <a:pt x="655884" y="1741614"/>
                  </a:lnTo>
                  <a:lnTo>
                    <a:pt x="672035" y="1752147"/>
                  </a:lnTo>
                  <a:lnTo>
                    <a:pt x="689591" y="1761978"/>
                  </a:lnTo>
                  <a:lnTo>
                    <a:pt x="706444" y="1771107"/>
                  </a:lnTo>
                  <a:lnTo>
                    <a:pt x="724702" y="1780236"/>
                  </a:lnTo>
                  <a:lnTo>
                    <a:pt x="742258" y="1787961"/>
                  </a:lnTo>
                  <a:lnTo>
                    <a:pt x="760516" y="1795686"/>
                  </a:lnTo>
                  <a:lnTo>
                    <a:pt x="779476" y="1803410"/>
                  </a:lnTo>
                  <a:lnTo>
                    <a:pt x="797032" y="1810432"/>
                  </a:lnTo>
                  <a:lnTo>
                    <a:pt x="816695" y="1817455"/>
                  </a:lnTo>
                  <a:lnTo>
                    <a:pt x="835655" y="1823072"/>
                  </a:lnTo>
                  <a:lnTo>
                    <a:pt x="854615" y="1828690"/>
                  </a:lnTo>
                  <a:lnTo>
                    <a:pt x="873575" y="1833606"/>
                  </a:lnTo>
                  <a:lnTo>
                    <a:pt x="893940" y="1839224"/>
                  </a:lnTo>
                  <a:lnTo>
                    <a:pt x="912900" y="1843437"/>
                  </a:lnTo>
                  <a:lnTo>
                    <a:pt x="933265" y="1847651"/>
                  </a:lnTo>
                  <a:lnTo>
                    <a:pt x="952927" y="1850459"/>
                  </a:lnTo>
                  <a:lnTo>
                    <a:pt x="973292" y="1853268"/>
                  </a:lnTo>
                  <a:lnTo>
                    <a:pt x="994359" y="1855375"/>
                  </a:lnTo>
                  <a:lnTo>
                    <a:pt x="1014021" y="1856780"/>
                  </a:lnTo>
                  <a:lnTo>
                    <a:pt x="1035088" y="1858886"/>
                  </a:lnTo>
                  <a:lnTo>
                    <a:pt x="1056155" y="1859588"/>
                  </a:lnTo>
                  <a:lnTo>
                    <a:pt x="1077222" y="1860291"/>
                  </a:lnTo>
                  <a:lnTo>
                    <a:pt x="1098289" y="1859588"/>
                  </a:lnTo>
                  <a:lnTo>
                    <a:pt x="1119356" y="1858886"/>
                  </a:lnTo>
                  <a:lnTo>
                    <a:pt x="1139018" y="1856780"/>
                  </a:lnTo>
                  <a:lnTo>
                    <a:pt x="1160085" y="1855375"/>
                  </a:lnTo>
                  <a:lnTo>
                    <a:pt x="1180450" y="1853268"/>
                  </a:lnTo>
                  <a:lnTo>
                    <a:pt x="1200814" y="1850459"/>
                  </a:lnTo>
                  <a:lnTo>
                    <a:pt x="1221179" y="1847651"/>
                  </a:lnTo>
                  <a:lnTo>
                    <a:pt x="1240139" y="1843437"/>
                  </a:lnTo>
                  <a:lnTo>
                    <a:pt x="1260504" y="1839224"/>
                  </a:lnTo>
                  <a:lnTo>
                    <a:pt x="1280166" y="1833606"/>
                  </a:lnTo>
                  <a:lnTo>
                    <a:pt x="1299829" y="1828690"/>
                  </a:lnTo>
                  <a:lnTo>
                    <a:pt x="1318789" y="1823072"/>
                  </a:lnTo>
                  <a:lnTo>
                    <a:pt x="1337749" y="1817455"/>
                  </a:lnTo>
                  <a:lnTo>
                    <a:pt x="1356709" y="1810432"/>
                  </a:lnTo>
                  <a:lnTo>
                    <a:pt x="1374967" y="1803410"/>
                  </a:lnTo>
                  <a:lnTo>
                    <a:pt x="1393225" y="1795686"/>
                  </a:lnTo>
                  <a:lnTo>
                    <a:pt x="1410781" y="1787961"/>
                  </a:lnTo>
                  <a:lnTo>
                    <a:pt x="1429039" y="1780236"/>
                  </a:lnTo>
                  <a:lnTo>
                    <a:pt x="1447297" y="1771107"/>
                  </a:lnTo>
                  <a:lnTo>
                    <a:pt x="1464151" y="1761978"/>
                  </a:lnTo>
                  <a:lnTo>
                    <a:pt x="1481706" y="1752147"/>
                  </a:lnTo>
                  <a:lnTo>
                    <a:pt x="1498560" y="1741614"/>
                  </a:lnTo>
                  <a:lnTo>
                    <a:pt x="1515413" y="1731783"/>
                  </a:lnTo>
                  <a:lnTo>
                    <a:pt x="1531565" y="1720547"/>
                  </a:lnTo>
                  <a:lnTo>
                    <a:pt x="1547014" y="1709311"/>
                  </a:lnTo>
                  <a:lnTo>
                    <a:pt x="1563165" y="1698076"/>
                  </a:lnTo>
                  <a:lnTo>
                    <a:pt x="1578614" y="1686138"/>
                  </a:lnTo>
                  <a:lnTo>
                    <a:pt x="1594063" y="1674200"/>
                  </a:lnTo>
                  <a:lnTo>
                    <a:pt x="1608810" y="1661560"/>
                  </a:lnTo>
                  <a:lnTo>
                    <a:pt x="1623557" y="1648919"/>
                  </a:lnTo>
                  <a:lnTo>
                    <a:pt x="1637601" y="1635577"/>
                  </a:lnTo>
                  <a:lnTo>
                    <a:pt x="1651646" y="1622235"/>
                  </a:lnTo>
                  <a:lnTo>
                    <a:pt x="1665691" y="1607488"/>
                  </a:lnTo>
                  <a:lnTo>
                    <a:pt x="1678331" y="1593443"/>
                  </a:lnTo>
                  <a:lnTo>
                    <a:pt x="1691673" y="1578696"/>
                  </a:lnTo>
                  <a:lnTo>
                    <a:pt x="1703611" y="1564652"/>
                  </a:lnTo>
                  <a:lnTo>
                    <a:pt x="1716251" y="1548501"/>
                  </a:lnTo>
                  <a:lnTo>
                    <a:pt x="1728189" y="1533754"/>
                  </a:lnTo>
                  <a:lnTo>
                    <a:pt x="1739425" y="1516900"/>
                  </a:lnTo>
                  <a:lnTo>
                    <a:pt x="1750660" y="1501451"/>
                  </a:lnTo>
                  <a:lnTo>
                    <a:pt x="1761194" y="1485300"/>
                  </a:lnTo>
                  <a:lnTo>
                    <a:pt x="1771727" y="1468446"/>
                  </a:lnTo>
                  <a:lnTo>
                    <a:pt x="1781559" y="1451593"/>
                  </a:lnTo>
                  <a:lnTo>
                    <a:pt x="1791390" y="1434037"/>
                  </a:lnTo>
                  <a:lnTo>
                    <a:pt x="1801221" y="1417183"/>
                  </a:lnTo>
                  <a:lnTo>
                    <a:pt x="1809648" y="1399628"/>
                  </a:lnTo>
                  <a:lnTo>
                    <a:pt x="1817372" y="1382072"/>
                  </a:lnTo>
                  <a:lnTo>
                    <a:pt x="1825799" y="1363814"/>
                  </a:lnTo>
                  <a:lnTo>
                    <a:pt x="1833524" y="1344854"/>
                  </a:lnTo>
                  <a:lnTo>
                    <a:pt x="1839844" y="1326596"/>
                  </a:lnTo>
                  <a:lnTo>
                    <a:pt x="1846866" y="1307636"/>
                  </a:lnTo>
                  <a:lnTo>
                    <a:pt x="1852484" y="1288675"/>
                  </a:lnTo>
                  <a:lnTo>
                    <a:pt x="1858804" y="1269715"/>
                  </a:lnTo>
                  <a:lnTo>
                    <a:pt x="1863720" y="1250053"/>
                  </a:lnTo>
                  <a:lnTo>
                    <a:pt x="1868635" y="1230390"/>
                  </a:lnTo>
                  <a:lnTo>
                    <a:pt x="1872848" y="1210728"/>
                  </a:lnTo>
                  <a:lnTo>
                    <a:pt x="1876360" y="1191065"/>
                  </a:lnTo>
                  <a:lnTo>
                    <a:pt x="1880573" y="1170701"/>
                  </a:lnTo>
                  <a:lnTo>
                    <a:pt x="1883382" y="1150336"/>
                  </a:lnTo>
                  <a:lnTo>
                    <a:pt x="1885489" y="1129971"/>
                  </a:lnTo>
                  <a:lnTo>
                    <a:pt x="1886893" y="1110309"/>
                  </a:lnTo>
                  <a:lnTo>
                    <a:pt x="1889000" y="1089242"/>
                  </a:lnTo>
                  <a:lnTo>
                    <a:pt x="1889702" y="1068175"/>
                  </a:lnTo>
                  <a:lnTo>
                    <a:pt x="1889702" y="1047108"/>
                  </a:lnTo>
                  <a:lnTo>
                    <a:pt x="1889960" y="1047108"/>
                  </a:lnTo>
                  <a:lnTo>
                    <a:pt x="1889960" y="0"/>
                  </a:lnTo>
                  <a:lnTo>
                    <a:pt x="2154443" y="0"/>
                  </a:lnTo>
                  <a:lnTo>
                    <a:pt x="2154443" y="1047108"/>
                  </a:lnTo>
                  <a:lnTo>
                    <a:pt x="2153741" y="1074495"/>
                  </a:lnTo>
                  <a:lnTo>
                    <a:pt x="2153039" y="1102584"/>
                  </a:lnTo>
                  <a:lnTo>
                    <a:pt x="2151634" y="1129971"/>
                  </a:lnTo>
                  <a:lnTo>
                    <a:pt x="2148123" y="1157358"/>
                  </a:lnTo>
                  <a:lnTo>
                    <a:pt x="2145314" y="1184043"/>
                  </a:lnTo>
                  <a:lnTo>
                    <a:pt x="2141803" y="1210728"/>
                  </a:lnTo>
                  <a:lnTo>
                    <a:pt x="2136887" y="1238115"/>
                  </a:lnTo>
                  <a:lnTo>
                    <a:pt x="2132674" y="1264097"/>
                  </a:lnTo>
                  <a:lnTo>
                    <a:pt x="2127056" y="1290080"/>
                  </a:lnTo>
                  <a:lnTo>
                    <a:pt x="2120034" y="1316765"/>
                  </a:lnTo>
                  <a:lnTo>
                    <a:pt x="2113012" y="1342045"/>
                  </a:lnTo>
                  <a:lnTo>
                    <a:pt x="2105989" y="1367325"/>
                  </a:lnTo>
                  <a:lnTo>
                    <a:pt x="2097562" y="1393308"/>
                  </a:lnTo>
                  <a:lnTo>
                    <a:pt x="2088434" y="1417886"/>
                  </a:lnTo>
                  <a:lnTo>
                    <a:pt x="2079305" y="1442464"/>
                  </a:lnTo>
                  <a:lnTo>
                    <a:pt x="2070176" y="1466340"/>
                  </a:lnTo>
                  <a:lnTo>
                    <a:pt x="2059642" y="1490215"/>
                  </a:lnTo>
                  <a:lnTo>
                    <a:pt x="2048406" y="1514091"/>
                  </a:lnTo>
                  <a:lnTo>
                    <a:pt x="2036468" y="1537265"/>
                  </a:lnTo>
                  <a:lnTo>
                    <a:pt x="2024531" y="1560438"/>
                  </a:lnTo>
                  <a:lnTo>
                    <a:pt x="2011188" y="1582910"/>
                  </a:lnTo>
                  <a:lnTo>
                    <a:pt x="1997846" y="1605381"/>
                  </a:lnTo>
                  <a:lnTo>
                    <a:pt x="1984503" y="1627853"/>
                  </a:lnTo>
                  <a:lnTo>
                    <a:pt x="1970459" y="1649622"/>
                  </a:lnTo>
                  <a:lnTo>
                    <a:pt x="1955010" y="1670689"/>
                  </a:lnTo>
                  <a:lnTo>
                    <a:pt x="1940263" y="1691755"/>
                  </a:lnTo>
                  <a:lnTo>
                    <a:pt x="1924814" y="1712120"/>
                  </a:lnTo>
                  <a:lnTo>
                    <a:pt x="1907960" y="1731783"/>
                  </a:lnTo>
                  <a:lnTo>
                    <a:pt x="1891809" y="1752147"/>
                  </a:lnTo>
                  <a:lnTo>
                    <a:pt x="1874253" y="1771810"/>
                  </a:lnTo>
                  <a:lnTo>
                    <a:pt x="1856697" y="1790770"/>
                  </a:lnTo>
                  <a:lnTo>
                    <a:pt x="1838439" y="1809028"/>
                  </a:lnTo>
                  <a:lnTo>
                    <a:pt x="1820883" y="1827286"/>
                  </a:lnTo>
                  <a:lnTo>
                    <a:pt x="1801221" y="1844139"/>
                  </a:lnTo>
                  <a:lnTo>
                    <a:pt x="1781559" y="1861695"/>
                  </a:lnTo>
                  <a:lnTo>
                    <a:pt x="1761896" y="1877846"/>
                  </a:lnTo>
                  <a:lnTo>
                    <a:pt x="1742234" y="1894700"/>
                  </a:lnTo>
                  <a:lnTo>
                    <a:pt x="1721869" y="1910149"/>
                  </a:lnTo>
                  <a:lnTo>
                    <a:pt x="1700802" y="1926300"/>
                  </a:lnTo>
                  <a:lnTo>
                    <a:pt x="1679033" y="1940345"/>
                  </a:lnTo>
                  <a:lnTo>
                    <a:pt x="1657264" y="1954390"/>
                  </a:lnTo>
                  <a:lnTo>
                    <a:pt x="1635495" y="1968434"/>
                  </a:lnTo>
                  <a:lnTo>
                    <a:pt x="1613023" y="1981074"/>
                  </a:lnTo>
                  <a:lnTo>
                    <a:pt x="1590552" y="1994417"/>
                  </a:lnTo>
                  <a:lnTo>
                    <a:pt x="1567378" y="2007057"/>
                  </a:lnTo>
                  <a:lnTo>
                    <a:pt x="1544205" y="2018292"/>
                  </a:lnTo>
                  <a:lnTo>
                    <a:pt x="1520329" y="2029528"/>
                  </a:lnTo>
                  <a:lnTo>
                    <a:pt x="1496453" y="2040062"/>
                  </a:lnTo>
                  <a:lnTo>
                    <a:pt x="1471875" y="2049191"/>
                  </a:lnTo>
                  <a:lnTo>
                    <a:pt x="1447999" y="2059022"/>
                  </a:lnTo>
                  <a:lnTo>
                    <a:pt x="1422017" y="2067449"/>
                  </a:lnTo>
                  <a:lnTo>
                    <a:pt x="1397439" y="2075875"/>
                  </a:lnTo>
                  <a:lnTo>
                    <a:pt x="1372159" y="2082898"/>
                  </a:lnTo>
                  <a:lnTo>
                    <a:pt x="1346176" y="2090622"/>
                  </a:lnTo>
                  <a:lnTo>
                    <a:pt x="1320194" y="2096942"/>
                  </a:lnTo>
                  <a:lnTo>
                    <a:pt x="1294211" y="2102560"/>
                  </a:lnTo>
                  <a:lnTo>
                    <a:pt x="1267526" y="2108178"/>
                  </a:lnTo>
                  <a:lnTo>
                    <a:pt x="1240842" y="2111689"/>
                  </a:lnTo>
                  <a:lnTo>
                    <a:pt x="1214157" y="2115902"/>
                  </a:lnTo>
                  <a:lnTo>
                    <a:pt x="1187472" y="2119414"/>
                  </a:lnTo>
                  <a:lnTo>
                    <a:pt x="1159383" y="2121520"/>
                  </a:lnTo>
                  <a:lnTo>
                    <a:pt x="1132698" y="2122925"/>
                  </a:lnTo>
                  <a:lnTo>
                    <a:pt x="1104609" y="2124329"/>
                  </a:lnTo>
                  <a:lnTo>
                    <a:pt x="1077222" y="2124329"/>
                  </a:lnTo>
                  <a:lnTo>
                    <a:pt x="1049133" y="2124329"/>
                  </a:lnTo>
                  <a:lnTo>
                    <a:pt x="1021746" y="2122925"/>
                  </a:lnTo>
                  <a:lnTo>
                    <a:pt x="994359" y="2121520"/>
                  </a:lnTo>
                  <a:lnTo>
                    <a:pt x="966972" y="2119414"/>
                  </a:lnTo>
                  <a:lnTo>
                    <a:pt x="939585" y="2115902"/>
                  </a:lnTo>
                  <a:lnTo>
                    <a:pt x="912900" y="2111689"/>
                  </a:lnTo>
                  <a:lnTo>
                    <a:pt x="886215" y="2108178"/>
                  </a:lnTo>
                  <a:lnTo>
                    <a:pt x="860233" y="2102560"/>
                  </a:lnTo>
                  <a:lnTo>
                    <a:pt x="833548" y="2096942"/>
                  </a:lnTo>
                  <a:lnTo>
                    <a:pt x="807566" y="2090622"/>
                  </a:lnTo>
                  <a:lnTo>
                    <a:pt x="782285" y="2082898"/>
                  </a:lnTo>
                  <a:lnTo>
                    <a:pt x="757005" y="2075875"/>
                  </a:lnTo>
                  <a:lnTo>
                    <a:pt x="731022" y="2067449"/>
                  </a:lnTo>
                  <a:lnTo>
                    <a:pt x="706444" y="2059022"/>
                  </a:lnTo>
                  <a:lnTo>
                    <a:pt x="681866" y="2049191"/>
                  </a:lnTo>
                  <a:lnTo>
                    <a:pt x="657991" y="2040062"/>
                  </a:lnTo>
                  <a:lnTo>
                    <a:pt x="633412" y="2029528"/>
                  </a:lnTo>
                  <a:lnTo>
                    <a:pt x="610239" y="2018292"/>
                  </a:lnTo>
                  <a:lnTo>
                    <a:pt x="587065" y="2007057"/>
                  </a:lnTo>
                  <a:lnTo>
                    <a:pt x="563892" y="1994417"/>
                  </a:lnTo>
                  <a:lnTo>
                    <a:pt x="540718" y="1981074"/>
                  </a:lnTo>
                  <a:lnTo>
                    <a:pt x="518247" y="1968434"/>
                  </a:lnTo>
                  <a:lnTo>
                    <a:pt x="496478" y="1954390"/>
                  </a:lnTo>
                  <a:lnTo>
                    <a:pt x="474708" y="1940345"/>
                  </a:lnTo>
                  <a:lnTo>
                    <a:pt x="453642" y="1926300"/>
                  </a:lnTo>
                  <a:lnTo>
                    <a:pt x="432575" y="1910149"/>
                  </a:lnTo>
                  <a:lnTo>
                    <a:pt x="411508" y="1894700"/>
                  </a:lnTo>
                  <a:lnTo>
                    <a:pt x="391143" y="1877846"/>
                  </a:lnTo>
                  <a:lnTo>
                    <a:pt x="372183" y="1861695"/>
                  </a:lnTo>
                  <a:lnTo>
                    <a:pt x="352520" y="1844139"/>
                  </a:lnTo>
                  <a:lnTo>
                    <a:pt x="333560" y="1827286"/>
                  </a:lnTo>
                  <a:lnTo>
                    <a:pt x="315302" y="1809028"/>
                  </a:lnTo>
                  <a:lnTo>
                    <a:pt x="297044" y="1790770"/>
                  </a:lnTo>
                  <a:lnTo>
                    <a:pt x="278786" y="1771810"/>
                  </a:lnTo>
                  <a:lnTo>
                    <a:pt x="262635" y="1752147"/>
                  </a:lnTo>
                  <a:lnTo>
                    <a:pt x="245781" y="1731783"/>
                  </a:lnTo>
                  <a:lnTo>
                    <a:pt x="229630" y="1712120"/>
                  </a:lnTo>
                  <a:lnTo>
                    <a:pt x="214181" y="1691755"/>
                  </a:lnTo>
                  <a:lnTo>
                    <a:pt x="198030" y="1670689"/>
                  </a:lnTo>
                  <a:lnTo>
                    <a:pt x="183283" y="1649622"/>
                  </a:lnTo>
                  <a:lnTo>
                    <a:pt x="169238" y="1627853"/>
                  </a:lnTo>
                  <a:lnTo>
                    <a:pt x="155896" y="1605381"/>
                  </a:lnTo>
                  <a:lnTo>
                    <a:pt x="141851" y="1582910"/>
                  </a:lnTo>
                  <a:lnTo>
                    <a:pt x="129211" y="1560438"/>
                  </a:lnTo>
                  <a:lnTo>
                    <a:pt x="117273" y="1537265"/>
                  </a:lnTo>
                  <a:lnTo>
                    <a:pt x="106038" y="1514091"/>
                  </a:lnTo>
                  <a:lnTo>
                    <a:pt x="94802" y="1490215"/>
                  </a:lnTo>
                  <a:lnTo>
                    <a:pt x="84269" y="1466340"/>
                  </a:lnTo>
                  <a:lnTo>
                    <a:pt x="73735" y="1442464"/>
                  </a:lnTo>
                  <a:lnTo>
                    <a:pt x="65308" y="1417886"/>
                  </a:lnTo>
                  <a:lnTo>
                    <a:pt x="56179" y="1393308"/>
                  </a:lnTo>
                  <a:lnTo>
                    <a:pt x="47753" y="1367325"/>
                  </a:lnTo>
                  <a:lnTo>
                    <a:pt x="40028" y="1342045"/>
                  </a:lnTo>
                  <a:lnTo>
                    <a:pt x="33708" y="1316765"/>
                  </a:lnTo>
                  <a:lnTo>
                    <a:pt x="26686" y="1290080"/>
                  </a:lnTo>
                  <a:lnTo>
                    <a:pt x="21770" y="1264097"/>
                  </a:lnTo>
                  <a:lnTo>
                    <a:pt x="16152" y="1238115"/>
                  </a:lnTo>
                  <a:lnTo>
                    <a:pt x="11939" y="1210728"/>
                  </a:lnTo>
                  <a:lnTo>
                    <a:pt x="8428" y="1184043"/>
                  </a:lnTo>
                  <a:lnTo>
                    <a:pt x="4917" y="1157358"/>
                  </a:lnTo>
                  <a:lnTo>
                    <a:pt x="2810" y="1129971"/>
                  </a:lnTo>
                  <a:lnTo>
                    <a:pt x="703" y="1102584"/>
                  </a:lnTo>
                  <a:lnTo>
                    <a:pt x="1" y="1074495"/>
                  </a:lnTo>
                  <a:lnTo>
                    <a:pt x="1" y="1047108"/>
                  </a:lnTo>
                  <a:lnTo>
                    <a:pt x="0" y="1047108"/>
                  </a:lnTo>
                  <a:close/>
                </a:path>
              </a:pathLst>
            </a:custGeom>
            <a:solidFill>
              <a:srgbClr val="E0E0E0"/>
            </a:solidFill>
            <a:ln w="12700">
              <a:noFill/>
              <a:prstDash val="solid"/>
              <a:round/>
              <a:headEnd/>
              <a:tailEnd/>
            </a:ln>
          </p:spPr>
          <p:txBody>
            <a:bodyPr anchor="ctr"/>
            <a:lstStyle/>
            <a:p>
              <a:pPr algn="ctr"/>
              <a:endParaRPr>
                <a:latin typeface="幼圆" panose="02010509060101010101" pitchFamily="49" charset="-122"/>
                <a:ea typeface="幼圆" panose="02010509060101010101" pitchFamily="49" charset="-122"/>
                <a:cs typeface="+mn-ea"/>
                <a:sym typeface="+mn-lt"/>
              </a:endParaRPr>
            </a:p>
          </p:txBody>
        </p:sp>
        <p:sp>
          <p:nvSpPr>
            <p:cNvPr id="48" name="Freeform: Shape 3"/>
            <p:cNvSpPr/>
            <p:nvPr/>
          </p:nvSpPr>
          <p:spPr>
            <a:xfrm flipH="1" flipV="1">
              <a:off x="3935760" y="1268760"/>
              <a:ext cx="2392973" cy="2359525"/>
            </a:xfrm>
            <a:custGeom>
              <a:avLst/>
              <a:gdLst/>
              <a:ahLst/>
              <a:cxnLst/>
              <a:rect l="l" t="t" r="r" b="b"/>
              <a:pathLst>
                <a:path w="2154443" h="2124329">
                  <a:moveTo>
                    <a:pt x="0" y="0"/>
                  </a:moveTo>
                  <a:lnTo>
                    <a:pt x="264483" y="0"/>
                  </a:lnTo>
                  <a:lnTo>
                    <a:pt x="264483" y="1047108"/>
                  </a:lnTo>
                  <a:lnTo>
                    <a:pt x="264039" y="1047108"/>
                  </a:lnTo>
                  <a:lnTo>
                    <a:pt x="264039" y="1068175"/>
                  </a:lnTo>
                  <a:lnTo>
                    <a:pt x="265444" y="1089242"/>
                  </a:lnTo>
                  <a:lnTo>
                    <a:pt x="266146" y="1110309"/>
                  </a:lnTo>
                  <a:lnTo>
                    <a:pt x="268955" y="1129971"/>
                  </a:lnTo>
                  <a:lnTo>
                    <a:pt x="271062" y="1150336"/>
                  </a:lnTo>
                  <a:lnTo>
                    <a:pt x="273871" y="1170701"/>
                  </a:lnTo>
                  <a:lnTo>
                    <a:pt x="276680" y="1191065"/>
                  </a:lnTo>
                  <a:lnTo>
                    <a:pt x="280893" y="1210728"/>
                  </a:lnTo>
                  <a:lnTo>
                    <a:pt x="285106" y="1230390"/>
                  </a:lnTo>
                  <a:lnTo>
                    <a:pt x="289320" y="1250053"/>
                  </a:lnTo>
                  <a:lnTo>
                    <a:pt x="294938" y="1269715"/>
                  </a:lnTo>
                  <a:lnTo>
                    <a:pt x="300555" y="1288675"/>
                  </a:lnTo>
                  <a:lnTo>
                    <a:pt x="306875" y="1307636"/>
                  </a:lnTo>
                  <a:lnTo>
                    <a:pt x="313898" y="1326596"/>
                  </a:lnTo>
                  <a:lnTo>
                    <a:pt x="320218" y="1344854"/>
                  </a:lnTo>
                  <a:lnTo>
                    <a:pt x="327942" y="1363814"/>
                  </a:lnTo>
                  <a:lnTo>
                    <a:pt x="336369" y="1382072"/>
                  </a:lnTo>
                  <a:lnTo>
                    <a:pt x="344094" y="1399628"/>
                  </a:lnTo>
                  <a:lnTo>
                    <a:pt x="353223" y="1417183"/>
                  </a:lnTo>
                  <a:lnTo>
                    <a:pt x="362352" y="1434037"/>
                  </a:lnTo>
                  <a:lnTo>
                    <a:pt x="372183" y="1451593"/>
                  </a:lnTo>
                  <a:lnTo>
                    <a:pt x="382014" y="1468446"/>
                  </a:lnTo>
                  <a:lnTo>
                    <a:pt x="391845" y="1485300"/>
                  </a:lnTo>
                  <a:lnTo>
                    <a:pt x="403081" y="1501451"/>
                  </a:lnTo>
                  <a:lnTo>
                    <a:pt x="413614" y="1516900"/>
                  </a:lnTo>
                  <a:lnTo>
                    <a:pt x="425552" y="1533754"/>
                  </a:lnTo>
                  <a:lnTo>
                    <a:pt x="437490" y="1548501"/>
                  </a:lnTo>
                  <a:lnTo>
                    <a:pt x="450130" y="1564652"/>
                  </a:lnTo>
                  <a:lnTo>
                    <a:pt x="462771" y="1578696"/>
                  </a:lnTo>
                  <a:lnTo>
                    <a:pt x="475411" y="1593443"/>
                  </a:lnTo>
                  <a:lnTo>
                    <a:pt x="488753" y="1607488"/>
                  </a:lnTo>
                  <a:lnTo>
                    <a:pt x="502095" y="1622235"/>
                  </a:lnTo>
                  <a:lnTo>
                    <a:pt x="516140" y="1635577"/>
                  </a:lnTo>
                  <a:lnTo>
                    <a:pt x="530887" y="1648919"/>
                  </a:lnTo>
                  <a:lnTo>
                    <a:pt x="544931" y="1661560"/>
                  </a:lnTo>
                  <a:lnTo>
                    <a:pt x="559678" y="1674200"/>
                  </a:lnTo>
                  <a:lnTo>
                    <a:pt x="575127" y="1686138"/>
                  </a:lnTo>
                  <a:lnTo>
                    <a:pt x="590576" y="1698076"/>
                  </a:lnTo>
                  <a:lnTo>
                    <a:pt x="606025" y="1709311"/>
                  </a:lnTo>
                  <a:lnTo>
                    <a:pt x="622879" y="1720547"/>
                  </a:lnTo>
                  <a:lnTo>
                    <a:pt x="639030" y="1731783"/>
                  </a:lnTo>
                  <a:lnTo>
                    <a:pt x="655884" y="1741614"/>
                  </a:lnTo>
                  <a:lnTo>
                    <a:pt x="672035" y="1752147"/>
                  </a:lnTo>
                  <a:lnTo>
                    <a:pt x="689591" y="1761978"/>
                  </a:lnTo>
                  <a:lnTo>
                    <a:pt x="706444" y="1771107"/>
                  </a:lnTo>
                  <a:lnTo>
                    <a:pt x="724702" y="1780236"/>
                  </a:lnTo>
                  <a:lnTo>
                    <a:pt x="742258" y="1787961"/>
                  </a:lnTo>
                  <a:lnTo>
                    <a:pt x="760516" y="1795686"/>
                  </a:lnTo>
                  <a:lnTo>
                    <a:pt x="779476" y="1803410"/>
                  </a:lnTo>
                  <a:lnTo>
                    <a:pt x="797032" y="1810432"/>
                  </a:lnTo>
                  <a:lnTo>
                    <a:pt x="816695" y="1817455"/>
                  </a:lnTo>
                  <a:lnTo>
                    <a:pt x="835655" y="1823072"/>
                  </a:lnTo>
                  <a:lnTo>
                    <a:pt x="854615" y="1828690"/>
                  </a:lnTo>
                  <a:lnTo>
                    <a:pt x="873575" y="1833606"/>
                  </a:lnTo>
                  <a:lnTo>
                    <a:pt x="893940" y="1839224"/>
                  </a:lnTo>
                  <a:lnTo>
                    <a:pt x="912900" y="1843437"/>
                  </a:lnTo>
                  <a:lnTo>
                    <a:pt x="933265" y="1847651"/>
                  </a:lnTo>
                  <a:lnTo>
                    <a:pt x="952927" y="1850459"/>
                  </a:lnTo>
                  <a:lnTo>
                    <a:pt x="973292" y="1853268"/>
                  </a:lnTo>
                  <a:lnTo>
                    <a:pt x="994359" y="1855375"/>
                  </a:lnTo>
                  <a:lnTo>
                    <a:pt x="1014021" y="1856780"/>
                  </a:lnTo>
                  <a:lnTo>
                    <a:pt x="1035088" y="1858886"/>
                  </a:lnTo>
                  <a:lnTo>
                    <a:pt x="1056155" y="1859588"/>
                  </a:lnTo>
                  <a:lnTo>
                    <a:pt x="1077222" y="1860291"/>
                  </a:lnTo>
                  <a:lnTo>
                    <a:pt x="1098289" y="1859588"/>
                  </a:lnTo>
                  <a:lnTo>
                    <a:pt x="1119356" y="1858886"/>
                  </a:lnTo>
                  <a:lnTo>
                    <a:pt x="1139018" y="1856780"/>
                  </a:lnTo>
                  <a:lnTo>
                    <a:pt x="1160085" y="1855375"/>
                  </a:lnTo>
                  <a:lnTo>
                    <a:pt x="1180450" y="1853268"/>
                  </a:lnTo>
                  <a:lnTo>
                    <a:pt x="1200814" y="1850459"/>
                  </a:lnTo>
                  <a:lnTo>
                    <a:pt x="1221179" y="1847651"/>
                  </a:lnTo>
                  <a:lnTo>
                    <a:pt x="1240139" y="1843437"/>
                  </a:lnTo>
                  <a:lnTo>
                    <a:pt x="1260504" y="1839224"/>
                  </a:lnTo>
                  <a:lnTo>
                    <a:pt x="1280166" y="1833606"/>
                  </a:lnTo>
                  <a:lnTo>
                    <a:pt x="1299829" y="1828690"/>
                  </a:lnTo>
                  <a:lnTo>
                    <a:pt x="1318789" y="1823072"/>
                  </a:lnTo>
                  <a:lnTo>
                    <a:pt x="1337749" y="1817455"/>
                  </a:lnTo>
                  <a:lnTo>
                    <a:pt x="1356709" y="1810432"/>
                  </a:lnTo>
                  <a:lnTo>
                    <a:pt x="1374967" y="1803410"/>
                  </a:lnTo>
                  <a:lnTo>
                    <a:pt x="1393225" y="1795686"/>
                  </a:lnTo>
                  <a:lnTo>
                    <a:pt x="1410781" y="1787961"/>
                  </a:lnTo>
                  <a:lnTo>
                    <a:pt x="1429039" y="1780236"/>
                  </a:lnTo>
                  <a:lnTo>
                    <a:pt x="1447297" y="1771107"/>
                  </a:lnTo>
                  <a:lnTo>
                    <a:pt x="1464151" y="1761978"/>
                  </a:lnTo>
                  <a:lnTo>
                    <a:pt x="1481706" y="1752147"/>
                  </a:lnTo>
                  <a:lnTo>
                    <a:pt x="1498560" y="1741614"/>
                  </a:lnTo>
                  <a:lnTo>
                    <a:pt x="1515413" y="1731783"/>
                  </a:lnTo>
                  <a:lnTo>
                    <a:pt x="1531565" y="1720547"/>
                  </a:lnTo>
                  <a:lnTo>
                    <a:pt x="1547014" y="1709311"/>
                  </a:lnTo>
                  <a:lnTo>
                    <a:pt x="1563165" y="1698076"/>
                  </a:lnTo>
                  <a:lnTo>
                    <a:pt x="1578614" y="1686138"/>
                  </a:lnTo>
                  <a:lnTo>
                    <a:pt x="1594063" y="1674200"/>
                  </a:lnTo>
                  <a:lnTo>
                    <a:pt x="1608810" y="1661560"/>
                  </a:lnTo>
                  <a:lnTo>
                    <a:pt x="1623557" y="1648919"/>
                  </a:lnTo>
                  <a:lnTo>
                    <a:pt x="1637601" y="1635577"/>
                  </a:lnTo>
                  <a:lnTo>
                    <a:pt x="1651646" y="1622235"/>
                  </a:lnTo>
                  <a:lnTo>
                    <a:pt x="1665691" y="1607488"/>
                  </a:lnTo>
                  <a:lnTo>
                    <a:pt x="1678331" y="1593443"/>
                  </a:lnTo>
                  <a:lnTo>
                    <a:pt x="1691673" y="1578696"/>
                  </a:lnTo>
                  <a:lnTo>
                    <a:pt x="1703611" y="1564652"/>
                  </a:lnTo>
                  <a:lnTo>
                    <a:pt x="1716251" y="1548501"/>
                  </a:lnTo>
                  <a:lnTo>
                    <a:pt x="1728189" y="1533754"/>
                  </a:lnTo>
                  <a:lnTo>
                    <a:pt x="1739425" y="1516900"/>
                  </a:lnTo>
                  <a:lnTo>
                    <a:pt x="1750660" y="1501451"/>
                  </a:lnTo>
                  <a:lnTo>
                    <a:pt x="1761194" y="1485300"/>
                  </a:lnTo>
                  <a:lnTo>
                    <a:pt x="1771727" y="1468446"/>
                  </a:lnTo>
                  <a:lnTo>
                    <a:pt x="1781559" y="1451593"/>
                  </a:lnTo>
                  <a:lnTo>
                    <a:pt x="1791390" y="1434037"/>
                  </a:lnTo>
                  <a:lnTo>
                    <a:pt x="1801221" y="1417183"/>
                  </a:lnTo>
                  <a:lnTo>
                    <a:pt x="1809648" y="1399628"/>
                  </a:lnTo>
                  <a:lnTo>
                    <a:pt x="1817372" y="1382072"/>
                  </a:lnTo>
                  <a:lnTo>
                    <a:pt x="1825799" y="1363814"/>
                  </a:lnTo>
                  <a:lnTo>
                    <a:pt x="1833524" y="1344854"/>
                  </a:lnTo>
                  <a:lnTo>
                    <a:pt x="1839844" y="1326596"/>
                  </a:lnTo>
                  <a:lnTo>
                    <a:pt x="1846866" y="1307636"/>
                  </a:lnTo>
                  <a:lnTo>
                    <a:pt x="1852484" y="1288675"/>
                  </a:lnTo>
                  <a:lnTo>
                    <a:pt x="1858804" y="1269715"/>
                  </a:lnTo>
                  <a:lnTo>
                    <a:pt x="1863720" y="1250053"/>
                  </a:lnTo>
                  <a:lnTo>
                    <a:pt x="1868635" y="1230390"/>
                  </a:lnTo>
                  <a:lnTo>
                    <a:pt x="1872848" y="1210728"/>
                  </a:lnTo>
                  <a:lnTo>
                    <a:pt x="1876360" y="1191065"/>
                  </a:lnTo>
                  <a:lnTo>
                    <a:pt x="1880573" y="1170701"/>
                  </a:lnTo>
                  <a:lnTo>
                    <a:pt x="1883382" y="1150336"/>
                  </a:lnTo>
                  <a:lnTo>
                    <a:pt x="1885489" y="1129971"/>
                  </a:lnTo>
                  <a:lnTo>
                    <a:pt x="1886893" y="1110309"/>
                  </a:lnTo>
                  <a:lnTo>
                    <a:pt x="1889000" y="1089242"/>
                  </a:lnTo>
                  <a:lnTo>
                    <a:pt x="1889702" y="1068175"/>
                  </a:lnTo>
                  <a:lnTo>
                    <a:pt x="1889702" y="1047108"/>
                  </a:lnTo>
                  <a:lnTo>
                    <a:pt x="1889960" y="1047108"/>
                  </a:lnTo>
                  <a:lnTo>
                    <a:pt x="1889960" y="0"/>
                  </a:lnTo>
                  <a:lnTo>
                    <a:pt x="2154443" y="0"/>
                  </a:lnTo>
                  <a:lnTo>
                    <a:pt x="2154443" y="1047108"/>
                  </a:lnTo>
                  <a:lnTo>
                    <a:pt x="2153741" y="1074495"/>
                  </a:lnTo>
                  <a:lnTo>
                    <a:pt x="2153039" y="1102584"/>
                  </a:lnTo>
                  <a:lnTo>
                    <a:pt x="2151634" y="1129971"/>
                  </a:lnTo>
                  <a:lnTo>
                    <a:pt x="2148123" y="1157358"/>
                  </a:lnTo>
                  <a:lnTo>
                    <a:pt x="2145314" y="1184043"/>
                  </a:lnTo>
                  <a:lnTo>
                    <a:pt x="2141803" y="1210728"/>
                  </a:lnTo>
                  <a:lnTo>
                    <a:pt x="2136887" y="1238115"/>
                  </a:lnTo>
                  <a:lnTo>
                    <a:pt x="2132674" y="1264097"/>
                  </a:lnTo>
                  <a:lnTo>
                    <a:pt x="2127056" y="1290080"/>
                  </a:lnTo>
                  <a:lnTo>
                    <a:pt x="2120034" y="1316765"/>
                  </a:lnTo>
                  <a:lnTo>
                    <a:pt x="2113012" y="1342045"/>
                  </a:lnTo>
                  <a:lnTo>
                    <a:pt x="2105989" y="1367325"/>
                  </a:lnTo>
                  <a:lnTo>
                    <a:pt x="2097562" y="1393308"/>
                  </a:lnTo>
                  <a:lnTo>
                    <a:pt x="2088434" y="1417886"/>
                  </a:lnTo>
                  <a:lnTo>
                    <a:pt x="2079305" y="1442464"/>
                  </a:lnTo>
                  <a:lnTo>
                    <a:pt x="2070176" y="1466340"/>
                  </a:lnTo>
                  <a:lnTo>
                    <a:pt x="2059642" y="1490215"/>
                  </a:lnTo>
                  <a:lnTo>
                    <a:pt x="2048406" y="1514091"/>
                  </a:lnTo>
                  <a:lnTo>
                    <a:pt x="2036468" y="1537265"/>
                  </a:lnTo>
                  <a:lnTo>
                    <a:pt x="2024531" y="1560438"/>
                  </a:lnTo>
                  <a:lnTo>
                    <a:pt x="2011188" y="1582910"/>
                  </a:lnTo>
                  <a:lnTo>
                    <a:pt x="1997846" y="1605381"/>
                  </a:lnTo>
                  <a:lnTo>
                    <a:pt x="1984503" y="1627853"/>
                  </a:lnTo>
                  <a:lnTo>
                    <a:pt x="1970459" y="1649622"/>
                  </a:lnTo>
                  <a:lnTo>
                    <a:pt x="1955010" y="1670689"/>
                  </a:lnTo>
                  <a:lnTo>
                    <a:pt x="1940263" y="1691755"/>
                  </a:lnTo>
                  <a:lnTo>
                    <a:pt x="1924814" y="1712120"/>
                  </a:lnTo>
                  <a:lnTo>
                    <a:pt x="1907960" y="1731783"/>
                  </a:lnTo>
                  <a:lnTo>
                    <a:pt x="1891809" y="1752147"/>
                  </a:lnTo>
                  <a:lnTo>
                    <a:pt x="1874253" y="1771810"/>
                  </a:lnTo>
                  <a:lnTo>
                    <a:pt x="1856697" y="1790770"/>
                  </a:lnTo>
                  <a:lnTo>
                    <a:pt x="1838439" y="1809028"/>
                  </a:lnTo>
                  <a:lnTo>
                    <a:pt x="1820883" y="1827286"/>
                  </a:lnTo>
                  <a:lnTo>
                    <a:pt x="1801221" y="1844139"/>
                  </a:lnTo>
                  <a:lnTo>
                    <a:pt x="1781559" y="1861695"/>
                  </a:lnTo>
                  <a:lnTo>
                    <a:pt x="1761896" y="1877846"/>
                  </a:lnTo>
                  <a:lnTo>
                    <a:pt x="1742234" y="1894700"/>
                  </a:lnTo>
                  <a:lnTo>
                    <a:pt x="1721869" y="1910149"/>
                  </a:lnTo>
                  <a:lnTo>
                    <a:pt x="1700802" y="1926300"/>
                  </a:lnTo>
                  <a:lnTo>
                    <a:pt x="1679033" y="1940345"/>
                  </a:lnTo>
                  <a:lnTo>
                    <a:pt x="1657264" y="1954390"/>
                  </a:lnTo>
                  <a:lnTo>
                    <a:pt x="1635495" y="1968434"/>
                  </a:lnTo>
                  <a:lnTo>
                    <a:pt x="1613023" y="1981074"/>
                  </a:lnTo>
                  <a:lnTo>
                    <a:pt x="1590552" y="1994417"/>
                  </a:lnTo>
                  <a:lnTo>
                    <a:pt x="1567378" y="2007057"/>
                  </a:lnTo>
                  <a:lnTo>
                    <a:pt x="1544205" y="2018292"/>
                  </a:lnTo>
                  <a:lnTo>
                    <a:pt x="1520329" y="2029528"/>
                  </a:lnTo>
                  <a:lnTo>
                    <a:pt x="1496453" y="2040062"/>
                  </a:lnTo>
                  <a:lnTo>
                    <a:pt x="1471875" y="2049191"/>
                  </a:lnTo>
                  <a:lnTo>
                    <a:pt x="1447999" y="2059022"/>
                  </a:lnTo>
                  <a:lnTo>
                    <a:pt x="1422017" y="2067449"/>
                  </a:lnTo>
                  <a:lnTo>
                    <a:pt x="1397439" y="2075875"/>
                  </a:lnTo>
                  <a:lnTo>
                    <a:pt x="1372159" y="2082898"/>
                  </a:lnTo>
                  <a:lnTo>
                    <a:pt x="1346176" y="2090622"/>
                  </a:lnTo>
                  <a:lnTo>
                    <a:pt x="1320194" y="2096942"/>
                  </a:lnTo>
                  <a:lnTo>
                    <a:pt x="1294211" y="2102560"/>
                  </a:lnTo>
                  <a:lnTo>
                    <a:pt x="1267526" y="2108178"/>
                  </a:lnTo>
                  <a:lnTo>
                    <a:pt x="1240842" y="2111689"/>
                  </a:lnTo>
                  <a:lnTo>
                    <a:pt x="1214157" y="2115902"/>
                  </a:lnTo>
                  <a:lnTo>
                    <a:pt x="1187472" y="2119414"/>
                  </a:lnTo>
                  <a:lnTo>
                    <a:pt x="1159383" y="2121520"/>
                  </a:lnTo>
                  <a:lnTo>
                    <a:pt x="1132698" y="2122925"/>
                  </a:lnTo>
                  <a:lnTo>
                    <a:pt x="1104609" y="2124329"/>
                  </a:lnTo>
                  <a:lnTo>
                    <a:pt x="1077222" y="2124329"/>
                  </a:lnTo>
                  <a:lnTo>
                    <a:pt x="1049133" y="2124329"/>
                  </a:lnTo>
                  <a:lnTo>
                    <a:pt x="1021746" y="2122925"/>
                  </a:lnTo>
                  <a:lnTo>
                    <a:pt x="994359" y="2121520"/>
                  </a:lnTo>
                  <a:lnTo>
                    <a:pt x="966972" y="2119414"/>
                  </a:lnTo>
                  <a:lnTo>
                    <a:pt x="939585" y="2115902"/>
                  </a:lnTo>
                  <a:lnTo>
                    <a:pt x="912900" y="2111689"/>
                  </a:lnTo>
                  <a:lnTo>
                    <a:pt x="886215" y="2108178"/>
                  </a:lnTo>
                  <a:lnTo>
                    <a:pt x="860233" y="2102560"/>
                  </a:lnTo>
                  <a:lnTo>
                    <a:pt x="833548" y="2096942"/>
                  </a:lnTo>
                  <a:lnTo>
                    <a:pt x="807566" y="2090622"/>
                  </a:lnTo>
                  <a:lnTo>
                    <a:pt x="782285" y="2082898"/>
                  </a:lnTo>
                  <a:lnTo>
                    <a:pt x="757005" y="2075875"/>
                  </a:lnTo>
                  <a:lnTo>
                    <a:pt x="731022" y="2067449"/>
                  </a:lnTo>
                  <a:lnTo>
                    <a:pt x="706444" y="2059022"/>
                  </a:lnTo>
                  <a:lnTo>
                    <a:pt x="681866" y="2049191"/>
                  </a:lnTo>
                  <a:lnTo>
                    <a:pt x="657991" y="2040062"/>
                  </a:lnTo>
                  <a:lnTo>
                    <a:pt x="633412" y="2029528"/>
                  </a:lnTo>
                  <a:lnTo>
                    <a:pt x="610239" y="2018292"/>
                  </a:lnTo>
                  <a:lnTo>
                    <a:pt x="587065" y="2007057"/>
                  </a:lnTo>
                  <a:lnTo>
                    <a:pt x="563892" y="1994417"/>
                  </a:lnTo>
                  <a:lnTo>
                    <a:pt x="540718" y="1981074"/>
                  </a:lnTo>
                  <a:lnTo>
                    <a:pt x="518247" y="1968434"/>
                  </a:lnTo>
                  <a:lnTo>
                    <a:pt x="496478" y="1954390"/>
                  </a:lnTo>
                  <a:lnTo>
                    <a:pt x="474708" y="1940345"/>
                  </a:lnTo>
                  <a:lnTo>
                    <a:pt x="453642" y="1926300"/>
                  </a:lnTo>
                  <a:lnTo>
                    <a:pt x="432575" y="1910149"/>
                  </a:lnTo>
                  <a:lnTo>
                    <a:pt x="411508" y="1894700"/>
                  </a:lnTo>
                  <a:lnTo>
                    <a:pt x="391143" y="1877846"/>
                  </a:lnTo>
                  <a:lnTo>
                    <a:pt x="372183" y="1861695"/>
                  </a:lnTo>
                  <a:lnTo>
                    <a:pt x="352520" y="1844139"/>
                  </a:lnTo>
                  <a:lnTo>
                    <a:pt x="333560" y="1827286"/>
                  </a:lnTo>
                  <a:lnTo>
                    <a:pt x="315302" y="1809028"/>
                  </a:lnTo>
                  <a:lnTo>
                    <a:pt x="297044" y="1790770"/>
                  </a:lnTo>
                  <a:lnTo>
                    <a:pt x="278786" y="1771810"/>
                  </a:lnTo>
                  <a:lnTo>
                    <a:pt x="262635" y="1752147"/>
                  </a:lnTo>
                  <a:lnTo>
                    <a:pt x="245781" y="1731783"/>
                  </a:lnTo>
                  <a:lnTo>
                    <a:pt x="229630" y="1712120"/>
                  </a:lnTo>
                  <a:lnTo>
                    <a:pt x="214181" y="1691755"/>
                  </a:lnTo>
                  <a:lnTo>
                    <a:pt x="198030" y="1670689"/>
                  </a:lnTo>
                  <a:lnTo>
                    <a:pt x="183283" y="1649622"/>
                  </a:lnTo>
                  <a:lnTo>
                    <a:pt x="169238" y="1627853"/>
                  </a:lnTo>
                  <a:lnTo>
                    <a:pt x="155896" y="1605381"/>
                  </a:lnTo>
                  <a:lnTo>
                    <a:pt x="141851" y="1582910"/>
                  </a:lnTo>
                  <a:lnTo>
                    <a:pt x="129211" y="1560438"/>
                  </a:lnTo>
                  <a:lnTo>
                    <a:pt x="117273" y="1537265"/>
                  </a:lnTo>
                  <a:lnTo>
                    <a:pt x="106038" y="1514091"/>
                  </a:lnTo>
                  <a:lnTo>
                    <a:pt x="94802" y="1490215"/>
                  </a:lnTo>
                  <a:lnTo>
                    <a:pt x="84269" y="1466340"/>
                  </a:lnTo>
                  <a:lnTo>
                    <a:pt x="73735" y="1442464"/>
                  </a:lnTo>
                  <a:lnTo>
                    <a:pt x="65308" y="1417886"/>
                  </a:lnTo>
                  <a:lnTo>
                    <a:pt x="56179" y="1393308"/>
                  </a:lnTo>
                  <a:lnTo>
                    <a:pt x="47753" y="1367325"/>
                  </a:lnTo>
                  <a:lnTo>
                    <a:pt x="40028" y="1342045"/>
                  </a:lnTo>
                  <a:lnTo>
                    <a:pt x="33708" y="1316765"/>
                  </a:lnTo>
                  <a:lnTo>
                    <a:pt x="26686" y="1290080"/>
                  </a:lnTo>
                  <a:lnTo>
                    <a:pt x="21770" y="1264097"/>
                  </a:lnTo>
                  <a:lnTo>
                    <a:pt x="16152" y="1238115"/>
                  </a:lnTo>
                  <a:lnTo>
                    <a:pt x="11939" y="1210728"/>
                  </a:lnTo>
                  <a:lnTo>
                    <a:pt x="8428" y="1184043"/>
                  </a:lnTo>
                  <a:lnTo>
                    <a:pt x="4917" y="1157358"/>
                  </a:lnTo>
                  <a:lnTo>
                    <a:pt x="2810" y="1129971"/>
                  </a:lnTo>
                  <a:lnTo>
                    <a:pt x="703" y="1102584"/>
                  </a:lnTo>
                  <a:lnTo>
                    <a:pt x="1" y="1074495"/>
                  </a:lnTo>
                  <a:lnTo>
                    <a:pt x="1" y="1047108"/>
                  </a:lnTo>
                  <a:lnTo>
                    <a:pt x="0" y="1047108"/>
                  </a:lnTo>
                  <a:close/>
                </a:path>
              </a:pathLst>
            </a:custGeom>
            <a:solidFill>
              <a:srgbClr val="E0E0E0"/>
            </a:solidFill>
            <a:ln w="12700">
              <a:noFill/>
              <a:prstDash val="solid"/>
              <a:round/>
              <a:headEnd/>
              <a:tailEnd/>
            </a:ln>
          </p:spPr>
          <p:txBody>
            <a:bodyPr anchor="ctr"/>
            <a:lstStyle/>
            <a:p>
              <a:pPr algn="ctr"/>
              <a:endParaRPr>
                <a:latin typeface="幼圆" panose="02010509060101010101" pitchFamily="49" charset="-122"/>
                <a:ea typeface="幼圆" panose="02010509060101010101" pitchFamily="49" charset="-122"/>
                <a:cs typeface="+mn-ea"/>
                <a:sym typeface="+mn-lt"/>
              </a:endParaRPr>
            </a:p>
          </p:txBody>
        </p:sp>
        <p:sp>
          <p:nvSpPr>
            <p:cNvPr id="49" name="Freeform: Shape 4"/>
            <p:cNvSpPr/>
            <p:nvPr/>
          </p:nvSpPr>
          <p:spPr>
            <a:xfrm>
              <a:off x="1836059" y="3628285"/>
              <a:ext cx="2392973" cy="2359525"/>
            </a:xfrm>
            <a:custGeom>
              <a:avLst/>
              <a:gdLst/>
              <a:ahLst/>
              <a:cxnLst/>
              <a:rect l="l" t="t" r="r" b="b"/>
              <a:pathLst>
                <a:path w="2154443" h="2124329">
                  <a:moveTo>
                    <a:pt x="0" y="0"/>
                  </a:moveTo>
                  <a:lnTo>
                    <a:pt x="264483" y="0"/>
                  </a:lnTo>
                  <a:lnTo>
                    <a:pt x="264483" y="1047108"/>
                  </a:lnTo>
                  <a:lnTo>
                    <a:pt x="264039" y="1047108"/>
                  </a:lnTo>
                  <a:lnTo>
                    <a:pt x="264039" y="1068175"/>
                  </a:lnTo>
                  <a:lnTo>
                    <a:pt x="265444" y="1089242"/>
                  </a:lnTo>
                  <a:lnTo>
                    <a:pt x="266146" y="1110309"/>
                  </a:lnTo>
                  <a:lnTo>
                    <a:pt x="268955" y="1129971"/>
                  </a:lnTo>
                  <a:lnTo>
                    <a:pt x="271062" y="1150336"/>
                  </a:lnTo>
                  <a:lnTo>
                    <a:pt x="273871" y="1170701"/>
                  </a:lnTo>
                  <a:lnTo>
                    <a:pt x="276680" y="1191065"/>
                  </a:lnTo>
                  <a:lnTo>
                    <a:pt x="280893" y="1210728"/>
                  </a:lnTo>
                  <a:lnTo>
                    <a:pt x="285106" y="1230390"/>
                  </a:lnTo>
                  <a:lnTo>
                    <a:pt x="289320" y="1250053"/>
                  </a:lnTo>
                  <a:lnTo>
                    <a:pt x="294938" y="1269715"/>
                  </a:lnTo>
                  <a:lnTo>
                    <a:pt x="300555" y="1288675"/>
                  </a:lnTo>
                  <a:lnTo>
                    <a:pt x="306875" y="1307636"/>
                  </a:lnTo>
                  <a:lnTo>
                    <a:pt x="313898" y="1326596"/>
                  </a:lnTo>
                  <a:lnTo>
                    <a:pt x="320218" y="1344854"/>
                  </a:lnTo>
                  <a:lnTo>
                    <a:pt x="327942" y="1363814"/>
                  </a:lnTo>
                  <a:lnTo>
                    <a:pt x="336369" y="1382072"/>
                  </a:lnTo>
                  <a:lnTo>
                    <a:pt x="344094" y="1399628"/>
                  </a:lnTo>
                  <a:lnTo>
                    <a:pt x="353223" y="1417183"/>
                  </a:lnTo>
                  <a:lnTo>
                    <a:pt x="362352" y="1434037"/>
                  </a:lnTo>
                  <a:lnTo>
                    <a:pt x="372183" y="1451593"/>
                  </a:lnTo>
                  <a:lnTo>
                    <a:pt x="382014" y="1468446"/>
                  </a:lnTo>
                  <a:lnTo>
                    <a:pt x="391845" y="1485300"/>
                  </a:lnTo>
                  <a:lnTo>
                    <a:pt x="403081" y="1501451"/>
                  </a:lnTo>
                  <a:lnTo>
                    <a:pt x="413614" y="1516900"/>
                  </a:lnTo>
                  <a:lnTo>
                    <a:pt x="425552" y="1533754"/>
                  </a:lnTo>
                  <a:lnTo>
                    <a:pt x="437490" y="1548501"/>
                  </a:lnTo>
                  <a:lnTo>
                    <a:pt x="450130" y="1564652"/>
                  </a:lnTo>
                  <a:lnTo>
                    <a:pt x="462771" y="1578696"/>
                  </a:lnTo>
                  <a:lnTo>
                    <a:pt x="475411" y="1593443"/>
                  </a:lnTo>
                  <a:lnTo>
                    <a:pt x="488753" y="1607488"/>
                  </a:lnTo>
                  <a:lnTo>
                    <a:pt x="502095" y="1622235"/>
                  </a:lnTo>
                  <a:lnTo>
                    <a:pt x="516140" y="1635577"/>
                  </a:lnTo>
                  <a:lnTo>
                    <a:pt x="530887" y="1648919"/>
                  </a:lnTo>
                  <a:lnTo>
                    <a:pt x="544931" y="1661560"/>
                  </a:lnTo>
                  <a:lnTo>
                    <a:pt x="559678" y="1674200"/>
                  </a:lnTo>
                  <a:lnTo>
                    <a:pt x="575127" y="1686138"/>
                  </a:lnTo>
                  <a:lnTo>
                    <a:pt x="590576" y="1698076"/>
                  </a:lnTo>
                  <a:lnTo>
                    <a:pt x="606025" y="1709311"/>
                  </a:lnTo>
                  <a:lnTo>
                    <a:pt x="622879" y="1720547"/>
                  </a:lnTo>
                  <a:lnTo>
                    <a:pt x="639030" y="1731783"/>
                  </a:lnTo>
                  <a:lnTo>
                    <a:pt x="655884" y="1741614"/>
                  </a:lnTo>
                  <a:lnTo>
                    <a:pt x="672035" y="1752147"/>
                  </a:lnTo>
                  <a:lnTo>
                    <a:pt x="689591" y="1761978"/>
                  </a:lnTo>
                  <a:lnTo>
                    <a:pt x="706444" y="1771107"/>
                  </a:lnTo>
                  <a:lnTo>
                    <a:pt x="724702" y="1780236"/>
                  </a:lnTo>
                  <a:lnTo>
                    <a:pt x="742258" y="1787961"/>
                  </a:lnTo>
                  <a:lnTo>
                    <a:pt x="760516" y="1795686"/>
                  </a:lnTo>
                  <a:lnTo>
                    <a:pt x="779476" y="1803410"/>
                  </a:lnTo>
                  <a:lnTo>
                    <a:pt x="797032" y="1810432"/>
                  </a:lnTo>
                  <a:lnTo>
                    <a:pt x="816695" y="1817455"/>
                  </a:lnTo>
                  <a:lnTo>
                    <a:pt x="835655" y="1823072"/>
                  </a:lnTo>
                  <a:lnTo>
                    <a:pt x="854615" y="1828690"/>
                  </a:lnTo>
                  <a:lnTo>
                    <a:pt x="873575" y="1833606"/>
                  </a:lnTo>
                  <a:lnTo>
                    <a:pt x="893940" y="1839224"/>
                  </a:lnTo>
                  <a:lnTo>
                    <a:pt x="912900" y="1843437"/>
                  </a:lnTo>
                  <a:lnTo>
                    <a:pt x="933265" y="1847651"/>
                  </a:lnTo>
                  <a:lnTo>
                    <a:pt x="952927" y="1850459"/>
                  </a:lnTo>
                  <a:lnTo>
                    <a:pt x="973292" y="1853268"/>
                  </a:lnTo>
                  <a:lnTo>
                    <a:pt x="994359" y="1855375"/>
                  </a:lnTo>
                  <a:lnTo>
                    <a:pt x="1014021" y="1856780"/>
                  </a:lnTo>
                  <a:lnTo>
                    <a:pt x="1035088" y="1858886"/>
                  </a:lnTo>
                  <a:lnTo>
                    <a:pt x="1056155" y="1859588"/>
                  </a:lnTo>
                  <a:lnTo>
                    <a:pt x="1077222" y="1860291"/>
                  </a:lnTo>
                  <a:lnTo>
                    <a:pt x="1098289" y="1859588"/>
                  </a:lnTo>
                  <a:lnTo>
                    <a:pt x="1119356" y="1858886"/>
                  </a:lnTo>
                  <a:lnTo>
                    <a:pt x="1139018" y="1856780"/>
                  </a:lnTo>
                  <a:lnTo>
                    <a:pt x="1160085" y="1855375"/>
                  </a:lnTo>
                  <a:lnTo>
                    <a:pt x="1180450" y="1853268"/>
                  </a:lnTo>
                  <a:lnTo>
                    <a:pt x="1200814" y="1850459"/>
                  </a:lnTo>
                  <a:lnTo>
                    <a:pt x="1221179" y="1847651"/>
                  </a:lnTo>
                  <a:lnTo>
                    <a:pt x="1240139" y="1843437"/>
                  </a:lnTo>
                  <a:lnTo>
                    <a:pt x="1260504" y="1839224"/>
                  </a:lnTo>
                  <a:lnTo>
                    <a:pt x="1280166" y="1833606"/>
                  </a:lnTo>
                  <a:lnTo>
                    <a:pt x="1299829" y="1828690"/>
                  </a:lnTo>
                  <a:lnTo>
                    <a:pt x="1318789" y="1823072"/>
                  </a:lnTo>
                  <a:lnTo>
                    <a:pt x="1337749" y="1817455"/>
                  </a:lnTo>
                  <a:lnTo>
                    <a:pt x="1356709" y="1810432"/>
                  </a:lnTo>
                  <a:lnTo>
                    <a:pt x="1374967" y="1803410"/>
                  </a:lnTo>
                  <a:lnTo>
                    <a:pt x="1393225" y="1795686"/>
                  </a:lnTo>
                  <a:lnTo>
                    <a:pt x="1410781" y="1787961"/>
                  </a:lnTo>
                  <a:lnTo>
                    <a:pt x="1429039" y="1780236"/>
                  </a:lnTo>
                  <a:lnTo>
                    <a:pt x="1447297" y="1771107"/>
                  </a:lnTo>
                  <a:lnTo>
                    <a:pt x="1464151" y="1761978"/>
                  </a:lnTo>
                  <a:lnTo>
                    <a:pt x="1481706" y="1752147"/>
                  </a:lnTo>
                  <a:lnTo>
                    <a:pt x="1498560" y="1741614"/>
                  </a:lnTo>
                  <a:lnTo>
                    <a:pt x="1515413" y="1731783"/>
                  </a:lnTo>
                  <a:lnTo>
                    <a:pt x="1531565" y="1720547"/>
                  </a:lnTo>
                  <a:lnTo>
                    <a:pt x="1547014" y="1709311"/>
                  </a:lnTo>
                  <a:lnTo>
                    <a:pt x="1563165" y="1698076"/>
                  </a:lnTo>
                  <a:lnTo>
                    <a:pt x="1578614" y="1686138"/>
                  </a:lnTo>
                  <a:lnTo>
                    <a:pt x="1594063" y="1674200"/>
                  </a:lnTo>
                  <a:lnTo>
                    <a:pt x="1608810" y="1661560"/>
                  </a:lnTo>
                  <a:lnTo>
                    <a:pt x="1623557" y="1648919"/>
                  </a:lnTo>
                  <a:lnTo>
                    <a:pt x="1637601" y="1635577"/>
                  </a:lnTo>
                  <a:lnTo>
                    <a:pt x="1651646" y="1622235"/>
                  </a:lnTo>
                  <a:lnTo>
                    <a:pt x="1665691" y="1607488"/>
                  </a:lnTo>
                  <a:lnTo>
                    <a:pt x="1678331" y="1593443"/>
                  </a:lnTo>
                  <a:lnTo>
                    <a:pt x="1691673" y="1578696"/>
                  </a:lnTo>
                  <a:lnTo>
                    <a:pt x="1703611" y="1564652"/>
                  </a:lnTo>
                  <a:lnTo>
                    <a:pt x="1716251" y="1548501"/>
                  </a:lnTo>
                  <a:lnTo>
                    <a:pt x="1728189" y="1533754"/>
                  </a:lnTo>
                  <a:lnTo>
                    <a:pt x="1739425" y="1516900"/>
                  </a:lnTo>
                  <a:lnTo>
                    <a:pt x="1750660" y="1501451"/>
                  </a:lnTo>
                  <a:lnTo>
                    <a:pt x="1761194" y="1485300"/>
                  </a:lnTo>
                  <a:lnTo>
                    <a:pt x="1771727" y="1468446"/>
                  </a:lnTo>
                  <a:lnTo>
                    <a:pt x="1781559" y="1451593"/>
                  </a:lnTo>
                  <a:lnTo>
                    <a:pt x="1791390" y="1434037"/>
                  </a:lnTo>
                  <a:lnTo>
                    <a:pt x="1801221" y="1417183"/>
                  </a:lnTo>
                  <a:lnTo>
                    <a:pt x="1809648" y="1399628"/>
                  </a:lnTo>
                  <a:lnTo>
                    <a:pt x="1817372" y="1382072"/>
                  </a:lnTo>
                  <a:lnTo>
                    <a:pt x="1825799" y="1363814"/>
                  </a:lnTo>
                  <a:lnTo>
                    <a:pt x="1833524" y="1344854"/>
                  </a:lnTo>
                  <a:lnTo>
                    <a:pt x="1839844" y="1326596"/>
                  </a:lnTo>
                  <a:lnTo>
                    <a:pt x="1846866" y="1307636"/>
                  </a:lnTo>
                  <a:lnTo>
                    <a:pt x="1852484" y="1288675"/>
                  </a:lnTo>
                  <a:lnTo>
                    <a:pt x="1858804" y="1269715"/>
                  </a:lnTo>
                  <a:lnTo>
                    <a:pt x="1863720" y="1250053"/>
                  </a:lnTo>
                  <a:lnTo>
                    <a:pt x="1868635" y="1230390"/>
                  </a:lnTo>
                  <a:lnTo>
                    <a:pt x="1872848" y="1210728"/>
                  </a:lnTo>
                  <a:lnTo>
                    <a:pt x="1876360" y="1191065"/>
                  </a:lnTo>
                  <a:lnTo>
                    <a:pt x="1880573" y="1170701"/>
                  </a:lnTo>
                  <a:lnTo>
                    <a:pt x="1883382" y="1150336"/>
                  </a:lnTo>
                  <a:lnTo>
                    <a:pt x="1885489" y="1129971"/>
                  </a:lnTo>
                  <a:lnTo>
                    <a:pt x="1886893" y="1110309"/>
                  </a:lnTo>
                  <a:lnTo>
                    <a:pt x="1889000" y="1089242"/>
                  </a:lnTo>
                  <a:lnTo>
                    <a:pt x="1889702" y="1068175"/>
                  </a:lnTo>
                  <a:lnTo>
                    <a:pt x="1889702" y="1047108"/>
                  </a:lnTo>
                  <a:lnTo>
                    <a:pt x="1889960" y="1047108"/>
                  </a:lnTo>
                  <a:lnTo>
                    <a:pt x="1889960" y="0"/>
                  </a:lnTo>
                  <a:lnTo>
                    <a:pt x="2154443" y="0"/>
                  </a:lnTo>
                  <a:lnTo>
                    <a:pt x="2154443" y="1047108"/>
                  </a:lnTo>
                  <a:lnTo>
                    <a:pt x="2153741" y="1074495"/>
                  </a:lnTo>
                  <a:lnTo>
                    <a:pt x="2153039" y="1102584"/>
                  </a:lnTo>
                  <a:lnTo>
                    <a:pt x="2151634" y="1129971"/>
                  </a:lnTo>
                  <a:lnTo>
                    <a:pt x="2148123" y="1157358"/>
                  </a:lnTo>
                  <a:lnTo>
                    <a:pt x="2145314" y="1184043"/>
                  </a:lnTo>
                  <a:lnTo>
                    <a:pt x="2141803" y="1210728"/>
                  </a:lnTo>
                  <a:lnTo>
                    <a:pt x="2136887" y="1238115"/>
                  </a:lnTo>
                  <a:lnTo>
                    <a:pt x="2132674" y="1264097"/>
                  </a:lnTo>
                  <a:lnTo>
                    <a:pt x="2127056" y="1290080"/>
                  </a:lnTo>
                  <a:lnTo>
                    <a:pt x="2120034" y="1316765"/>
                  </a:lnTo>
                  <a:lnTo>
                    <a:pt x="2113012" y="1342045"/>
                  </a:lnTo>
                  <a:lnTo>
                    <a:pt x="2105989" y="1367325"/>
                  </a:lnTo>
                  <a:lnTo>
                    <a:pt x="2097562" y="1393308"/>
                  </a:lnTo>
                  <a:lnTo>
                    <a:pt x="2088434" y="1417886"/>
                  </a:lnTo>
                  <a:lnTo>
                    <a:pt x="2079305" y="1442464"/>
                  </a:lnTo>
                  <a:lnTo>
                    <a:pt x="2070176" y="1466340"/>
                  </a:lnTo>
                  <a:lnTo>
                    <a:pt x="2059642" y="1490215"/>
                  </a:lnTo>
                  <a:lnTo>
                    <a:pt x="2048406" y="1514091"/>
                  </a:lnTo>
                  <a:lnTo>
                    <a:pt x="2036468" y="1537265"/>
                  </a:lnTo>
                  <a:lnTo>
                    <a:pt x="2024531" y="1560438"/>
                  </a:lnTo>
                  <a:lnTo>
                    <a:pt x="2011188" y="1582910"/>
                  </a:lnTo>
                  <a:lnTo>
                    <a:pt x="1997846" y="1605381"/>
                  </a:lnTo>
                  <a:lnTo>
                    <a:pt x="1984503" y="1627853"/>
                  </a:lnTo>
                  <a:lnTo>
                    <a:pt x="1970459" y="1649622"/>
                  </a:lnTo>
                  <a:lnTo>
                    <a:pt x="1955010" y="1670689"/>
                  </a:lnTo>
                  <a:lnTo>
                    <a:pt x="1940263" y="1691755"/>
                  </a:lnTo>
                  <a:lnTo>
                    <a:pt x="1924814" y="1712120"/>
                  </a:lnTo>
                  <a:lnTo>
                    <a:pt x="1907960" y="1731783"/>
                  </a:lnTo>
                  <a:lnTo>
                    <a:pt x="1891809" y="1752147"/>
                  </a:lnTo>
                  <a:lnTo>
                    <a:pt x="1874253" y="1771810"/>
                  </a:lnTo>
                  <a:lnTo>
                    <a:pt x="1856697" y="1790770"/>
                  </a:lnTo>
                  <a:lnTo>
                    <a:pt x="1838439" y="1809028"/>
                  </a:lnTo>
                  <a:lnTo>
                    <a:pt x="1820883" y="1827286"/>
                  </a:lnTo>
                  <a:lnTo>
                    <a:pt x="1801221" y="1844139"/>
                  </a:lnTo>
                  <a:lnTo>
                    <a:pt x="1781559" y="1861695"/>
                  </a:lnTo>
                  <a:lnTo>
                    <a:pt x="1761896" y="1877846"/>
                  </a:lnTo>
                  <a:lnTo>
                    <a:pt x="1742234" y="1894700"/>
                  </a:lnTo>
                  <a:lnTo>
                    <a:pt x="1721869" y="1910149"/>
                  </a:lnTo>
                  <a:lnTo>
                    <a:pt x="1700802" y="1926300"/>
                  </a:lnTo>
                  <a:lnTo>
                    <a:pt x="1679033" y="1940345"/>
                  </a:lnTo>
                  <a:lnTo>
                    <a:pt x="1657264" y="1954390"/>
                  </a:lnTo>
                  <a:lnTo>
                    <a:pt x="1635495" y="1968434"/>
                  </a:lnTo>
                  <a:lnTo>
                    <a:pt x="1613023" y="1981074"/>
                  </a:lnTo>
                  <a:lnTo>
                    <a:pt x="1590552" y="1994417"/>
                  </a:lnTo>
                  <a:lnTo>
                    <a:pt x="1567378" y="2007057"/>
                  </a:lnTo>
                  <a:lnTo>
                    <a:pt x="1544205" y="2018292"/>
                  </a:lnTo>
                  <a:lnTo>
                    <a:pt x="1520329" y="2029528"/>
                  </a:lnTo>
                  <a:lnTo>
                    <a:pt x="1496453" y="2040062"/>
                  </a:lnTo>
                  <a:lnTo>
                    <a:pt x="1471875" y="2049191"/>
                  </a:lnTo>
                  <a:lnTo>
                    <a:pt x="1447999" y="2059022"/>
                  </a:lnTo>
                  <a:lnTo>
                    <a:pt x="1422017" y="2067449"/>
                  </a:lnTo>
                  <a:lnTo>
                    <a:pt x="1397439" y="2075875"/>
                  </a:lnTo>
                  <a:lnTo>
                    <a:pt x="1372159" y="2082898"/>
                  </a:lnTo>
                  <a:lnTo>
                    <a:pt x="1346176" y="2090622"/>
                  </a:lnTo>
                  <a:lnTo>
                    <a:pt x="1320194" y="2096942"/>
                  </a:lnTo>
                  <a:lnTo>
                    <a:pt x="1294211" y="2102560"/>
                  </a:lnTo>
                  <a:lnTo>
                    <a:pt x="1267526" y="2108178"/>
                  </a:lnTo>
                  <a:lnTo>
                    <a:pt x="1240842" y="2111689"/>
                  </a:lnTo>
                  <a:lnTo>
                    <a:pt x="1214157" y="2115902"/>
                  </a:lnTo>
                  <a:lnTo>
                    <a:pt x="1187472" y="2119414"/>
                  </a:lnTo>
                  <a:lnTo>
                    <a:pt x="1159383" y="2121520"/>
                  </a:lnTo>
                  <a:lnTo>
                    <a:pt x="1132698" y="2122925"/>
                  </a:lnTo>
                  <a:lnTo>
                    <a:pt x="1104609" y="2124329"/>
                  </a:lnTo>
                  <a:lnTo>
                    <a:pt x="1077222" y="2124329"/>
                  </a:lnTo>
                  <a:lnTo>
                    <a:pt x="1049133" y="2124329"/>
                  </a:lnTo>
                  <a:lnTo>
                    <a:pt x="1021746" y="2122925"/>
                  </a:lnTo>
                  <a:lnTo>
                    <a:pt x="994359" y="2121520"/>
                  </a:lnTo>
                  <a:lnTo>
                    <a:pt x="966972" y="2119414"/>
                  </a:lnTo>
                  <a:lnTo>
                    <a:pt x="939585" y="2115902"/>
                  </a:lnTo>
                  <a:lnTo>
                    <a:pt x="912900" y="2111689"/>
                  </a:lnTo>
                  <a:lnTo>
                    <a:pt x="886215" y="2108178"/>
                  </a:lnTo>
                  <a:lnTo>
                    <a:pt x="860233" y="2102560"/>
                  </a:lnTo>
                  <a:lnTo>
                    <a:pt x="833548" y="2096942"/>
                  </a:lnTo>
                  <a:lnTo>
                    <a:pt x="807566" y="2090622"/>
                  </a:lnTo>
                  <a:lnTo>
                    <a:pt x="782285" y="2082898"/>
                  </a:lnTo>
                  <a:lnTo>
                    <a:pt x="757005" y="2075875"/>
                  </a:lnTo>
                  <a:lnTo>
                    <a:pt x="731022" y="2067449"/>
                  </a:lnTo>
                  <a:lnTo>
                    <a:pt x="706444" y="2059022"/>
                  </a:lnTo>
                  <a:lnTo>
                    <a:pt x="681866" y="2049191"/>
                  </a:lnTo>
                  <a:lnTo>
                    <a:pt x="657991" y="2040062"/>
                  </a:lnTo>
                  <a:lnTo>
                    <a:pt x="633412" y="2029528"/>
                  </a:lnTo>
                  <a:lnTo>
                    <a:pt x="610239" y="2018292"/>
                  </a:lnTo>
                  <a:lnTo>
                    <a:pt x="587065" y="2007057"/>
                  </a:lnTo>
                  <a:lnTo>
                    <a:pt x="563892" y="1994417"/>
                  </a:lnTo>
                  <a:lnTo>
                    <a:pt x="540718" y="1981074"/>
                  </a:lnTo>
                  <a:lnTo>
                    <a:pt x="518247" y="1968434"/>
                  </a:lnTo>
                  <a:lnTo>
                    <a:pt x="496478" y="1954390"/>
                  </a:lnTo>
                  <a:lnTo>
                    <a:pt x="474708" y="1940345"/>
                  </a:lnTo>
                  <a:lnTo>
                    <a:pt x="453642" y="1926300"/>
                  </a:lnTo>
                  <a:lnTo>
                    <a:pt x="432575" y="1910149"/>
                  </a:lnTo>
                  <a:lnTo>
                    <a:pt x="411508" y="1894700"/>
                  </a:lnTo>
                  <a:lnTo>
                    <a:pt x="391143" y="1877846"/>
                  </a:lnTo>
                  <a:lnTo>
                    <a:pt x="372183" y="1861695"/>
                  </a:lnTo>
                  <a:lnTo>
                    <a:pt x="352520" y="1844139"/>
                  </a:lnTo>
                  <a:lnTo>
                    <a:pt x="333560" y="1827286"/>
                  </a:lnTo>
                  <a:lnTo>
                    <a:pt x="315302" y="1809028"/>
                  </a:lnTo>
                  <a:lnTo>
                    <a:pt x="297044" y="1790770"/>
                  </a:lnTo>
                  <a:lnTo>
                    <a:pt x="278786" y="1771810"/>
                  </a:lnTo>
                  <a:lnTo>
                    <a:pt x="262635" y="1752147"/>
                  </a:lnTo>
                  <a:lnTo>
                    <a:pt x="245781" y="1731783"/>
                  </a:lnTo>
                  <a:lnTo>
                    <a:pt x="229630" y="1712120"/>
                  </a:lnTo>
                  <a:lnTo>
                    <a:pt x="214181" y="1691755"/>
                  </a:lnTo>
                  <a:lnTo>
                    <a:pt x="198030" y="1670689"/>
                  </a:lnTo>
                  <a:lnTo>
                    <a:pt x="183283" y="1649622"/>
                  </a:lnTo>
                  <a:lnTo>
                    <a:pt x="169238" y="1627853"/>
                  </a:lnTo>
                  <a:lnTo>
                    <a:pt x="155896" y="1605381"/>
                  </a:lnTo>
                  <a:lnTo>
                    <a:pt x="141851" y="1582910"/>
                  </a:lnTo>
                  <a:lnTo>
                    <a:pt x="129211" y="1560438"/>
                  </a:lnTo>
                  <a:lnTo>
                    <a:pt x="117273" y="1537265"/>
                  </a:lnTo>
                  <a:lnTo>
                    <a:pt x="106038" y="1514091"/>
                  </a:lnTo>
                  <a:lnTo>
                    <a:pt x="94802" y="1490215"/>
                  </a:lnTo>
                  <a:lnTo>
                    <a:pt x="84269" y="1466340"/>
                  </a:lnTo>
                  <a:lnTo>
                    <a:pt x="73735" y="1442464"/>
                  </a:lnTo>
                  <a:lnTo>
                    <a:pt x="65308" y="1417886"/>
                  </a:lnTo>
                  <a:lnTo>
                    <a:pt x="56179" y="1393308"/>
                  </a:lnTo>
                  <a:lnTo>
                    <a:pt x="47753" y="1367325"/>
                  </a:lnTo>
                  <a:lnTo>
                    <a:pt x="40028" y="1342045"/>
                  </a:lnTo>
                  <a:lnTo>
                    <a:pt x="33708" y="1316765"/>
                  </a:lnTo>
                  <a:lnTo>
                    <a:pt x="26686" y="1290080"/>
                  </a:lnTo>
                  <a:lnTo>
                    <a:pt x="21770" y="1264097"/>
                  </a:lnTo>
                  <a:lnTo>
                    <a:pt x="16152" y="1238115"/>
                  </a:lnTo>
                  <a:lnTo>
                    <a:pt x="11939" y="1210728"/>
                  </a:lnTo>
                  <a:lnTo>
                    <a:pt x="8428" y="1184043"/>
                  </a:lnTo>
                  <a:lnTo>
                    <a:pt x="4917" y="1157358"/>
                  </a:lnTo>
                  <a:lnTo>
                    <a:pt x="2810" y="1129971"/>
                  </a:lnTo>
                  <a:lnTo>
                    <a:pt x="703" y="1102584"/>
                  </a:lnTo>
                  <a:lnTo>
                    <a:pt x="1" y="1074495"/>
                  </a:lnTo>
                  <a:lnTo>
                    <a:pt x="1" y="1047108"/>
                  </a:lnTo>
                  <a:lnTo>
                    <a:pt x="0" y="1047108"/>
                  </a:lnTo>
                  <a:close/>
                </a:path>
              </a:pathLst>
            </a:custGeom>
            <a:solidFill>
              <a:srgbClr val="E0E0E0"/>
            </a:solidFill>
            <a:ln w="12700">
              <a:noFill/>
              <a:prstDash val="solid"/>
              <a:round/>
              <a:headEnd/>
              <a:tailEnd/>
            </a:ln>
          </p:spPr>
          <p:txBody>
            <a:bodyPr vert="horz" wrap="square" lIns="360000" tIns="360000" rIns="360000" bIns="60960" anchor="t" anchorCtr="1" compatLnSpc="1">
              <a:prstTxWarp prst="textNoShape">
                <a:avLst/>
              </a:prstTxWarp>
              <a:normAutofit/>
            </a:bodyPr>
            <a:lstStyle/>
            <a:p>
              <a:pPr algn="ctr">
                <a:lnSpc>
                  <a:spcPct val="120000"/>
                </a:lnSpc>
                <a:defRPr/>
              </a:pPr>
              <a:r>
                <a:rPr lang="zh-CN" altLang="en-US" sz="1000" dirty="0">
                  <a:solidFill>
                    <a:schemeClr val="tx1">
                      <a:lumMod val="50000"/>
                      <a:lumOff val="50000"/>
                    </a:schemeClr>
                  </a:solidFill>
                  <a:latin typeface="幼圆" panose="02010509060101010101" pitchFamily="49" charset="-122"/>
                  <a:ea typeface="幼圆" panose="02010509060101010101" pitchFamily="49" charset="-122"/>
                  <a:cs typeface="+mn-ea"/>
                  <a:sym typeface="+mn-lt"/>
                </a:rPr>
                <a:t>此部分内容作为文字排版占位显示</a:t>
              </a:r>
            </a:p>
          </p:txBody>
        </p:sp>
        <p:sp>
          <p:nvSpPr>
            <p:cNvPr id="50" name="Freeform: Shape 5"/>
            <p:cNvSpPr>
              <a:spLocks/>
            </p:cNvSpPr>
            <p:nvPr/>
          </p:nvSpPr>
          <p:spPr bwMode="auto">
            <a:xfrm>
              <a:off x="1836063" y="2431801"/>
              <a:ext cx="2393753" cy="1196487"/>
            </a:xfrm>
            <a:custGeom>
              <a:avLst/>
              <a:gdLst>
                <a:gd name="T0" fmla="*/ 1624 w 3069"/>
                <a:gd name="T1" fmla="*/ 381 h 1534"/>
                <a:gd name="T2" fmla="*/ 1768 w 3069"/>
                <a:gd name="T3" fmla="*/ 400 h 1534"/>
                <a:gd name="T4" fmla="*/ 1906 w 3069"/>
                <a:gd name="T5" fmla="*/ 437 h 1534"/>
                <a:gd name="T6" fmla="*/ 2036 w 3069"/>
                <a:gd name="T7" fmla="*/ 490 h 1534"/>
                <a:gd name="T8" fmla="*/ 2159 w 3069"/>
                <a:gd name="T9" fmla="*/ 559 h 1534"/>
                <a:gd name="T10" fmla="*/ 2271 w 3069"/>
                <a:gd name="T11" fmla="*/ 641 h 1534"/>
                <a:gd name="T12" fmla="*/ 2372 w 3069"/>
                <a:gd name="T13" fmla="*/ 736 h 1534"/>
                <a:gd name="T14" fmla="*/ 2462 w 3069"/>
                <a:gd name="T15" fmla="*/ 841 h 1534"/>
                <a:gd name="T16" fmla="*/ 2538 w 3069"/>
                <a:gd name="T17" fmla="*/ 958 h 1534"/>
                <a:gd name="T18" fmla="*/ 2601 w 3069"/>
                <a:gd name="T19" fmla="*/ 1083 h 1534"/>
                <a:gd name="T20" fmla="*/ 2648 w 3069"/>
                <a:gd name="T21" fmla="*/ 1217 h 1534"/>
                <a:gd name="T22" fmla="*/ 2679 w 3069"/>
                <a:gd name="T23" fmla="*/ 1358 h 1534"/>
                <a:gd name="T24" fmla="*/ 2692 w 3069"/>
                <a:gd name="T25" fmla="*/ 1504 h 1534"/>
                <a:gd name="T26" fmla="*/ 3067 w 3069"/>
                <a:gd name="T27" fmla="*/ 1455 h 1534"/>
                <a:gd name="T28" fmla="*/ 3045 w 3069"/>
                <a:gd name="T29" fmla="*/ 1262 h 1534"/>
                <a:gd name="T30" fmla="*/ 3000 w 3069"/>
                <a:gd name="T31" fmla="*/ 1078 h 1534"/>
                <a:gd name="T32" fmla="*/ 2933 w 3069"/>
                <a:gd name="T33" fmla="*/ 903 h 1534"/>
                <a:gd name="T34" fmla="*/ 2846 w 3069"/>
                <a:gd name="T35" fmla="*/ 739 h 1534"/>
                <a:gd name="T36" fmla="*/ 2742 w 3069"/>
                <a:gd name="T37" fmla="*/ 587 h 1534"/>
                <a:gd name="T38" fmla="*/ 2619 w 3069"/>
                <a:gd name="T39" fmla="*/ 449 h 1534"/>
                <a:gd name="T40" fmla="*/ 2482 w 3069"/>
                <a:gd name="T41" fmla="*/ 327 h 1534"/>
                <a:gd name="T42" fmla="*/ 2330 w 3069"/>
                <a:gd name="T43" fmla="*/ 222 h 1534"/>
                <a:gd name="T44" fmla="*/ 2166 w 3069"/>
                <a:gd name="T45" fmla="*/ 135 h 1534"/>
                <a:gd name="T46" fmla="*/ 1990 w 3069"/>
                <a:gd name="T47" fmla="*/ 69 h 1534"/>
                <a:gd name="T48" fmla="*/ 1806 w 3069"/>
                <a:gd name="T49" fmla="*/ 23 h 1534"/>
                <a:gd name="T50" fmla="*/ 1614 w 3069"/>
                <a:gd name="T51" fmla="*/ 2 h 1534"/>
                <a:gd name="T52" fmla="*/ 1455 w 3069"/>
                <a:gd name="T53" fmla="*/ 2 h 1534"/>
                <a:gd name="T54" fmla="*/ 1263 w 3069"/>
                <a:gd name="T55" fmla="*/ 23 h 1534"/>
                <a:gd name="T56" fmla="*/ 1079 w 3069"/>
                <a:gd name="T57" fmla="*/ 69 h 1534"/>
                <a:gd name="T58" fmla="*/ 903 w 3069"/>
                <a:gd name="T59" fmla="*/ 135 h 1534"/>
                <a:gd name="T60" fmla="*/ 739 w 3069"/>
                <a:gd name="T61" fmla="*/ 222 h 1534"/>
                <a:gd name="T62" fmla="*/ 587 w 3069"/>
                <a:gd name="T63" fmla="*/ 327 h 1534"/>
                <a:gd name="T64" fmla="*/ 450 w 3069"/>
                <a:gd name="T65" fmla="*/ 449 h 1534"/>
                <a:gd name="T66" fmla="*/ 327 w 3069"/>
                <a:gd name="T67" fmla="*/ 587 h 1534"/>
                <a:gd name="T68" fmla="*/ 223 w 3069"/>
                <a:gd name="T69" fmla="*/ 739 h 1534"/>
                <a:gd name="T70" fmla="*/ 135 w 3069"/>
                <a:gd name="T71" fmla="*/ 903 h 1534"/>
                <a:gd name="T72" fmla="*/ 69 w 3069"/>
                <a:gd name="T73" fmla="*/ 1078 h 1534"/>
                <a:gd name="T74" fmla="*/ 25 w 3069"/>
                <a:gd name="T75" fmla="*/ 1262 h 1534"/>
                <a:gd name="T76" fmla="*/ 2 w 3069"/>
                <a:gd name="T77" fmla="*/ 1455 h 1534"/>
                <a:gd name="T78" fmla="*/ 377 w 3069"/>
                <a:gd name="T79" fmla="*/ 1504 h 1534"/>
                <a:gd name="T80" fmla="*/ 390 w 3069"/>
                <a:gd name="T81" fmla="*/ 1358 h 1534"/>
                <a:gd name="T82" fmla="*/ 421 w 3069"/>
                <a:gd name="T83" fmla="*/ 1217 h 1534"/>
                <a:gd name="T84" fmla="*/ 468 w 3069"/>
                <a:gd name="T85" fmla="*/ 1083 h 1534"/>
                <a:gd name="T86" fmla="*/ 531 w 3069"/>
                <a:gd name="T87" fmla="*/ 958 h 1534"/>
                <a:gd name="T88" fmla="*/ 608 w 3069"/>
                <a:gd name="T89" fmla="*/ 841 h 1534"/>
                <a:gd name="T90" fmla="*/ 697 w 3069"/>
                <a:gd name="T91" fmla="*/ 736 h 1534"/>
                <a:gd name="T92" fmla="*/ 798 w 3069"/>
                <a:gd name="T93" fmla="*/ 641 h 1534"/>
                <a:gd name="T94" fmla="*/ 910 w 3069"/>
                <a:gd name="T95" fmla="*/ 559 h 1534"/>
                <a:gd name="T96" fmla="*/ 1033 w 3069"/>
                <a:gd name="T97" fmla="*/ 490 h 1534"/>
                <a:gd name="T98" fmla="*/ 1163 w 3069"/>
                <a:gd name="T99" fmla="*/ 437 h 1534"/>
                <a:gd name="T100" fmla="*/ 1302 w 3069"/>
                <a:gd name="T101" fmla="*/ 400 h 1534"/>
                <a:gd name="T102" fmla="*/ 1446 w 3069"/>
                <a:gd name="T103" fmla="*/ 381 h 1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069" h="1534">
                  <a:moveTo>
                    <a:pt x="1534" y="376"/>
                  </a:moveTo>
                  <a:lnTo>
                    <a:pt x="1534" y="376"/>
                  </a:lnTo>
                  <a:lnTo>
                    <a:pt x="1564" y="377"/>
                  </a:lnTo>
                  <a:lnTo>
                    <a:pt x="1594" y="378"/>
                  </a:lnTo>
                  <a:lnTo>
                    <a:pt x="1624" y="381"/>
                  </a:lnTo>
                  <a:lnTo>
                    <a:pt x="1652" y="383"/>
                  </a:lnTo>
                  <a:lnTo>
                    <a:pt x="1682" y="386"/>
                  </a:lnTo>
                  <a:lnTo>
                    <a:pt x="1711" y="390"/>
                  </a:lnTo>
                  <a:lnTo>
                    <a:pt x="1740" y="394"/>
                  </a:lnTo>
                  <a:lnTo>
                    <a:pt x="1768" y="400"/>
                  </a:lnTo>
                  <a:lnTo>
                    <a:pt x="1796" y="406"/>
                  </a:lnTo>
                  <a:lnTo>
                    <a:pt x="1824" y="414"/>
                  </a:lnTo>
                  <a:lnTo>
                    <a:pt x="1852" y="421"/>
                  </a:lnTo>
                  <a:lnTo>
                    <a:pt x="1878" y="429"/>
                  </a:lnTo>
                  <a:lnTo>
                    <a:pt x="1906" y="437"/>
                  </a:lnTo>
                  <a:lnTo>
                    <a:pt x="1933" y="447"/>
                  </a:lnTo>
                  <a:lnTo>
                    <a:pt x="1958" y="457"/>
                  </a:lnTo>
                  <a:lnTo>
                    <a:pt x="1985" y="468"/>
                  </a:lnTo>
                  <a:lnTo>
                    <a:pt x="2011" y="479"/>
                  </a:lnTo>
                  <a:lnTo>
                    <a:pt x="2036" y="490"/>
                  </a:lnTo>
                  <a:lnTo>
                    <a:pt x="2062" y="503"/>
                  </a:lnTo>
                  <a:lnTo>
                    <a:pt x="2086" y="516"/>
                  </a:lnTo>
                  <a:lnTo>
                    <a:pt x="2111" y="530"/>
                  </a:lnTo>
                  <a:lnTo>
                    <a:pt x="2134" y="545"/>
                  </a:lnTo>
                  <a:lnTo>
                    <a:pt x="2159" y="559"/>
                  </a:lnTo>
                  <a:lnTo>
                    <a:pt x="2181" y="575"/>
                  </a:lnTo>
                  <a:lnTo>
                    <a:pt x="2205" y="591"/>
                  </a:lnTo>
                  <a:lnTo>
                    <a:pt x="2227" y="607"/>
                  </a:lnTo>
                  <a:lnTo>
                    <a:pt x="2249" y="624"/>
                  </a:lnTo>
                  <a:lnTo>
                    <a:pt x="2271" y="641"/>
                  </a:lnTo>
                  <a:lnTo>
                    <a:pt x="2292" y="659"/>
                  </a:lnTo>
                  <a:lnTo>
                    <a:pt x="2312" y="677"/>
                  </a:lnTo>
                  <a:lnTo>
                    <a:pt x="2333" y="696"/>
                  </a:lnTo>
                  <a:lnTo>
                    <a:pt x="2353" y="715"/>
                  </a:lnTo>
                  <a:lnTo>
                    <a:pt x="2372" y="736"/>
                  </a:lnTo>
                  <a:lnTo>
                    <a:pt x="2391" y="756"/>
                  </a:lnTo>
                  <a:lnTo>
                    <a:pt x="2409" y="777"/>
                  </a:lnTo>
                  <a:lnTo>
                    <a:pt x="2427" y="797"/>
                  </a:lnTo>
                  <a:lnTo>
                    <a:pt x="2445" y="820"/>
                  </a:lnTo>
                  <a:lnTo>
                    <a:pt x="2462" y="841"/>
                  </a:lnTo>
                  <a:lnTo>
                    <a:pt x="2479" y="865"/>
                  </a:lnTo>
                  <a:lnTo>
                    <a:pt x="2495" y="887"/>
                  </a:lnTo>
                  <a:lnTo>
                    <a:pt x="2510" y="910"/>
                  </a:lnTo>
                  <a:lnTo>
                    <a:pt x="2524" y="934"/>
                  </a:lnTo>
                  <a:lnTo>
                    <a:pt x="2538" y="958"/>
                  </a:lnTo>
                  <a:lnTo>
                    <a:pt x="2552" y="983"/>
                  </a:lnTo>
                  <a:lnTo>
                    <a:pt x="2565" y="1007"/>
                  </a:lnTo>
                  <a:lnTo>
                    <a:pt x="2578" y="1032"/>
                  </a:lnTo>
                  <a:lnTo>
                    <a:pt x="2589" y="1057"/>
                  </a:lnTo>
                  <a:lnTo>
                    <a:pt x="2601" y="1083"/>
                  </a:lnTo>
                  <a:lnTo>
                    <a:pt x="2612" y="1110"/>
                  </a:lnTo>
                  <a:lnTo>
                    <a:pt x="2621" y="1136"/>
                  </a:lnTo>
                  <a:lnTo>
                    <a:pt x="2631" y="1163"/>
                  </a:lnTo>
                  <a:lnTo>
                    <a:pt x="2640" y="1190"/>
                  </a:lnTo>
                  <a:lnTo>
                    <a:pt x="2648" y="1217"/>
                  </a:lnTo>
                  <a:lnTo>
                    <a:pt x="2656" y="1245"/>
                  </a:lnTo>
                  <a:lnTo>
                    <a:pt x="2662" y="1273"/>
                  </a:lnTo>
                  <a:lnTo>
                    <a:pt x="2668" y="1301"/>
                  </a:lnTo>
                  <a:lnTo>
                    <a:pt x="2674" y="1329"/>
                  </a:lnTo>
                  <a:lnTo>
                    <a:pt x="2679" y="1358"/>
                  </a:lnTo>
                  <a:lnTo>
                    <a:pt x="2682" y="1387"/>
                  </a:lnTo>
                  <a:lnTo>
                    <a:pt x="2685" y="1416"/>
                  </a:lnTo>
                  <a:lnTo>
                    <a:pt x="2689" y="1444"/>
                  </a:lnTo>
                  <a:lnTo>
                    <a:pt x="2691" y="1474"/>
                  </a:lnTo>
                  <a:lnTo>
                    <a:pt x="2692" y="1504"/>
                  </a:lnTo>
                  <a:lnTo>
                    <a:pt x="2692" y="1534"/>
                  </a:lnTo>
                  <a:lnTo>
                    <a:pt x="3069" y="1534"/>
                  </a:lnTo>
                  <a:lnTo>
                    <a:pt x="3069" y="1534"/>
                  </a:lnTo>
                  <a:lnTo>
                    <a:pt x="3068" y="1495"/>
                  </a:lnTo>
                  <a:lnTo>
                    <a:pt x="3067" y="1455"/>
                  </a:lnTo>
                  <a:lnTo>
                    <a:pt x="3064" y="1416"/>
                  </a:lnTo>
                  <a:lnTo>
                    <a:pt x="3061" y="1377"/>
                  </a:lnTo>
                  <a:lnTo>
                    <a:pt x="3056" y="1339"/>
                  </a:lnTo>
                  <a:lnTo>
                    <a:pt x="3051" y="1301"/>
                  </a:lnTo>
                  <a:lnTo>
                    <a:pt x="3045" y="1262"/>
                  </a:lnTo>
                  <a:lnTo>
                    <a:pt x="3037" y="1225"/>
                  </a:lnTo>
                  <a:lnTo>
                    <a:pt x="3030" y="1188"/>
                  </a:lnTo>
                  <a:lnTo>
                    <a:pt x="3020" y="1150"/>
                  </a:lnTo>
                  <a:lnTo>
                    <a:pt x="3011" y="1114"/>
                  </a:lnTo>
                  <a:lnTo>
                    <a:pt x="3000" y="1078"/>
                  </a:lnTo>
                  <a:lnTo>
                    <a:pt x="2988" y="1041"/>
                  </a:lnTo>
                  <a:lnTo>
                    <a:pt x="2975" y="1006"/>
                  </a:lnTo>
                  <a:lnTo>
                    <a:pt x="2963" y="971"/>
                  </a:lnTo>
                  <a:lnTo>
                    <a:pt x="2948" y="937"/>
                  </a:lnTo>
                  <a:lnTo>
                    <a:pt x="2933" y="903"/>
                  </a:lnTo>
                  <a:lnTo>
                    <a:pt x="2918" y="869"/>
                  </a:lnTo>
                  <a:lnTo>
                    <a:pt x="2901" y="836"/>
                  </a:lnTo>
                  <a:lnTo>
                    <a:pt x="2884" y="803"/>
                  </a:lnTo>
                  <a:lnTo>
                    <a:pt x="2866" y="771"/>
                  </a:lnTo>
                  <a:lnTo>
                    <a:pt x="2846" y="739"/>
                  </a:lnTo>
                  <a:lnTo>
                    <a:pt x="2827" y="707"/>
                  </a:lnTo>
                  <a:lnTo>
                    <a:pt x="2807" y="676"/>
                  </a:lnTo>
                  <a:lnTo>
                    <a:pt x="2786" y="646"/>
                  </a:lnTo>
                  <a:lnTo>
                    <a:pt x="2764" y="616"/>
                  </a:lnTo>
                  <a:lnTo>
                    <a:pt x="2742" y="587"/>
                  </a:lnTo>
                  <a:lnTo>
                    <a:pt x="2718" y="559"/>
                  </a:lnTo>
                  <a:lnTo>
                    <a:pt x="2695" y="530"/>
                  </a:lnTo>
                  <a:lnTo>
                    <a:pt x="2671" y="502"/>
                  </a:lnTo>
                  <a:lnTo>
                    <a:pt x="2645" y="475"/>
                  </a:lnTo>
                  <a:lnTo>
                    <a:pt x="2619" y="449"/>
                  </a:lnTo>
                  <a:lnTo>
                    <a:pt x="2593" y="423"/>
                  </a:lnTo>
                  <a:lnTo>
                    <a:pt x="2566" y="399"/>
                  </a:lnTo>
                  <a:lnTo>
                    <a:pt x="2538" y="374"/>
                  </a:lnTo>
                  <a:lnTo>
                    <a:pt x="2511" y="351"/>
                  </a:lnTo>
                  <a:lnTo>
                    <a:pt x="2482" y="327"/>
                  </a:lnTo>
                  <a:lnTo>
                    <a:pt x="2452" y="305"/>
                  </a:lnTo>
                  <a:lnTo>
                    <a:pt x="2423" y="282"/>
                  </a:lnTo>
                  <a:lnTo>
                    <a:pt x="2392" y="262"/>
                  </a:lnTo>
                  <a:lnTo>
                    <a:pt x="2361" y="242"/>
                  </a:lnTo>
                  <a:lnTo>
                    <a:pt x="2330" y="222"/>
                  </a:lnTo>
                  <a:lnTo>
                    <a:pt x="2298" y="204"/>
                  </a:lnTo>
                  <a:lnTo>
                    <a:pt x="2265" y="185"/>
                  </a:lnTo>
                  <a:lnTo>
                    <a:pt x="2233" y="167"/>
                  </a:lnTo>
                  <a:lnTo>
                    <a:pt x="2199" y="151"/>
                  </a:lnTo>
                  <a:lnTo>
                    <a:pt x="2166" y="135"/>
                  </a:lnTo>
                  <a:lnTo>
                    <a:pt x="2132" y="120"/>
                  </a:lnTo>
                  <a:lnTo>
                    <a:pt x="2097" y="107"/>
                  </a:lnTo>
                  <a:lnTo>
                    <a:pt x="2062" y="93"/>
                  </a:lnTo>
                  <a:lnTo>
                    <a:pt x="2027" y="81"/>
                  </a:lnTo>
                  <a:lnTo>
                    <a:pt x="1990" y="69"/>
                  </a:lnTo>
                  <a:lnTo>
                    <a:pt x="1954" y="59"/>
                  </a:lnTo>
                  <a:lnTo>
                    <a:pt x="1918" y="48"/>
                  </a:lnTo>
                  <a:lnTo>
                    <a:pt x="1881" y="39"/>
                  </a:lnTo>
                  <a:lnTo>
                    <a:pt x="1843" y="31"/>
                  </a:lnTo>
                  <a:lnTo>
                    <a:pt x="1806" y="23"/>
                  </a:lnTo>
                  <a:lnTo>
                    <a:pt x="1769" y="18"/>
                  </a:lnTo>
                  <a:lnTo>
                    <a:pt x="1730" y="12"/>
                  </a:lnTo>
                  <a:lnTo>
                    <a:pt x="1692" y="7"/>
                  </a:lnTo>
                  <a:lnTo>
                    <a:pt x="1652" y="4"/>
                  </a:lnTo>
                  <a:lnTo>
                    <a:pt x="1614" y="2"/>
                  </a:lnTo>
                  <a:lnTo>
                    <a:pt x="1575" y="0"/>
                  </a:lnTo>
                  <a:lnTo>
                    <a:pt x="1534" y="0"/>
                  </a:lnTo>
                  <a:lnTo>
                    <a:pt x="1534" y="0"/>
                  </a:lnTo>
                  <a:lnTo>
                    <a:pt x="1495" y="0"/>
                  </a:lnTo>
                  <a:lnTo>
                    <a:pt x="1455" y="2"/>
                  </a:lnTo>
                  <a:lnTo>
                    <a:pt x="1417" y="4"/>
                  </a:lnTo>
                  <a:lnTo>
                    <a:pt x="1377" y="7"/>
                  </a:lnTo>
                  <a:lnTo>
                    <a:pt x="1339" y="12"/>
                  </a:lnTo>
                  <a:lnTo>
                    <a:pt x="1301" y="18"/>
                  </a:lnTo>
                  <a:lnTo>
                    <a:pt x="1263" y="23"/>
                  </a:lnTo>
                  <a:lnTo>
                    <a:pt x="1225" y="31"/>
                  </a:lnTo>
                  <a:lnTo>
                    <a:pt x="1188" y="39"/>
                  </a:lnTo>
                  <a:lnTo>
                    <a:pt x="1151" y="48"/>
                  </a:lnTo>
                  <a:lnTo>
                    <a:pt x="1114" y="59"/>
                  </a:lnTo>
                  <a:lnTo>
                    <a:pt x="1079" y="69"/>
                  </a:lnTo>
                  <a:lnTo>
                    <a:pt x="1043" y="81"/>
                  </a:lnTo>
                  <a:lnTo>
                    <a:pt x="1007" y="93"/>
                  </a:lnTo>
                  <a:lnTo>
                    <a:pt x="972" y="107"/>
                  </a:lnTo>
                  <a:lnTo>
                    <a:pt x="937" y="120"/>
                  </a:lnTo>
                  <a:lnTo>
                    <a:pt x="903" y="135"/>
                  </a:lnTo>
                  <a:lnTo>
                    <a:pt x="870" y="151"/>
                  </a:lnTo>
                  <a:lnTo>
                    <a:pt x="836" y="167"/>
                  </a:lnTo>
                  <a:lnTo>
                    <a:pt x="803" y="185"/>
                  </a:lnTo>
                  <a:lnTo>
                    <a:pt x="771" y="204"/>
                  </a:lnTo>
                  <a:lnTo>
                    <a:pt x="739" y="222"/>
                  </a:lnTo>
                  <a:lnTo>
                    <a:pt x="708" y="242"/>
                  </a:lnTo>
                  <a:lnTo>
                    <a:pt x="677" y="262"/>
                  </a:lnTo>
                  <a:lnTo>
                    <a:pt x="646" y="282"/>
                  </a:lnTo>
                  <a:lnTo>
                    <a:pt x="616" y="305"/>
                  </a:lnTo>
                  <a:lnTo>
                    <a:pt x="587" y="327"/>
                  </a:lnTo>
                  <a:lnTo>
                    <a:pt x="559" y="351"/>
                  </a:lnTo>
                  <a:lnTo>
                    <a:pt x="531" y="374"/>
                  </a:lnTo>
                  <a:lnTo>
                    <a:pt x="503" y="399"/>
                  </a:lnTo>
                  <a:lnTo>
                    <a:pt x="477" y="423"/>
                  </a:lnTo>
                  <a:lnTo>
                    <a:pt x="450" y="449"/>
                  </a:lnTo>
                  <a:lnTo>
                    <a:pt x="424" y="475"/>
                  </a:lnTo>
                  <a:lnTo>
                    <a:pt x="399" y="502"/>
                  </a:lnTo>
                  <a:lnTo>
                    <a:pt x="374" y="530"/>
                  </a:lnTo>
                  <a:lnTo>
                    <a:pt x="351" y="559"/>
                  </a:lnTo>
                  <a:lnTo>
                    <a:pt x="327" y="587"/>
                  </a:lnTo>
                  <a:lnTo>
                    <a:pt x="305" y="616"/>
                  </a:lnTo>
                  <a:lnTo>
                    <a:pt x="284" y="646"/>
                  </a:lnTo>
                  <a:lnTo>
                    <a:pt x="262" y="676"/>
                  </a:lnTo>
                  <a:lnTo>
                    <a:pt x="242" y="707"/>
                  </a:lnTo>
                  <a:lnTo>
                    <a:pt x="223" y="739"/>
                  </a:lnTo>
                  <a:lnTo>
                    <a:pt x="204" y="771"/>
                  </a:lnTo>
                  <a:lnTo>
                    <a:pt x="185" y="803"/>
                  </a:lnTo>
                  <a:lnTo>
                    <a:pt x="168" y="836"/>
                  </a:lnTo>
                  <a:lnTo>
                    <a:pt x="151" y="869"/>
                  </a:lnTo>
                  <a:lnTo>
                    <a:pt x="135" y="903"/>
                  </a:lnTo>
                  <a:lnTo>
                    <a:pt x="120" y="937"/>
                  </a:lnTo>
                  <a:lnTo>
                    <a:pt x="107" y="971"/>
                  </a:lnTo>
                  <a:lnTo>
                    <a:pt x="94" y="1006"/>
                  </a:lnTo>
                  <a:lnTo>
                    <a:pt x="81" y="1041"/>
                  </a:lnTo>
                  <a:lnTo>
                    <a:pt x="69" y="1078"/>
                  </a:lnTo>
                  <a:lnTo>
                    <a:pt x="59" y="1114"/>
                  </a:lnTo>
                  <a:lnTo>
                    <a:pt x="49" y="1150"/>
                  </a:lnTo>
                  <a:lnTo>
                    <a:pt x="39" y="1188"/>
                  </a:lnTo>
                  <a:lnTo>
                    <a:pt x="32" y="1225"/>
                  </a:lnTo>
                  <a:lnTo>
                    <a:pt x="25" y="1262"/>
                  </a:lnTo>
                  <a:lnTo>
                    <a:pt x="18" y="1301"/>
                  </a:lnTo>
                  <a:lnTo>
                    <a:pt x="13" y="1339"/>
                  </a:lnTo>
                  <a:lnTo>
                    <a:pt x="9" y="1377"/>
                  </a:lnTo>
                  <a:lnTo>
                    <a:pt x="5" y="1416"/>
                  </a:lnTo>
                  <a:lnTo>
                    <a:pt x="2" y="1455"/>
                  </a:lnTo>
                  <a:lnTo>
                    <a:pt x="1" y="1495"/>
                  </a:lnTo>
                  <a:lnTo>
                    <a:pt x="0" y="1534"/>
                  </a:lnTo>
                  <a:lnTo>
                    <a:pt x="377" y="1534"/>
                  </a:lnTo>
                  <a:lnTo>
                    <a:pt x="377" y="1534"/>
                  </a:lnTo>
                  <a:lnTo>
                    <a:pt x="377" y="1504"/>
                  </a:lnTo>
                  <a:lnTo>
                    <a:pt x="378" y="1474"/>
                  </a:lnTo>
                  <a:lnTo>
                    <a:pt x="381" y="1444"/>
                  </a:lnTo>
                  <a:lnTo>
                    <a:pt x="383" y="1416"/>
                  </a:lnTo>
                  <a:lnTo>
                    <a:pt x="387" y="1387"/>
                  </a:lnTo>
                  <a:lnTo>
                    <a:pt x="390" y="1358"/>
                  </a:lnTo>
                  <a:lnTo>
                    <a:pt x="396" y="1329"/>
                  </a:lnTo>
                  <a:lnTo>
                    <a:pt x="401" y="1301"/>
                  </a:lnTo>
                  <a:lnTo>
                    <a:pt x="407" y="1273"/>
                  </a:lnTo>
                  <a:lnTo>
                    <a:pt x="414" y="1245"/>
                  </a:lnTo>
                  <a:lnTo>
                    <a:pt x="421" y="1217"/>
                  </a:lnTo>
                  <a:lnTo>
                    <a:pt x="430" y="1190"/>
                  </a:lnTo>
                  <a:lnTo>
                    <a:pt x="438" y="1163"/>
                  </a:lnTo>
                  <a:lnTo>
                    <a:pt x="448" y="1136"/>
                  </a:lnTo>
                  <a:lnTo>
                    <a:pt x="457" y="1110"/>
                  </a:lnTo>
                  <a:lnTo>
                    <a:pt x="468" y="1083"/>
                  </a:lnTo>
                  <a:lnTo>
                    <a:pt x="480" y="1057"/>
                  </a:lnTo>
                  <a:lnTo>
                    <a:pt x="491" y="1032"/>
                  </a:lnTo>
                  <a:lnTo>
                    <a:pt x="504" y="1007"/>
                  </a:lnTo>
                  <a:lnTo>
                    <a:pt x="517" y="983"/>
                  </a:lnTo>
                  <a:lnTo>
                    <a:pt x="531" y="958"/>
                  </a:lnTo>
                  <a:lnTo>
                    <a:pt x="545" y="934"/>
                  </a:lnTo>
                  <a:lnTo>
                    <a:pt x="560" y="910"/>
                  </a:lnTo>
                  <a:lnTo>
                    <a:pt x="575" y="887"/>
                  </a:lnTo>
                  <a:lnTo>
                    <a:pt x="591" y="865"/>
                  </a:lnTo>
                  <a:lnTo>
                    <a:pt x="608" y="841"/>
                  </a:lnTo>
                  <a:lnTo>
                    <a:pt x="624" y="820"/>
                  </a:lnTo>
                  <a:lnTo>
                    <a:pt x="642" y="797"/>
                  </a:lnTo>
                  <a:lnTo>
                    <a:pt x="660" y="777"/>
                  </a:lnTo>
                  <a:lnTo>
                    <a:pt x="678" y="756"/>
                  </a:lnTo>
                  <a:lnTo>
                    <a:pt x="697" y="736"/>
                  </a:lnTo>
                  <a:lnTo>
                    <a:pt x="716" y="715"/>
                  </a:lnTo>
                  <a:lnTo>
                    <a:pt x="736" y="696"/>
                  </a:lnTo>
                  <a:lnTo>
                    <a:pt x="757" y="677"/>
                  </a:lnTo>
                  <a:lnTo>
                    <a:pt x="777" y="659"/>
                  </a:lnTo>
                  <a:lnTo>
                    <a:pt x="798" y="641"/>
                  </a:lnTo>
                  <a:lnTo>
                    <a:pt x="820" y="624"/>
                  </a:lnTo>
                  <a:lnTo>
                    <a:pt x="842" y="607"/>
                  </a:lnTo>
                  <a:lnTo>
                    <a:pt x="865" y="591"/>
                  </a:lnTo>
                  <a:lnTo>
                    <a:pt x="887" y="575"/>
                  </a:lnTo>
                  <a:lnTo>
                    <a:pt x="910" y="559"/>
                  </a:lnTo>
                  <a:lnTo>
                    <a:pt x="935" y="545"/>
                  </a:lnTo>
                  <a:lnTo>
                    <a:pt x="958" y="530"/>
                  </a:lnTo>
                  <a:lnTo>
                    <a:pt x="983" y="516"/>
                  </a:lnTo>
                  <a:lnTo>
                    <a:pt x="1007" y="503"/>
                  </a:lnTo>
                  <a:lnTo>
                    <a:pt x="1033" y="490"/>
                  </a:lnTo>
                  <a:lnTo>
                    <a:pt x="1059" y="479"/>
                  </a:lnTo>
                  <a:lnTo>
                    <a:pt x="1084" y="468"/>
                  </a:lnTo>
                  <a:lnTo>
                    <a:pt x="1110" y="457"/>
                  </a:lnTo>
                  <a:lnTo>
                    <a:pt x="1136" y="447"/>
                  </a:lnTo>
                  <a:lnTo>
                    <a:pt x="1163" y="437"/>
                  </a:lnTo>
                  <a:lnTo>
                    <a:pt x="1191" y="429"/>
                  </a:lnTo>
                  <a:lnTo>
                    <a:pt x="1217" y="421"/>
                  </a:lnTo>
                  <a:lnTo>
                    <a:pt x="1245" y="414"/>
                  </a:lnTo>
                  <a:lnTo>
                    <a:pt x="1273" y="406"/>
                  </a:lnTo>
                  <a:lnTo>
                    <a:pt x="1302" y="400"/>
                  </a:lnTo>
                  <a:lnTo>
                    <a:pt x="1329" y="394"/>
                  </a:lnTo>
                  <a:lnTo>
                    <a:pt x="1358" y="390"/>
                  </a:lnTo>
                  <a:lnTo>
                    <a:pt x="1387" y="386"/>
                  </a:lnTo>
                  <a:lnTo>
                    <a:pt x="1416" y="383"/>
                  </a:lnTo>
                  <a:lnTo>
                    <a:pt x="1446" y="381"/>
                  </a:lnTo>
                  <a:lnTo>
                    <a:pt x="1475" y="378"/>
                  </a:lnTo>
                  <a:lnTo>
                    <a:pt x="1504" y="377"/>
                  </a:lnTo>
                  <a:lnTo>
                    <a:pt x="1534" y="376"/>
                  </a:lnTo>
                  <a:lnTo>
                    <a:pt x="1534" y="376"/>
                  </a:lnTo>
                  <a:close/>
                </a:path>
              </a:pathLst>
            </a:custGeom>
            <a:solidFill>
              <a:schemeClr val="accent1"/>
            </a:solidFill>
            <a:ln>
              <a:noFill/>
            </a:ln>
          </p:spPr>
          <p:txBody>
            <a:bodyPr anchor="ctr"/>
            <a:lstStyle/>
            <a:p>
              <a:pPr algn="ctr"/>
              <a:endParaRPr>
                <a:latin typeface="幼圆" panose="02010509060101010101" pitchFamily="49" charset="-122"/>
                <a:ea typeface="幼圆" panose="02010509060101010101" pitchFamily="49" charset="-122"/>
                <a:cs typeface="+mn-ea"/>
                <a:sym typeface="+mn-lt"/>
              </a:endParaRPr>
            </a:p>
          </p:txBody>
        </p:sp>
        <p:sp>
          <p:nvSpPr>
            <p:cNvPr id="51" name="Freeform: Shape 6"/>
            <p:cNvSpPr>
              <a:spLocks/>
            </p:cNvSpPr>
            <p:nvPr/>
          </p:nvSpPr>
          <p:spPr bwMode="auto">
            <a:xfrm>
              <a:off x="8134584" y="3628288"/>
              <a:ext cx="2392973" cy="1196487"/>
            </a:xfrm>
            <a:custGeom>
              <a:avLst/>
              <a:gdLst>
                <a:gd name="T0" fmla="*/ 1444 w 3068"/>
                <a:gd name="T1" fmla="*/ 1153 h 1534"/>
                <a:gd name="T2" fmla="*/ 1300 w 3068"/>
                <a:gd name="T3" fmla="*/ 1134 h 1534"/>
                <a:gd name="T4" fmla="*/ 1163 w 3068"/>
                <a:gd name="T5" fmla="*/ 1097 h 1534"/>
                <a:gd name="T6" fmla="*/ 1032 w 3068"/>
                <a:gd name="T7" fmla="*/ 1044 h 1534"/>
                <a:gd name="T8" fmla="*/ 910 w 3068"/>
                <a:gd name="T9" fmla="*/ 975 h 1534"/>
                <a:gd name="T10" fmla="*/ 797 w 3068"/>
                <a:gd name="T11" fmla="*/ 893 h 1534"/>
                <a:gd name="T12" fmla="*/ 696 w 3068"/>
                <a:gd name="T13" fmla="*/ 798 h 1534"/>
                <a:gd name="T14" fmla="*/ 606 w 3068"/>
                <a:gd name="T15" fmla="*/ 693 h 1534"/>
                <a:gd name="T16" fmla="*/ 530 w 3068"/>
                <a:gd name="T17" fmla="*/ 576 h 1534"/>
                <a:gd name="T18" fmla="*/ 467 w 3068"/>
                <a:gd name="T19" fmla="*/ 451 h 1534"/>
                <a:gd name="T20" fmla="*/ 420 w 3068"/>
                <a:gd name="T21" fmla="*/ 317 h 1534"/>
                <a:gd name="T22" fmla="*/ 390 w 3068"/>
                <a:gd name="T23" fmla="*/ 176 h 1534"/>
                <a:gd name="T24" fmla="*/ 376 w 3068"/>
                <a:gd name="T25" fmla="*/ 30 h 1534"/>
                <a:gd name="T26" fmla="*/ 1 w 3068"/>
                <a:gd name="T27" fmla="*/ 79 h 1534"/>
                <a:gd name="T28" fmla="*/ 23 w 3068"/>
                <a:gd name="T29" fmla="*/ 272 h 1534"/>
                <a:gd name="T30" fmla="*/ 68 w 3068"/>
                <a:gd name="T31" fmla="*/ 456 h 1534"/>
                <a:gd name="T32" fmla="*/ 135 w 3068"/>
                <a:gd name="T33" fmla="*/ 631 h 1534"/>
                <a:gd name="T34" fmla="*/ 222 w 3068"/>
                <a:gd name="T35" fmla="*/ 795 h 1534"/>
                <a:gd name="T36" fmla="*/ 327 w 3068"/>
                <a:gd name="T37" fmla="*/ 947 h 1534"/>
                <a:gd name="T38" fmla="*/ 449 w 3068"/>
                <a:gd name="T39" fmla="*/ 1085 h 1534"/>
                <a:gd name="T40" fmla="*/ 586 w 3068"/>
                <a:gd name="T41" fmla="*/ 1207 h 1534"/>
                <a:gd name="T42" fmla="*/ 738 w 3068"/>
                <a:gd name="T43" fmla="*/ 1312 h 1534"/>
                <a:gd name="T44" fmla="*/ 902 w 3068"/>
                <a:gd name="T45" fmla="*/ 1399 h 1534"/>
                <a:gd name="T46" fmla="*/ 1078 w 3068"/>
                <a:gd name="T47" fmla="*/ 1465 h 1534"/>
                <a:gd name="T48" fmla="*/ 1262 w 3068"/>
                <a:gd name="T49" fmla="*/ 1511 h 1534"/>
                <a:gd name="T50" fmla="*/ 1455 w 3068"/>
                <a:gd name="T51" fmla="*/ 1532 h 1534"/>
                <a:gd name="T52" fmla="*/ 1613 w 3068"/>
                <a:gd name="T53" fmla="*/ 1532 h 1534"/>
                <a:gd name="T54" fmla="*/ 1805 w 3068"/>
                <a:gd name="T55" fmla="*/ 1511 h 1534"/>
                <a:gd name="T56" fmla="*/ 1990 w 3068"/>
                <a:gd name="T57" fmla="*/ 1465 h 1534"/>
                <a:gd name="T58" fmla="*/ 2165 w 3068"/>
                <a:gd name="T59" fmla="*/ 1399 h 1534"/>
                <a:gd name="T60" fmla="*/ 2329 w 3068"/>
                <a:gd name="T61" fmla="*/ 1312 h 1534"/>
                <a:gd name="T62" fmla="*/ 2481 w 3068"/>
                <a:gd name="T63" fmla="*/ 1207 h 1534"/>
                <a:gd name="T64" fmla="*/ 2618 w 3068"/>
                <a:gd name="T65" fmla="*/ 1085 h 1534"/>
                <a:gd name="T66" fmla="*/ 2741 w 3068"/>
                <a:gd name="T67" fmla="*/ 947 h 1534"/>
                <a:gd name="T68" fmla="*/ 2845 w 3068"/>
                <a:gd name="T69" fmla="*/ 795 h 1534"/>
                <a:gd name="T70" fmla="*/ 2933 w 3068"/>
                <a:gd name="T71" fmla="*/ 631 h 1534"/>
                <a:gd name="T72" fmla="*/ 2999 w 3068"/>
                <a:gd name="T73" fmla="*/ 456 h 1534"/>
                <a:gd name="T74" fmla="*/ 3043 w 3068"/>
                <a:gd name="T75" fmla="*/ 272 h 1534"/>
                <a:gd name="T76" fmla="*/ 3066 w 3068"/>
                <a:gd name="T77" fmla="*/ 79 h 1534"/>
                <a:gd name="T78" fmla="*/ 2691 w 3068"/>
                <a:gd name="T79" fmla="*/ 30 h 1534"/>
                <a:gd name="T80" fmla="*/ 2678 w 3068"/>
                <a:gd name="T81" fmla="*/ 176 h 1534"/>
                <a:gd name="T82" fmla="*/ 2647 w 3068"/>
                <a:gd name="T83" fmla="*/ 317 h 1534"/>
                <a:gd name="T84" fmla="*/ 2600 w 3068"/>
                <a:gd name="T85" fmla="*/ 451 h 1534"/>
                <a:gd name="T86" fmla="*/ 2537 w 3068"/>
                <a:gd name="T87" fmla="*/ 576 h 1534"/>
                <a:gd name="T88" fmla="*/ 2461 w 3068"/>
                <a:gd name="T89" fmla="*/ 693 h 1534"/>
                <a:gd name="T90" fmla="*/ 2372 w 3068"/>
                <a:gd name="T91" fmla="*/ 798 h 1534"/>
                <a:gd name="T92" fmla="*/ 2270 w 3068"/>
                <a:gd name="T93" fmla="*/ 893 h 1534"/>
                <a:gd name="T94" fmla="*/ 2158 w 3068"/>
                <a:gd name="T95" fmla="*/ 975 h 1534"/>
                <a:gd name="T96" fmla="*/ 2035 w 3068"/>
                <a:gd name="T97" fmla="*/ 1044 h 1534"/>
                <a:gd name="T98" fmla="*/ 1905 w 3068"/>
                <a:gd name="T99" fmla="*/ 1097 h 1534"/>
                <a:gd name="T100" fmla="*/ 1766 w 3068"/>
                <a:gd name="T101" fmla="*/ 1134 h 1534"/>
                <a:gd name="T102" fmla="*/ 1622 w 3068"/>
                <a:gd name="T103" fmla="*/ 1153 h 1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068" h="1534">
                  <a:moveTo>
                    <a:pt x="1534" y="1158"/>
                  </a:moveTo>
                  <a:lnTo>
                    <a:pt x="1534" y="1158"/>
                  </a:lnTo>
                  <a:lnTo>
                    <a:pt x="1504" y="1157"/>
                  </a:lnTo>
                  <a:lnTo>
                    <a:pt x="1474" y="1156"/>
                  </a:lnTo>
                  <a:lnTo>
                    <a:pt x="1444" y="1153"/>
                  </a:lnTo>
                  <a:lnTo>
                    <a:pt x="1416" y="1151"/>
                  </a:lnTo>
                  <a:lnTo>
                    <a:pt x="1386" y="1148"/>
                  </a:lnTo>
                  <a:lnTo>
                    <a:pt x="1357" y="1144"/>
                  </a:lnTo>
                  <a:lnTo>
                    <a:pt x="1329" y="1140"/>
                  </a:lnTo>
                  <a:lnTo>
                    <a:pt x="1300" y="1134"/>
                  </a:lnTo>
                  <a:lnTo>
                    <a:pt x="1273" y="1128"/>
                  </a:lnTo>
                  <a:lnTo>
                    <a:pt x="1244" y="1120"/>
                  </a:lnTo>
                  <a:lnTo>
                    <a:pt x="1217" y="1113"/>
                  </a:lnTo>
                  <a:lnTo>
                    <a:pt x="1190" y="1105"/>
                  </a:lnTo>
                  <a:lnTo>
                    <a:pt x="1163" y="1097"/>
                  </a:lnTo>
                  <a:lnTo>
                    <a:pt x="1135" y="1087"/>
                  </a:lnTo>
                  <a:lnTo>
                    <a:pt x="1110" y="1077"/>
                  </a:lnTo>
                  <a:lnTo>
                    <a:pt x="1083" y="1066"/>
                  </a:lnTo>
                  <a:lnTo>
                    <a:pt x="1057" y="1055"/>
                  </a:lnTo>
                  <a:lnTo>
                    <a:pt x="1032" y="1044"/>
                  </a:lnTo>
                  <a:lnTo>
                    <a:pt x="1006" y="1031"/>
                  </a:lnTo>
                  <a:lnTo>
                    <a:pt x="982" y="1018"/>
                  </a:lnTo>
                  <a:lnTo>
                    <a:pt x="957" y="1004"/>
                  </a:lnTo>
                  <a:lnTo>
                    <a:pt x="934" y="989"/>
                  </a:lnTo>
                  <a:lnTo>
                    <a:pt x="910" y="975"/>
                  </a:lnTo>
                  <a:lnTo>
                    <a:pt x="887" y="959"/>
                  </a:lnTo>
                  <a:lnTo>
                    <a:pt x="863" y="943"/>
                  </a:lnTo>
                  <a:lnTo>
                    <a:pt x="841" y="927"/>
                  </a:lnTo>
                  <a:lnTo>
                    <a:pt x="819" y="910"/>
                  </a:lnTo>
                  <a:lnTo>
                    <a:pt x="797" y="893"/>
                  </a:lnTo>
                  <a:lnTo>
                    <a:pt x="776" y="875"/>
                  </a:lnTo>
                  <a:lnTo>
                    <a:pt x="756" y="857"/>
                  </a:lnTo>
                  <a:lnTo>
                    <a:pt x="735" y="838"/>
                  </a:lnTo>
                  <a:lnTo>
                    <a:pt x="715" y="819"/>
                  </a:lnTo>
                  <a:lnTo>
                    <a:pt x="696" y="798"/>
                  </a:lnTo>
                  <a:lnTo>
                    <a:pt x="677" y="778"/>
                  </a:lnTo>
                  <a:lnTo>
                    <a:pt x="659" y="757"/>
                  </a:lnTo>
                  <a:lnTo>
                    <a:pt x="641" y="737"/>
                  </a:lnTo>
                  <a:lnTo>
                    <a:pt x="623" y="714"/>
                  </a:lnTo>
                  <a:lnTo>
                    <a:pt x="606" y="693"/>
                  </a:lnTo>
                  <a:lnTo>
                    <a:pt x="589" y="669"/>
                  </a:lnTo>
                  <a:lnTo>
                    <a:pt x="574" y="647"/>
                  </a:lnTo>
                  <a:lnTo>
                    <a:pt x="558" y="624"/>
                  </a:lnTo>
                  <a:lnTo>
                    <a:pt x="544" y="600"/>
                  </a:lnTo>
                  <a:lnTo>
                    <a:pt x="530" y="576"/>
                  </a:lnTo>
                  <a:lnTo>
                    <a:pt x="516" y="551"/>
                  </a:lnTo>
                  <a:lnTo>
                    <a:pt x="503" y="527"/>
                  </a:lnTo>
                  <a:lnTo>
                    <a:pt x="490" y="502"/>
                  </a:lnTo>
                  <a:lnTo>
                    <a:pt x="479" y="477"/>
                  </a:lnTo>
                  <a:lnTo>
                    <a:pt x="467" y="451"/>
                  </a:lnTo>
                  <a:lnTo>
                    <a:pt x="456" y="424"/>
                  </a:lnTo>
                  <a:lnTo>
                    <a:pt x="447" y="398"/>
                  </a:lnTo>
                  <a:lnTo>
                    <a:pt x="437" y="371"/>
                  </a:lnTo>
                  <a:lnTo>
                    <a:pt x="428" y="344"/>
                  </a:lnTo>
                  <a:lnTo>
                    <a:pt x="420" y="317"/>
                  </a:lnTo>
                  <a:lnTo>
                    <a:pt x="412" y="289"/>
                  </a:lnTo>
                  <a:lnTo>
                    <a:pt x="406" y="261"/>
                  </a:lnTo>
                  <a:lnTo>
                    <a:pt x="400" y="233"/>
                  </a:lnTo>
                  <a:lnTo>
                    <a:pt x="394" y="205"/>
                  </a:lnTo>
                  <a:lnTo>
                    <a:pt x="390" y="176"/>
                  </a:lnTo>
                  <a:lnTo>
                    <a:pt x="386" y="147"/>
                  </a:lnTo>
                  <a:lnTo>
                    <a:pt x="383" y="118"/>
                  </a:lnTo>
                  <a:lnTo>
                    <a:pt x="379" y="90"/>
                  </a:lnTo>
                  <a:lnTo>
                    <a:pt x="378" y="60"/>
                  </a:lnTo>
                  <a:lnTo>
                    <a:pt x="376" y="30"/>
                  </a:lnTo>
                  <a:lnTo>
                    <a:pt x="376" y="0"/>
                  </a:lnTo>
                  <a:lnTo>
                    <a:pt x="0" y="0"/>
                  </a:lnTo>
                  <a:lnTo>
                    <a:pt x="0" y="0"/>
                  </a:lnTo>
                  <a:lnTo>
                    <a:pt x="0" y="39"/>
                  </a:lnTo>
                  <a:lnTo>
                    <a:pt x="1" y="79"/>
                  </a:lnTo>
                  <a:lnTo>
                    <a:pt x="4" y="118"/>
                  </a:lnTo>
                  <a:lnTo>
                    <a:pt x="7" y="157"/>
                  </a:lnTo>
                  <a:lnTo>
                    <a:pt x="12" y="195"/>
                  </a:lnTo>
                  <a:lnTo>
                    <a:pt x="17" y="233"/>
                  </a:lnTo>
                  <a:lnTo>
                    <a:pt x="23" y="272"/>
                  </a:lnTo>
                  <a:lnTo>
                    <a:pt x="31" y="309"/>
                  </a:lnTo>
                  <a:lnTo>
                    <a:pt x="38" y="346"/>
                  </a:lnTo>
                  <a:lnTo>
                    <a:pt x="48" y="384"/>
                  </a:lnTo>
                  <a:lnTo>
                    <a:pt x="57" y="420"/>
                  </a:lnTo>
                  <a:lnTo>
                    <a:pt x="68" y="456"/>
                  </a:lnTo>
                  <a:lnTo>
                    <a:pt x="80" y="493"/>
                  </a:lnTo>
                  <a:lnTo>
                    <a:pt x="93" y="528"/>
                  </a:lnTo>
                  <a:lnTo>
                    <a:pt x="105" y="563"/>
                  </a:lnTo>
                  <a:lnTo>
                    <a:pt x="120" y="597"/>
                  </a:lnTo>
                  <a:lnTo>
                    <a:pt x="135" y="631"/>
                  </a:lnTo>
                  <a:lnTo>
                    <a:pt x="151" y="665"/>
                  </a:lnTo>
                  <a:lnTo>
                    <a:pt x="167" y="698"/>
                  </a:lnTo>
                  <a:lnTo>
                    <a:pt x="184" y="731"/>
                  </a:lnTo>
                  <a:lnTo>
                    <a:pt x="202" y="763"/>
                  </a:lnTo>
                  <a:lnTo>
                    <a:pt x="222" y="795"/>
                  </a:lnTo>
                  <a:lnTo>
                    <a:pt x="241" y="827"/>
                  </a:lnTo>
                  <a:lnTo>
                    <a:pt x="261" y="858"/>
                  </a:lnTo>
                  <a:lnTo>
                    <a:pt x="282" y="888"/>
                  </a:lnTo>
                  <a:lnTo>
                    <a:pt x="305" y="918"/>
                  </a:lnTo>
                  <a:lnTo>
                    <a:pt x="327" y="947"/>
                  </a:lnTo>
                  <a:lnTo>
                    <a:pt x="350" y="975"/>
                  </a:lnTo>
                  <a:lnTo>
                    <a:pt x="374" y="1004"/>
                  </a:lnTo>
                  <a:lnTo>
                    <a:pt x="397" y="1032"/>
                  </a:lnTo>
                  <a:lnTo>
                    <a:pt x="423" y="1059"/>
                  </a:lnTo>
                  <a:lnTo>
                    <a:pt x="449" y="1085"/>
                  </a:lnTo>
                  <a:lnTo>
                    <a:pt x="475" y="1111"/>
                  </a:lnTo>
                  <a:lnTo>
                    <a:pt x="502" y="1135"/>
                  </a:lnTo>
                  <a:lnTo>
                    <a:pt x="530" y="1160"/>
                  </a:lnTo>
                  <a:lnTo>
                    <a:pt x="557" y="1183"/>
                  </a:lnTo>
                  <a:lnTo>
                    <a:pt x="586" y="1207"/>
                  </a:lnTo>
                  <a:lnTo>
                    <a:pt x="616" y="1229"/>
                  </a:lnTo>
                  <a:lnTo>
                    <a:pt x="646" y="1252"/>
                  </a:lnTo>
                  <a:lnTo>
                    <a:pt x="676" y="1272"/>
                  </a:lnTo>
                  <a:lnTo>
                    <a:pt x="707" y="1292"/>
                  </a:lnTo>
                  <a:lnTo>
                    <a:pt x="738" y="1312"/>
                  </a:lnTo>
                  <a:lnTo>
                    <a:pt x="770" y="1330"/>
                  </a:lnTo>
                  <a:lnTo>
                    <a:pt x="803" y="1349"/>
                  </a:lnTo>
                  <a:lnTo>
                    <a:pt x="836" y="1367"/>
                  </a:lnTo>
                  <a:lnTo>
                    <a:pt x="869" y="1383"/>
                  </a:lnTo>
                  <a:lnTo>
                    <a:pt x="902" y="1399"/>
                  </a:lnTo>
                  <a:lnTo>
                    <a:pt x="937" y="1414"/>
                  </a:lnTo>
                  <a:lnTo>
                    <a:pt x="971" y="1427"/>
                  </a:lnTo>
                  <a:lnTo>
                    <a:pt x="1006" y="1441"/>
                  </a:lnTo>
                  <a:lnTo>
                    <a:pt x="1041" y="1453"/>
                  </a:lnTo>
                  <a:lnTo>
                    <a:pt x="1078" y="1465"/>
                  </a:lnTo>
                  <a:lnTo>
                    <a:pt x="1114" y="1475"/>
                  </a:lnTo>
                  <a:lnTo>
                    <a:pt x="1150" y="1486"/>
                  </a:lnTo>
                  <a:lnTo>
                    <a:pt x="1187" y="1495"/>
                  </a:lnTo>
                  <a:lnTo>
                    <a:pt x="1225" y="1503"/>
                  </a:lnTo>
                  <a:lnTo>
                    <a:pt x="1262" y="1511"/>
                  </a:lnTo>
                  <a:lnTo>
                    <a:pt x="1300" y="1516"/>
                  </a:lnTo>
                  <a:lnTo>
                    <a:pt x="1338" y="1522"/>
                  </a:lnTo>
                  <a:lnTo>
                    <a:pt x="1377" y="1527"/>
                  </a:lnTo>
                  <a:lnTo>
                    <a:pt x="1416" y="1530"/>
                  </a:lnTo>
                  <a:lnTo>
                    <a:pt x="1455" y="1532"/>
                  </a:lnTo>
                  <a:lnTo>
                    <a:pt x="1494" y="1534"/>
                  </a:lnTo>
                  <a:lnTo>
                    <a:pt x="1534" y="1534"/>
                  </a:lnTo>
                  <a:lnTo>
                    <a:pt x="1534" y="1534"/>
                  </a:lnTo>
                  <a:lnTo>
                    <a:pt x="1573" y="1534"/>
                  </a:lnTo>
                  <a:lnTo>
                    <a:pt x="1613" y="1532"/>
                  </a:lnTo>
                  <a:lnTo>
                    <a:pt x="1651" y="1530"/>
                  </a:lnTo>
                  <a:lnTo>
                    <a:pt x="1691" y="1527"/>
                  </a:lnTo>
                  <a:lnTo>
                    <a:pt x="1729" y="1522"/>
                  </a:lnTo>
                  <a:lnTo>
                    <a:pt x="1767" y="1516"/>
                  </a:lnTo>
                  <a:lnTo>
                    <a:pt x="1805" y="1511"/>
                  </a:lnTo>
                  <a:lnTo>
                    <a:pt x="1843" y="1503"/>
                  </a:lnTo>
                  <a:lnTo>
                    <a:pt x="1880" y="1495"/>
                  </a:lnTo>
                  <a:lnTo>
                    <a:pt x="1917" y="1486"/>
                  </a:lnTo>
                  <a:lnTo>
                    <a:pt x="1954" y="1475"/>
                  </a:lnTo>
                  <a:lnTo>
                    <a:pt x="1990" y="1465"/>
                  </a:lnTo>
                  <a:lnTo>
                    <a:pt x="2025" y="1453"/>
                  </a:lnTo>
                  <a:lnTo>
                    <a:pt x="2062" y="1441"/>
                  </a:lnTo>
                  <a:lnTo>
                    <a:pt x="2096" y="1427"/>
                  </a:lnTo>
                  <a:lnTo>
                    <a:pt x="2131" y="1414"/>
                  </a:lnTo>
                  <a:lnTo>
                    <a:pt x="2165" y="1399"/>
                  </a:lnTo>
                  <a:lnTo>
                    <a:pt x="2199" y="1383"/>
                  </a:lnTo>
                  <a:lnTo>
                    <a:pt x="2232" y="1367"/>
                  </a:lnTo>
                  <a:lnTo>
                    <a:pt x="2265" y="1349"/>
                  </a:lnTo>
                  <a:lnTo>
                    <a:pt x="2297" y="1330"/>
                  </a:lnTo>
                  <a:lnTo>
                    <a:pt x="2329" y="1312"/>
                  </a:lnTo>
                  <a:lnTo>
                    <a:pt x="2360" y="1292"/>
                  </a:lnTo>
                  <a:lnTo>
                    <a:pt x="2391" y="1272"/>
                  </a:lnTo>
                  <a:lnTo>
                    <a:pt x="2422" y="1252"/>
                  </a:lnTo>
                  <a:lnTo>
                    <a:pt x="2452" y="1229"/>
                  </a:lnTo>
                  <a:lnTo>
                    <a:pt x="2481" y="1207"/>
                  </a:lnTo>
                  <a:lnTo>
                    <a:pt x="2509" y="1183"/>
                  </a:lnTo>
                  <a:lnTo>
                    <a:pt x="2537" y="1160"/>
                  </a:lnTo>
                  <a:lnTo>
                    <a:pt x="2565" y="1135"/>
                  </a:lnTo>
                  <a:lnTo>
                    <a:pt x="2593" y="1111"/>
                  </a:lnTo>
                  <a:lnTo>
                    <a:pt x="2618" y="1085"/>
                  </a:lnTo>
                  <a:lnTo>
                    <a:pt x="2644" y="1059"/>
                  </a:lnTo>
                  <a:lnTo>
                    <a:pt x="2669" y="1032"/>
                  </a:lnTo>
                  <a:lnTo>
                    <a:pt x="2694" y="1004"/>
                  </a:lnTo>
                  <a:lnTo>
                    <a:pt x="2717" y="975"/>
                  </a:lnTo>
                  <a:lnTo>
                    <a:pt x="2741" y="947"/>
                  </a:lnTo>
                  <a:lnTo>
                    <a:pt x="2763" y="918"/>
                  </a:lnTo>
                  <a:lnTo>
                    <a:pt x="2784" y="888"/>
                  </a:lnTo>
                  <a:lnTo>
                    <a:pt x="2806" y="858"/>
                  </a:lnTo>
                  <a:lnTo>
                    <a:pt x="2826" y="827"/>
                  </a:lnTo>
                  <a:lnTo>
                    <a:pt x="2845" y="795"/>
                  </a:lnTo>
                  <a:lnTo>
                    <a:pt x="2864" y="763"/>
                  </a:lnTo>
                  <a:lnTo>
                    <a:pt x="2883" y="731"/>
                  </a:lnTo>
                  <a:lnTo>
                    <a:pt x="2900" y="698"/>
                  </a:lnTo>
                  <a:lnTo>
                    <a:pt x="2917" y="665"/>
                  </a:lnTo>
                  <a:lnTo>
                    <a:pt x="2933" y="631"/>
                  </a:lnTo>
                  <a:lnTo>
                    <a:pt x="2948" y="597"/>
                  </a:lnTo>
                  <a:lnTo>
                    <a:pt x="2961" y="563"/>
                  </a:lnTo>
                  <a:lnTo>
                    <a:pt x="2974" y="528"/>
                  </a:lnTo>
                  <a:lnTo>
                    <a:pt x="2987" y="493"/>
                  </a:lnTo>
                  <a:lnTo>
                    <a:pt x="2999" y="456"/>
                  </a:lnTo>
                  <a:lnTo>
                    <a:pt x="3009" y="420"/>
                  </a:lnTo>
                  <a:lnTo>
                    <a:pt x="3019" y="384"/>
                  </a:lnTo>
                  <a:lnTo>
                    <a:pt x="3029" y="346"/>
                  </a:lnTo>
                  <a:lnTo>
                    <a:pt x="3037" y="309"/>
                  </a:lnTo>
                  <a:lnTo>
                    <a:pt x="3043" y="272"/>
                  </a:lnTo>
                  <a:lnTo>
                    <a:pt x="3050" y="233"/>
                  </a:lnTo>
                  <a:lnTo>
                    <a:pt x="3055" y="195"/>
                  </a:lnTo>
                  <a:lnTo>
                    <a:pt x="3059" y="157"/>
                  </a:lnTo>
                  <a:lnTo>
                    <a:pt x="3064" y="118"/>
                  </a:lnTo>
                  <a:lnTo>
                    <a:pt x="3066" y="79"/>
                  </a:lnTo>
                  <a:lnTo>
                    <a:pt x="3067" y="39"/>
                  </a:lnTo>
                  <a:lnTo>
                    <a:pt x="3068" y="0"/>
                  </a:lnTo>
                  <a:lnTo>
                    <a:pt x="2691" y="0"/>
                  </a:lnTo>
                  <a:lnTo>
                    <a:pt x="2691" y="0"/>
                  </a:lnTo>
                  <a:lnTo>
                    <a:pt x="2691" y="30"/>
                  </a:lnTo>
                  <a:lnTo>
                    <a:pt x="2690" y="60"/>
                  </a:lnTo>
                  <a:lnTo>
                    <a:pt x="2687" y="90"/>
                  </a:lnTo>
                  <a:lnTo>
                    <a:pt x="2685" y="118"/>
                  </a:lnTo>
                  <a:lnTo>
                    <a:pt x="2682" y="147"/>
                  </a:lnTo>
                  <a:lnTo>
                    <a:pt x="2678" y="176"/>
                  </a:lnTo>
                  <a:lnTo>
                    <a:pt x="2672" y="205"/>
                  </a:lnTo>
                  <a:lnTo>
                    <a:pt x="2667" y="233"/>
                  </a:lnTo>
                  <a:lnTo>
                    <a:pt x="2661" y="261"/>
                  </a:lnTo>
                  <a:lnTo>
                    <a:pt x="2654" y="289"/>
                  </a:lnTo>
                  <a:lnTo>
                    <a:pt x="2647" y="317"/>
                  </a:lnTo>
                  <a:lnTo>
                    <a:pt x="2638" y="344"/>
                  </a:lnTo>
                  <a:lnTo>
                    <a:pt x="2630" y="371"/>
                  </a:lnTo>
                  <a:lnTo>
                    <a:pt x="2620" y="398"/>
                  </a:lnTo>
                  <a:lnTo>
                    <a:pt x="2611" y="424"/>
                  </a:lnTo>
                  <a:lnTo>
                    <a:pt x="2600" y="451"/>
                  </a:lnTo>
                  <a:lnTo>
                    <a:pt x="2588" y="477"/>
                  </a:lnTo>
                  <a:lnTo>
                    <a:pt x="2577" y="502"/>
                  </a:lnTo>
                  <a:lnTo>
                    <a:pt x="2565" y="527"/>
                  </a:lnTo>
                  <a:lnTo>
                    <a:pt x="2551" y="551"/>
                  </a:lnTo>
                  <a:lnTo>
                    <a:pt x="2537" y="576"/>
                  </a:lnTo>
                  <a:lnTo>
                    <a:pt x="2523" y="600"/>
                  </a:lnTo>
                  <a:lnTo>
                    <a:pt x="2508" y="624"/>
                  </a:lnTo>
                  <a:lnTo>
                    <a:pt x="2493" y="647"/>
                  </a:lnTo>
                  <a:lnTo>
                    <a:pt x="2477" y="669"/>
                  </a:lnTo>
                  <a:lnTo>
                    <a:pt x="2461" y="693"/>
                  </a:lnTo>
                  <a:lnTo>
                    <a:pt x="2444" y="714"/>
                  </a:lnTo>
                  <a:lnTo>
                    <a:pt x="2426" y="737"/>
                  </a:lnTo>
                  <a:lnTo>
                    <a:pt x="2409" y="757"/>
                  </a:lnTo>
                  <a:lnTo>
                    <a:pt x="2390" y="778"/>
                  </a:lnTo>
                  <a:lnTo>
                    <a:pt x="2372" y="798"/>
                  </a:lnTo>
                  <a:lnTo>
                    <a:pt x="2352" y="819"/>
                  </a:lnTo>
                  <a:lnTo>
                    <a:pt x="2332" y="838"/>
                  </a:lnTo>
                  <a:lnTo>
                    <a:pt x="2312" y="857"/>
                  </a:lnTo>
                  <a:lnTo>
                    <a:pt x="2291" y="875"/>
                  </a:lnTo>
                  <a:lnTo>
                    <a:pt x="2270" y="893"/>
                  </a:lnTo>
                  <a:lnTo>
                    <a:pt x="2248" y="910"/>
                  </a:lnTo>
                  <a:lnTo>
                    <a:pt x="2226" y="927"/>
                  </a:lnTo>
                  <a:lnTo>
                    <a:pt x="2203" y="943"/>
                  </a:lnTo>
                  <a:lnTo>
                    <a:pt x="2181" y="959"/>
                  </a:lnTo>
                  <a:lnTo>
                    <a:pt x="2158" y="975"/>
                  </a:lnTo>
                  <a:lnTo>
                    <a:pt x="2134" y="989"/>
                  </a:lnTo>
                  <a:lnTo>
                    <a:pt x="2110" y="1004"/>
                  </a:lnTo>
                  <a:lnTo>
                    <a:pt x="2085" y="1018"/>
                  </a:lnTo>
                  <a:lnTo>
                    <a:pt x="2061" y="1031"/>
                  </a:lnTo>
                  <a:lnTo>
                    <a:pt x="2035" y="1044"/>
                  </a:lnTo>
                  <a:lnTo>
                    <a:pt x="2009" y="1055"/>
                  </a:lnTo>
                  <a:lnTo>
                    <a:pt x="1984" y="1066"/>
                  </a:lnTo>
                  <a:lnTo>
                    <a:pt x="1958" y="1077"/>
                  </a:lnTo>
                  <a:lnTo>
                    <a:pt x="1932" y="1087"/>
                  </a:lnTo>
                  <a:lnTo>
                    <a:pt x="1905" y="1097"/>
                  </a:lnTo>
                  <a:lnTo>
                    <a:pt x="1878" y="1105"/>
                  </a:lnTo>
                  <a:lnTo>
                    <a:pt x="1851" y="1113"/>
                  </a:lnTo>
                  <a:lnTo>
                    <a:pt x="1823" y="1120"/>
                  </a:lnTo>
                  <a:lnTo>
                    <a:pt x="1795" y="1128"/>
                  </a:lnTo>
                  <a:lnTo>
                    <a:pt x="1766" y="1134"/>
                  </a:lnTo>
                  <a:lnTo>
                    <a:pt x="1739" y="1140"/>
                  </a:lnTo>
                  <a:lnTo>
                    <a:pt x="1710" y="1144"/>
                  </a:lnTo>
                  <a:lnTo>
                    <a:pt x="1681" y="1148"/>
                  </a:lnTo>
                  <a:lnTo>
                    <a:pt x="1652" y="1151"/>
                  </a:lnTo>
                  <a:lnTo>
                    <a:pt x="1622" y="1153"/>
                  </a:lnTo>
                  <a:lnTo>
                    <a:pt x="1594" y="1156"/>
                  </a:lnTo>
                  <a:lnTo>
                    <a:pt x="1564" y="1157"/>
                  </a:lnTo>
                  <a:lnTo>
                    <a:pt x="1534" y="1158"/>
                  </a:lnTo>
                  <a:lnTo>
                    <a:pt x="1534" y="1158"/>
                  </a:lnTo>
                  <a:close/>
                </a:path>
              </a:pathLst>
            </a:custGeom>
            <a:solidFill>
              <a:schemeClr val="accent4"/>
            </a:solidFill>
            <a:ln>
              <a:noFill/>
            </a:ln>
          </p:spPr>
          <p:txBody>
            <a:bodyPr anchor="ctr"/>
            <a:lstStyle/>
            <a:p>
              <a:pPr algn="ctr"/>
              <a:endParaRPr>
                <a:latin typeface="幼圆" panose="02010509060101010101" pitchFamily="49" charset="-122"/>
                <a:ea typeface="幼圆" panose="02010509060101010101" pitchFamily="49" charset="-122"/>
                <a:cs typeface="+mn-ea"/>
                <a:sym typeface="+mn-lt"/>
              </a:endParaRPr>
            </a:p>
          </p:txBody>
        </p:sp>
        <p:sp>
          <p:nvSpPr>
            <p:cNvPr id="52" name="Freeform: Shape 7"/>
            <p:cNvSpPr>
              <a:spLocks/>
            </p:cNvSpPr>
            <p:nvPr/>
          </p:nvSpPr>
          <p:spPr bwMode="auto">
            <a:xfrm>
              <a:off x="6034884" y="2431801"/>
              <a:ext cx="2393752" cy="1196487"/>
            </a:xfrm>
            <a:custGeom>
              <a:avLst/>
              <a:gdLst>
                <a:gd name="T0" fmla="*/ 1624 w 3069"/>
                <a:gd name="T1" fmla="*/ 381 h 1534"/>
                <a:gd name="T2" fmla="*/ 1768 w 3069"/>
                <a:gd name="T3" fmla="*/ 400 h 1534"/>
                <a:gd name="T4" fmla="*/ 1906 w 3069"/>
                <a:gd name="T5" fmla="*/ 437 h 1534"/>
                <a:gd name="T6" fmla="*/ 2036 w 3069"/>
                <a:gd name="T7" fmla="*/ 490 h 1534"/>
                <a:gd name="T8" fmla="*/ 2159 w 3069"/>
                <a:gd name="T9" fmla="*/ 559 h 1534"/>
                <a:gd name="T10" fmla="*/ 2271 w 3069"/>
                <a:gd name="T11" fmla="*/ 641 h 1534"/>
                <a:gd name="T12" fmla="*/ 2372 w 3069"/>
                <a:gd name="T13" fmla="*/ 736 h 1534"/>
                <a:gd name="T14" fmla="*/ 2462 w 3069"/>
                <a:gd name="T15" fmla="*/ 841 h 1534"/>
                <a:gd name="T16" fmla="*/ 2538 w 3069"/>
                <a:gd name="T17" fmla="*/ 958 h 1534"/>
                <a:gd name="T18" fmla="*/ 2601 w 3069"/>
                <a:gd name="T19" fmla="*/ 1083 h 1534"/>
                <a:gd name="T20" fmla="*/ 2648 w 3069"/>
                <a:gd name="T21" fmla="*/ 1217 h 1534"/>
                <a:gd name="T22" fmla="*/ 2679 w 3069"/>
                <a:gd name="T23" fmla="*/ 1358 h 1534"/>
                <a:gd name="T24" fmla="*/ 2692 w 3069"/>
                <a:gd name="T25" fmla="*/ 1504 h 1534"/>
                <a:gd name="T26" fmla="*/ 3067 w 3069"/>
                <a:gd name="T27" fmla="*/ 1455 h 1534"/>
                <a:gd name="T28" fmla="*/ 3045 w 3069"/>
                <a:gd name="T29" fmla="*/ 1262 h 1534"/>
                <a:gd name="T30" fmla="*/ 3000 w 3069"/>
                <a:gd name="T31" fmla="*/ 1078 h 1534"/>
                <a:gd name="T32" fmla="*/ 2933 w 3069"/>
                <a:gd name="T33" fmla="*/ 903 h 1534"/>
                <a:gd name="T34" fmla="*/ 2846 w 3069"/>
                <a:gd name="T35" fmla="*/ 739 h 1534"/>
                <a:gd name="T36" fmla="*/ 2742 w 3069"/>
                <a:gd name="T37" fmla="*/ 587 h 1534"/>
                <a:gd name="T38" fmla="*/ 2619 w 3069"/>
                <a:gd name="T39" fmla="*/ 449 h 1534"/>
                <a:gd name="T40" fmla="*/ 2482 w 3069"/>
                <a:gd name="T41" fmla="*/ 327 h 1534"/>
                <a:gd name="T42" fmla="*/ 2330 w 3069"/>
                <a:gd name="T43" fmla="*/ 222 h 1534"/>
                <a:gd name="T44" fmla="*/ 2166 w 3069"/>
                <a:gd name="T45" fmla="*/ 135 h 1534"/>
                <a:gd name="T46" fmla="*/ 1990 w 3069"/>
                <a:gd name="T47" fmla="*/ 69 h 1534"/>
                <a:gd name="T48" fmla="*/ 1806 w 3069"/>
                <a:gd name="T49" fmla="*/ 23 h 1534"/>
                <a:gd name="T50" fmla="*/ 1614 w 3069"/>
                <a:gd name="T51" fmla="*/ 2 h 1534"/>
                <a:gd name="T52" fmla="*/ 1455 w 3069"/>
                <a:gd name="T53" fmla="*/ 2 h 1534"/>
                <a:gd name="T54" fmla="*/ 1263 w 3069"/>
                <a:gd name="T55" fmla="*/ 23 h 1534"/>
                <a:gd name="T56" fmla="*/ 1079 w 3069"/>
                <a:gd name="T57" fmla="*/ 69 h 1534"/>
                <a:gd name="T58" fmla="*/ 903 w 3069"/>
                <a:gd name="T59" fmla="*/ 135 h 1534"/>
                <a:gd name="T60" fmla="*/ 739 w 3069"/>
                <a:gd name="T61" fmla="*/ 222 h 1534"/>
                <a:gd name="T62" fmla="*/ 587 w 3069"/>
                <a:gd name="T63" fmla="*/ 327 h 1534"/>
                <a:gd name="T64" fmla="*/ 450 w 3069"/>
                <a:gd name="T65" fmla="*/ 449 h 1534"/>
                <a:gd name="T66" fmla="*/ 327 w 3069"/>
                <a:gd name="T67" fmla="*/ 587 h 1534"/>
                <a:gd name="T68" fmla="*/ 223 w 3069"/>
                <a:gd name="T69" fmla="*/ 739 h 1534"/>
                <a:gd name="T70" fmla="*/ 135 w 3069"/>
                <a:gd name="T71" fmla="*/ 903 h 1534"/>
                <a:gd name="T72" fmla="*/ 69 w 3069"/>
                <a:gd name="T73" fmla="*/ 1078 h 1534"/>
                <a:gd name="T74" fmla="*/ 25 w 3069"/>
                <a:gd name="T75" fmla="*/ 1262 h 1534"/>
                <a:gd name="T76" fmla="*/ 2 w 3069"/>
                <a:gd name="T77" fmla="*/ 1455 h 1534"/>
                <a:gd name="T78" fmla="*/ 377 w 3069"/>
                <a:gd name="T79" fmla="*/ 1504 h 1534"/>
                <a:gd name="T80" fmla="*/ 390 w 3069"/>
                <a:gd name="T81" fmla="*/ 1358 h 1534"/>
                <a:gd name="T82" fmla="*/ 421 w 3069"/>
                <a:gd name="T83" fmla="*/ 1217 h 1534"/>
                <a:gd name="T84" fmla="*/ 468 w 3069"/>
                <a:gd name="T85" fmla="*/ 1083 h 1534"/>
                <a:gd name="T86" fmla="*/ 531 w 3069"/>
                <a:gd name="T87" fmla="*/ 958 h 1534"/>
                <a:gd name="T88" fmla="*/ 608 w 3069"/>
                <a:gd name="T89" fmla="*/ 841 h 1534"/>
                <a:gd name="T90" fmla="*/ 697 w 3069"/>
                <a:gd name="T91" fmla="*/ 736 h 1534"/>
                <a:gd name="T92" fmla="*/ 798 w 3069"/>
                <a:gd name="T93" fmla="*/ 641 h 1534"/>
                <a:gd name="T94" fmla="*/ 910 w 3069"/>
                <a:gd name="T95" fmla="*/ 559 h 1534"/>
                <a:gd name="T96" fmla="*/ 1033 w 3069"/>
                <a:gd name="T97" fmla="*/ 490 h 1534"/>
                <a:gd name="T98" fmla="*/ 1163 w 3069"/>
                <a:gd name="T99" fmla="*/ 437 h 1534"/>
                <a:gd name="T100" fmla="*/ 1302 w 3069"/>
                <a:gd name="T101" fmla="*/ 400 h 1534"/>
                <a:gd name="T102" fmla="*/ 1446 w 3069"/>
                <a:gd name="T103" fmla="*/ 381 h 1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069" h="1534">
                  <a:moveTo>
                    <a:pt x="1534" y="376"/>
                  </a:moveTo>
                  <a:lnTo>
                    <a:pt x="1534" y="376"/>
                  </a:lnTo>
                  <a:lnTo>
                    <a:pt x="1564" y="377"/>
                  </a:lnTo>
                  <a:lnTo>
                    <a:pt x="1594" y="378"/>
                  </a:lnTo>
                  <a:lnTo>
                    <a:pt x="1624" y="381"/>
                  </a:lnTo>
                  <a:lnTo>
                    <a:pt x="1652" y="383"/>
                  </a:lnTo>
                  <a:lnTo>
                    <a:pt x="1682" y="386"/>
                  </a:lnTo>
                  <a:lnTo>
                    <a:pt x="1711" y="390"/>
                  </a:lnTo>
                  <a:lnTo>
                    <a:pt x="1740" y="394"/>
                  </a:lnTo>
                  <a:lnTo>
                    <a:pt x="1768" y="400"/>
                  </a:lnTo>
                  <a:lnTo>
                    <a:pt x="1796" y="406"/>
                  </a:lnTo>
                  <a:lnTo>
                    <a:pt x="1824" y="414"/>
                  </a:lnTo>
                  <a:lnTo>
                    <a:pt x="1852" y="421"/>
                  </a:lnTo>
                  <a:lnTo>
                    <a:pt x="1878" y="429"/>
                  </a:lnTo>
                  <a:lnTo>
                    <a:pt x="1906" y="437"/>
                  </a:lnTo>
                  <a:lnTo>
                    <a:pt x="1933" y="447"/>
                  </a:lnTo>
                  <a:lnTo>
                    <a:pt x="1958" y="457"/>
                  </a:lnTo>
                  <a:lnTo>
                    <a:pt x="1985" y="468"/>
                  </a:lnTo>
                  <a:lnTo>
                    <a:pt x="2011" y="479"/>
                  </a:lnTo>
                  <a:lnTo>
                    <a:pt x="2036" y="490"/>
                  </a:lnTo>
                  <a:lnTo>
                    <a:pt x="2062" y="503"/>
                  </a:lnTo>
                  <a:lnTo>
                    <a:pt x="2086" y="516"/>
                  </a:lnTo>
                  <a:lnTo>
                    <a:pt x="2111" y="530"/>
                  </a:lnTo>
                  <a:lnTo>
                    <a:pt x="2134" y="545"/>
                  </a:lnTo>
                  <a:lnTo>
                    <a:pt x="2159" y="559"/>
                  </a:lnTo>
                  <a:lnTo>
                    <a:pt x="2181" y="575"/>
                  </a:lnTo>
                  <a:lnTo>
                    <a:pt x="2205" y="591"/>
                  </a:lnTo>
                  <a:lnTo>
                    <a:pt x="2227" y="607"/>
                  </a:lnTo>
                  <a:lnTo>
                    <a:pt x="2249" y="624"/>
                  </a:lnTo>
                  <a:lnTo>
                    <a:pt x="2271" y="641"/>
                  </a:lnTo>
                  <a:lnTo>
                    <a:pt x="2292" y="659"/>
                  </a:lnTo>
                  <a:lnTo>
                    <a:pt x="2312" y="677"/>
                  </a:lnTo>
                  <a:lnTo>
                    <a:pt x="2333" y="696"/>
                  </a:lnTo>
                  <a:lnTo>
                    <a:pt x="2353" y="715"/>
                  </a:lnTo>
                  <a:lnTo>
                    <a:pt x="2372" y="736"/>
                  </a:lnTo>
                  <a:lnTo>
                    <a:pt x="2391" y="756"/>
                  </a:lnTo>
                  <a:lnTo>
                    <a:pt x="2409" y="777"/>
                  </a:lnTo>
                  <a:lnTo>
                    <a:pt x="2427" y="797"/>
                  </a:lnTo>
                  <a:lnTo>
                    <a:pt x="2445" y="820"/>
                  </a:lnTo>
                  <a:lnTo>
                    <a:pt x="2462" y="841"/>
                  </a:lnTo>
                  <a:lnTo>
                    <a:pt x="2479" y="865"/>
                  </a:lnTo>
                  <a:lnTo>
                    <a:pt x="2495" y="887"/>
                  </a:lnTo>
                  <a:lnTo>
                    <a:pt x="2510" y="910"/>
                  </a:lnTo>
                  <a:lnTo>
                    <a:pt x="2524" y="934"/>
                  </a:lnTo>
                  <a:lnTo>
                    <a:pt x="2538" y="958"/>
                  </a:lnTo>
                  <a:lnTo>
                    <a:pt x="2552" y="983"/>
                  </a:lnTo>
                  <a:lnTo>
                    <a:pt x="2565" y="1007"/>
                  </a:lnTo>
                  <a:lnTo>
                    <a:pt x="2578" y="1032"/>
                  </a:lnTo>
                  <a:lnTo>
                    <a:pt x="2589" y="1057"/>
                  </a:lnTo>
                  <a:lnTo>
                    <a:pt x="2601" y="1083"/>
                  </a:lnTo>
                  <a:lnTo>
                    <a:pt x="2612" y="1110"/>
                  </a:lnTo>
                  <a:lnTo>
                    <a:pt x="2621" y="1136"/>
                  </a:lnTo>
                  <a:lnTo>
                    <a:pt x="2631" y="1163"/>
                  </a:lnTo>
                  <a:lnTo>
                    <a:pt x="2640" y="1190"/>
                  </a:lnTo>
                  <a:lnTo>
                    <a:pt x="2648" y="1217"/>
                  </a:lnTo>
                  <a:lnTo>
                    <a:pt x="2656" y="1245"/>
                  </a:lnTo>
                  <a:lnTo>
                    <a:pt x="2662" y="1273"/>
                  </a:lnTo>
                  <a:lnTo>
                    <a:pt x="2668" y="1301"/>
                  </a:lnTo>
                  <a:lnTo>
                    <a:pt x="2674" y="1329"/>
                  </a:lnTo>
                  <a:lnTo>
                    <a:pt x="2679" y="1358"/>
                  </a:lnTo>
                  <a:lnTo>
                    <a:pt x="2682" y="1387"/>
                  </a:lnTo>
                  <a:lnTo>
                    <a:pt x="2685" y="1416"/>
                  </a:lnTo>
                  <a:lnTo>
                    <a:pt x="2689" y="1444"/>
                  </a:lnTo>
                  <a:lnTo>
                    <a:pt x="2691" y="1474"/>
                  </a:lnTo>
                  <a:lnTo>
                    <a:pt x="2692" y="1504"/>
                  </a:lnTo>
                  <a:lnTo>
                    <a:pt x="2692" y="1534"/>
                  </a:lnTo>
                  <a:lnTo>
                    <a:pt x="3069" y="1534"/>
                  </a:lnTo>
                  <a:lnTo>
                    <a:pt x="3069" y="1534"/>
                  </a:lnTo>
                  <a:lnTo>
                    <a:pt x="3068" y="1495"/>
                  </a:lnTo>
                  <a:lnTo>
                    <a:pt x="3067" y="1455"/>
                  </a:lnTo>
                  <a:lnTo>
                    <a:pt x="3064" y="1416"/>
                  </a:lnTo>
                  <a:lnTo>
                    <a:pt x="3061" y="1377"/>
                  </a:lnTo>
                  <a:lnTo>
                    <a:pt x="3056" y="1339"/>
                  </a:lnTo>
                  <a:lnTo>
                    <a:pt x="3051" y="1301"/>
                  </a:lnTo>
                  <a:lnTo>
                    <a:pt x="3045" y="1262"/>
                  </a:lnTo>
                  <a:lnTo>
                    <a:pt x="3037" y="1225"/>
                  </a:lnTo>
                  <a:lnTo>
                    <a:pt x="3030" y="1188"/>
                  </a:lnTo>
                  <a:lnTo>
                    <a:pt x="3020" y="1150"/>
                  </a:lnTo>
                  <a:lnTo>
                    <a:pt x="3011" y="1114"/>
                  </a:lnTo>
                  <a:lnTo>
                    <a:pt x="3000" y="1078"/>
                  </a:lnTo>
                  <a:lnTo>
                    <a:pt x="2988" y="1041"/>
                  </a:lnTo>
                  <a:lnTo>
                    <a:pt x="2975" y="1006"/>
                  </a:lnTo>
                  <a:lnTo>
                    <a:pt x="2963" y="971"/>
                  </a:lnTo>
                  <a:lnTo>
                    <a:pt x="2948" y="937"/>
                  </a:lnTo>
                  <a:lnTo>
                    <a:pt x="2933" y="903"/>
                  </a:lnTo>
                  <a:lnTo>
                    <a:pt x="2918" y="869"/>
                  </a:lnTo>
                  <a:lnTo>
                    <a:pt x="2901" y="836"/>
                  </a:lnTo>
                  <a:lnTo>
                    <a:pt x="2884" y="803"/>
                  </a:lnTo>
                  <a:lnTo>
                    <a:pt x="2866" y="771"/>
                  </a:lnTo>
                  <a:lnTo>
                    <a:pt x="2846" y="739"/>
                  </a:lnTo>
                  <a:lnTo>
                    <a:pt x="2827" y="707"/>
                  </a:lnTo>
                  <a:lnTo>
                    <a:pt x="2807" y="676"/>
                  </a:lnTo>
                  <a:lnTo>
                    <a:pt x="2786" y="646"/>
                  </a:lnTo>
                  <a:lnTo>
                    <a:pt x="2764" y="616"/>
                  </a:lnTo>
                  <a:lnTo>
                    <a:pt x="2742" y="587"/>
                  </a:lnTo>
                  <a:lnTo>
                    <a:pt x="2718" y="559"/>
                  </a:lnTo>
                  <a:lnTo>
                    <a:pt x="2695" y="530"/>
                  </a:lnTo>
                  <a:lnTo>
                    <a:pt x="2671" y="502"/>
                  </a:lnTo>
                  <a:lnTo>
                    <a:pt x="2645" y="475"/>
                  </a:lnTo>
                  <a:lnTo>
                    <a:pt x="2619" y="449"/>
                  </a:lnTo>
                  <a:lnTo>
                    <a:pt x="2593" y="423"/>
                  </a:lnTo>
                  <a:lnTo>
                    <a:pt x="2566" y="399"/>
                  </a:lnTo>
                  <a:lnTo>
                    <a:pt x="2538" y="374"/>
                  </a:lnTo>
                  <a:lnTo>
                    <a:pt x="2511" y="351"/>
                  </a:lnTo>
                  <a:lnTo>
                    <a:pt x="2482" y="327"/>
                  </a:lnTo>
                  <a:lnTo>
                    <a:pt x="2452" y="305"/>
                  </a:lnTo>
                  <a:lnTo>
                    <a:pt x="2423" y="282"/>
                  </a:lnTo>
                  <a:lnTo>
                    <a:pt x="2392" y="262"/>
                  </a:lnTo>
                  <a:lnTo>
                    <a:pt x="2361" y="242"/>
                  </a:lnTo>
                  <a:lnTo>
                    <a:pt x="2330" y="222"/>
                  </a:lnTo>
                  <a:lnTo>
                    <a:pt x="2298" y="204"/>
                  </a:lnTo>
                  <a:lnTo>
                    <a:pt x="2265" y="185"/>
                  </a:lnTo>
                  <a:lnTo>
                    <a:pt x="2233" y="167"/>
                  </a:lnTo>
                  <a:lnTo>
                    <a:pt x="2199" y="151"/>
                  </a:lnTo>
                  <a:lnTo>
                    <a:pt x="2166" y="135"/>
                  </a:lnTo>
                  <a:lnTo>
                    <a:pt x="2132" y="120"/>
                  </a:lnTo>
                  <a:lnTo>
                    <a:pt x="2097" y="107"/>
                  </a:lnTo>
                  <a:lnTo>
                    <a:pt x="2062" y="93"/>
                  </a:lnTo>
                  <a:lnTo>
                    <a:pt x="2027" y="81"/>
                  </a:lnTo>
                  <a:lnTo>
                    <a:pt x="1990" y="69"/>
                  </a:lnTo>
                  <a:lnTo>
                    <a:pt x="1954" y="59"/>
                  </a:lnTo>
                  <a:lnTo>
                    <a:pt x="1918" y="48"/>
                  </a:lnTo>
                  <a:lnTo>
                    <a:pt x="1881" y="39"/>
                  </a:lnTo>
                  <a:lnTo>
                    <a:pt x="1843" y="31"/>
                  </a:lnTo>
                  <a:lnTo>
                    <a:pt x="1806" y="23"/>
                  </a:lnTo>
                  <a:lnTo>
                    <a:pt x="1769" y="18"/>
                  </a:lnTo>
                  <a:lnTo>
                    <a:pt x="1730" y="12"/>
                  </a:lnTo>
                  <a:lnTo>
                    <a:pt x="1692" y="7"/>
                  </a:lnTo>
                  <a:lnTo>
                    <a:pt x="1652" y="4"/>
                  </a:lnTo>
                  <a:lnTo>
                    <a:pt x="1614" y="2"/>
                  </a:lnTo>
                  <a:lnTo>
                    <a:pt x="1575" y="0"/>
                  </a:lnTo>
                  <a:lnTo>
                    <a:pt x="1534" y="0"/>
                  </a:lnTo>
                  <a:lnTo>
                    <a:pt x="1534" y="0"/>
                  </a:lnTo>
                  <a:lnTo>
                    <a:pt x="1495" y="0"/>
                  </a:lnTo>
                  <a:lnTo>
                    <a:pt x="1455" y="2"/>
                  </a:lnTo>
                  <a:lnTo>
                    <a:pt x="1417" y="4"/>
                  </a:lnTo>
                  <a:lnTo>
                    <a:pt x="1377" y="7"/>
                  </a:lnTo>
                  <a:lnTo>
                    <a:pt x="1339" y="12"/>
                  </a:lnTo>
                  <a:lnTo>
                    <a:pt x="1301" y="18"/>
                  </a:lnTo>
                  <a:lnTo>
                    <a:pt x="1263" y="23"/>
                  </a:lnTo>
                  <a:lnTo>
                    <a:pt x="1225" y="31"/>
                  </a:lnTo>
                  <a:lnTo>
                    <a:pt x="1188" y="39"/>
                  </a:lnTo>
                  <a:lnTo>
                    <a:pt x="1151" y="48"/>
                  </a:lnTo>
                  <a:lnTo>
                    <a:pt x="1114" y="59"/>
                  </a:lnTo>
                  <a:lnTo>
                    <a:pt x="1079" y="69"/>
                  </a:lnTo>
                  <a:lnTo>
                    <a:pt x="1043" y="81"/>
                  </a:lnTo>
                  <a:lnTo>
                    <a:pt x="1007" y="93"/>
                  </a:lnTo>
                  <a:lnTo>
                    <a:pt x="972" y="107"/>
                  </a:lnTo>
                  <a:lnTo>
                    <a:pt x="937" y="120"/>
                  </a:lnTo>
                  <a:lnTo>
                    <a:pt x="903" y="135"/>
                  </a:lnTo>
                  <a:lnTo>
                    <a:pt x="870" y="151"/>
                  </a:lnTo>
                  <a:lnTo>
                    <a:pt x="836" y="167"/>
                  </a:lnTo>
                  <a:lnTo>
                    <a:pt x="803" y="185"/>
                  </a:lnTo>
                  <a:lnTo>
                    <a:pt x="771" y="204"/>
                  </a:lnTo>
                  <a:lnTo>
                    <a:pt x="739" y="222"/>
                  </a:lnTo>
                  <a:lnTo>
                    <a:pt x="708" y="242"/>
                  </a:lnTo>
                  <a:lnTo>
                    <a:pt x="677" y="262"/>
                  </a:lnTo>
                  <a:lnTo>
                    <a:pt x="646" y="282"/>
                  </a:lnTo>
                  <a:lnTo>
                    <a:pt x="616" y="305"/>
                  </a:lnTo>
                  <a:lnTo>
                    <a:pt x="587" y="327"/>
                  </a:lnTo>
                  <a:lnTo>
                    <a:pt x="559" y="351"/>
                  </a:lnTo>
                  <a:lnTo>
                    <a:pt x="531" y="374"/>
                  </a:lnTo>
                  <a:lnTo>
                    <a:pt x="503" y="399"/>
                  </a:lnTo>
                  <a:lnTo>
                    <a:pt x="477" y="423"/>
                  </a:lnTo>
                  <a:lnTo>
                    <a:pt x="450" y="449"/>
                  </a:lnTo>
                  <a:lnTo>
                    <a:pt x="424" y="475"/>
                  </a:lnTo>
                  <a:lnTo>
                    <a:pt x="399" y="502"/>
                  </a:lnTo>
                  <a:lnTo>
                    <a:pt x="374" y="530"/>
                  </a:lnTo>
                  <a:lnTo>
                    <a:pt x="351" y="559"/>
                  </a:lnTo>
                  <a:lnTo>
                    <a:pt x="327" y="587"/>
                  </a:lnTo>
                  <a:lnTo>
                    <a:pt x="305" y="616"/>
                  </a:lnTo>
                  <a:lnTo>
                    <a:pt x="284" y="646"/>
                  </a:lnTo>
                  <a:lnTo>
                    <a:pt x="262" y="676"/>
                  </a:lnTo>
                  <a:lnTo>
                    <a:pt x="242" y="707"/>
                  </a:lnTo>
                  <a:lnTo>
                    <a:pt x="223" y="739"/>
                  </a:lnTo>
                  <a:lnTo>
                    <a:pt x="204" y="771"/>
                  </a:lnTo>
                  <a:lnTo>
                    <a:pt x="185" y="803"/>
                  </a:lnTo>
                  <a:lnTo>
                    <a:pt x="168" y="836"/>
                  </a:lnTo>
                  <a:lnTo>
                    <a:pt x="151" y="869"/>
                  </a:lnTo>
                  <a:lnTo>
                    <a:pt x="135" y="903"/>
                  </a:lnTo>
                  <a:lnTo>
                    <a:pt x="120" y="937"/>
                  </a:lnTo>
                  <a:lnTo>
                    <a:pt x="107" y="971"/>
                  </a:lnTo>
                  <a:lnTo>
                    <a:pt x="94" y="1006"/>
                  </a:lnTo>
                  <a:lnTo>
                    <a:pt x="81" y="1041"/>
                  </a:lnTo>
                  <a:lnTo>
                    <a:pt x="69" y="1078"/>
                  </a:lnTo>
                  <a:lnTo>
                    <a:pt x="59" y="1114"/>
                  </a:lnTo>
                  <a:lnTo>
                    <a:pt x="49" y="1150"/>
                  </a:lnTo>
                  <a:lnTo>
                    <a:pt x="39" y="1188"/>
                  </a:lnTo>
                  <a:lnTo>
                    <a:pt x="32" y="1225"/>
                  </a:lnTo>
                  <a:lnTo>
                    <a:pt x="25" y="1262"/>
                  </a:lnTo>
                  <a:lnTo>
                    <a:pt x="18" y="1301"/>
                  </a:lnTo>
                  <a:lnTo>
                    <a:pt x="13" y="1339"/>
                  </a:lnTo>
                  <a:lnTo>
                    <a:pt x="9" y="1377"/>
                  </a:lnTo>
                  <a:lnTo>
                    <a:pt x="5" y="1416"/>
                  </a:lnTo>
                  <a:lnTo>
                    <a:pt x="2" y="1455"/>
                  </a:lnTo>
                  <a:lnTo>
                    <a:pt x="1" y="1495"/>
                  </a:lnTo>
                  <a:lnTo>
                    <a:pt x="0" y="1534"/>
                  </a:lnTo>
                  <a:lnTo>
                    <a:pt x="377" y="1534"/>
                  </a:lnTo>
                  <a:lnTo>
                    <a:pt x="377" y="1534"/>
                  </a:lnTo>
                  <a:lnTo>
                    <a:pt x="377" y="1504"/>
                  </a:lnTo>
                  <a:lnTo>
                    <a:pt x="378" y="1474"/>
                  </a:lnTo>
                  <a:lnTo>
                    <a:pt x="381" y="1444"/>
                  </a:lnTo>
                  <a:lnTo>
                    <a:pt x="383" y="1416"/>
                  </a:lnTo>
                  <a:lnTo>
                    <a:pt x="387" y="1387"/>
                  </a:lnTo>
                  <a:lnTo>
                    <a:pt x="390" y="1358"/>
                  </a:lnTo>
                  <a:lnTo>
                    <a:pt x="396" y="1329"/>
                  </a:lnTo>
                  <a:lnTo>
                    <a:pt x="401" y="1301"/>
                  </a:lnTo>
                  <a:lnTo>
                    <a:pt x="407" y="1273"/>
                  </a:lnTo>
                  <a:lnTo>
                    <a:pt x="414" y="1245"/>
                  </a:lnTo>
                  <a:lnTo>
                    <a:pt x="421" y="1217"/>
                  </a:lnTo>
                  <a:lnTo>
                    <a:pt x="430" y="1190"/>
                  </a:lnTo>
                  <a:lnTo>
                    <a:pt x="438" y="1163"/>
                  </a:lnTo>
                  <a:lnTo>
                    <a:pt x="448" y="1136"/>
                  </a:lnTo>
                  <a:lnTo>
                    <a:pt x="457" y="1110"/>
                  </a:lnTo>
                  <a:lnTo>
                    <a:pt x="468" y="1083"/>
                  </a:lnTo>
                  <a:lnTo>
                    <a:pt x="480" y="1057"/>
                  </a:lnTo>
                  <a:lnTo>
                    <a:pt x="491" y="1032"/>
                  </a:lnTo>
                  <a:lnTo>
                    <a:pt x="504" y="1007"/>
                  </a:lnTo>
                  <a:lnTo>
                    <a:pt x="517" y="983"/>
                  </a:lnTo>
                  <a:lnTo>
                    <a:pt x="531" y="958"/>
                  </a:lnTo>
                  <a:lnTo>
                    <a:pt x="545" y="934"/>
                  </a:lnTo>
                  <a:lnTo>
                    <a:pt x="560" y="910"/>
                  </a:lnTo>
                  <a:lnTo>
                    <a:pt x="575" y="887"/>
                  </a:lnTo>
                  <a:lnTo>
                    <a:pt x="591" y="865"/>
                  </a:lnTo>
                  <a:lnTo>
                    <a:pt x="608" y="841"/>
                  </a:lnTo>
                  <a:lnTo>
                    <a:pt x="624" y="820"/>
                  </a:lnTo>
                  <a:lnTo>
                    <a:pt x="642" y="797"/>
                  </a:lnTo>
                  <a:lnTo>
                    <a:pt x="660" y="777"/>
                  </a:lnTo>
                  <a:lnTo>
                    <a:pt x="678" y="756"/>
                  </a:lnTo>
                  <a:lnTo>
                    <a:pt x="697" y="736"/>
                  </a:lnTo>
                  <a:lnTo>
                    <a:pt x="716" y="715"/>
                  </a:lnTo>
                  <a:lnTo>
                    <a:pt x="736" y="696"/>
                  </a:lnTo>
                  <a:lnTo>
                    <a:pt x="757" y="677"/>
                  </a:lnTo>
                  <a:lnTo>
                    <a:pt x="777" y="659"/>
                  </a:lnTo>
                  <a:lnTo>
                    <a:pt x="798" y="641"/>
                  </a:lnTo>
                  <a:lnTo>
                    <a:pt x="820" y="624"/>
                  </a:lnTo>
                  <a:lnTo>
                    <a:pt x="842" y="607"/>
                  </a:lnTo>
                  <a:lnTo>
                    <a:pt x="865" y="591"/>
                  </a:lnTo>
                  <a:lnTo>
                    <a:pt x="887" y="575"/>
                  </a:lnTo>
                  <a:lnTo>
                    <a:pt x="910" y="559"/>
                  </a:lnTo>
                  <a:lnTo>
                    <a:pt x="935" y="545"/>
                  </a:lnTo>
                  <a:lnTo>
                    <a:pt x="958" y="530"/>
                  </a:lnTo>
                  <a:lnTo>
                    <a:pt x="983" y="516"/>
                  </a:lnTo>
                  <a:lnTo>
                    <a:pt x="1007" y="503"/>
                  </a:lnTo>
                  <a:lnTo>
                    <a:pt x="1033" y="490"/>
                  </a:lnTo>
                  <a:lnTo>
                    <a:pt x="1059" y="479"/>
                  </a:lnTo>
                  <a:lnTo>
                    <a:pt x="1084" y="468"/>
                  </a:lnTo>
                  <a:lnTo>
                    <a:pt x="1110" y="457"/>
                  </a:lnTo>
                  <a:lnTo>
                    <a:pt x="1136" y="447"/>
                  </a:lnTo>
                  <a:lnTo>
                    <a:pt x="1163" y="437"/>
                  </a:lnTo>
                  <a:lnTo>
                    <a:pt x="1191" y="429"/>
                  </a:lnTo>
                  <a:lnTo>
                    <a:pt x="1217" y="421"/>
                  </a:lnTo>
                  <a:lnTo>
                    <a:pt x="1245" y="414"/>
                  </a:lnTo>
                  <a:lnTo>
                    <a:pt x="1273" y="406"/>
                  </a:lnTo>
                  <a:lnTo>
                    <a:pt x="1302" y="400"/>
                  </a:lnTo>
                  <a:lnTo>
                    <a:pt x="1329" y="394"/>
                  </a:lnTo>
                  <a:lnTo>
                    <a:pt x="1358" y="390"/>
                  </a:lnTo>
                  <a:lnTo>
                    <a:pt x="1387" y="386"/>
                  </a:lnTo>
                  <a:lnTo>
                    <a:pt x="1416" y="383"/>
                  </a:lnTo>
                  <a:lnTo>
                    <a:pt x="1446" y="381"/>
                  </a:lnTo>
                  <a:lnTo>
                    <a:pt x="1475" y="378"/>
                  </a:lnTo>
                  <a:lnTo>
                    <a:pt x="1504" y="377"/>
                  </a:lnTo>
                  <a:lnTo>
                    <a:pt x="1534" y="376"/>
                  </a:lnTo>
                  <a:lnTo>
                    <a:pt x="1534" y="376"/>
                  </a:lnTo>
                  <a:close/>
                </a:path>
              </a:pathLst>
            </a:custGeom>
            <a:solidFill>
              <a:schemeClr val="accent3"/>
            </a:solidFill>
            <a:ln>
              <a:noFill/>
            </a:ln>
          </p:spPr>
          <p:txBody>
            <a:bodyPr anchor="ctr"/>
            <a:lstStyle/>
            <a:p>
              <a:pPr algn="ctr"/>
              <a:endParaRPr>
                <a:latin typeface="幼圆" panose="02010509060101010101" pitchFamily="49" charset="-122"/>
                <a:ea typeface="幼圆" panose="02010509060101010101" pitchFamily="49" charset="-122"/>
                <a:cs typeface="+mn-ea"/>
                <a:sym typeface="+mn-lt"/>
              </a:endParaRPr>
            </a:p>
          </p:txBody>
        </p:sp>
        <p:sp>
          <p:nvSpPr>
            <p:cNvPr id="53" name="TextBox 9"/>
            <p:cNvSpPr txBox="1">
              <a:spLocks/>
            </p:cNvSpPr>
            <p:nvPr/>
          </p:nvSpPr>
          <p:spPr bwMode="auto">
            <a:xfrm>
              <a:off x="2321530" y="3653154"/>
              <a:ext cx="1433085" cy="452815"/>
            </a:xfrm>
            <a:prstGeom prst="rect">
              <a:avLst/>
            </a:prstGeom>
            <a:noFill/>
            <a:ln w="9525">
              <a:noFill/>
              <a:miter lim="800000"/>
              <a:headEnd/>
              <a:tailEnd/>
            </a:ln>
          </p:spPr>
          <p:txBody>
            <a:bodyPr wrap="none" lIns="0" tIns="0" rIns="0" bIns="0" anchor="t" anchorCtr="0">
              <a:noAutofit/>
              <a:scene3d>
                <a:camera prst="orthographicFront"/>
                <a:lightRig rig="threePt" dir="t"/>
              </a:scene3d>
              <a:sp3d>
                <a:bevelT w="0" h="0"/>
              </a:sp3d>
            </a:bodyPr>
            <a:lstStyle/>
            <a:p>
              <a:pPr marL="0" lvl="1" algn="ctr"/>
              <a:r>
                <a:rPr lang="zh-CN" altLang="en-US" sz="1700" b="1" dirty="0">
                  <a:solidFill>
                    <a:schemeClr val="accent1"/>
                  </a:solidFill>
                  <a:latin typeface="幼圆" panose="02010509060101010101" pitchFamily="49" charset="-122"/>
                  <a:ea typeface="幼圆" panose="02010509060101010101" pitchFamily="49" charset="-122"/>
                  <a:cs typeface="+mn-ea"/>
                  <a:sym typeface="+mn-lt"/>
                </a:rPr>
                <a:t>产品推广</a:t>
              </a:r>
            </a:p>
          </p:txBody>
        </p:sp>
        <p:sp>
          <p:nvSpPr>
            <p:cNvPr id="54" name="TextBox 36"/>
            <p:cNvSpPr txBox="1">
              <a:spLocks/>
            </p:cNvSpPr>
            <p:nvPr/>
          </p:nvSpPr>
          <p:spPr bwMode="auto">
            <a:xfrm>
              <a:off x="3935755" y="1234501"/>
              <a:ext cx="2392974" cy="2359525"/>
            </a:xfrm>
            <a:prstGeom prst="rect">
              <a:avLst/>
            </a:prstGeom>
            <a:noFill/>
            <a:ln w="9525">
              <a:noFill/>
              <a:miter lim="800000"/>
              <a:headEnd/>
              <a:tailEnd/>
            </a:ln>
          </p:spPr>
          <p:txBody>
            <a:bodyPr wrap="square" lIns="360000" tIns="0" rIns="360000" bIns="540000" anchor="b" anchorCtr="1">
              <a:normAutofit/>
              <a:scene3d>
                <a:camera prst="orthographicFront"/>
                <a:lightRig rig="threePt" dir="t"/>
              </a:scene3d>
              <a:sp3d>
                <a:bevelT w="0" h="0"/>
              </a:sp3d>
            </a:bodyPr>
            <a:lstStyle/>
            <a:p>
              <a:pPr algn="ctr">
                <a:lnSpc>
                  <a:spcPct val="120000"/>
                </a:lnSpc>
                <a:defRPr/>
              </a:pPr>
              <a:r>
                <a:rPr lang="zh-CN" altLang="en-US" sz="1000" dirty="0">
                  <a:solidFill>
                    <a:schemeClr val="tx1">
                      <a:lumMod val="50000"/>
                      <a:lumOff val="50000"/>
                    </a:schemeClr>
                  </a:solidFill>
                  <a:latin typeface="幼圆" panose="02010509060101010101" pitchFamily="49" charset="-122"/>
                  <a:ea typeface="幼圆" panose="02010509060101010101" pitchFamily="49" charset="-122"/>
                  <a:cs typeface="+mn-ea"/>
                  <a:sym typeface="+mn-lt"/>
                </a:rPr>
                <a:t>此部分内容作为文字排版占位显示</a:t>
              </a:r>
            </a:p>
          </p:txBody>
        </p:sp>
        <p:sp>
          <p:nvSpPr>
            <p:cNvPr id="55" name="TextBox 13"/>
            <p:cNvSpPr txBox="1">
              <a:spLocks/>
            </p:cNvSpPr>
            <p:nvPr/>
          </p:nvSpPr>
          <p:spPr bwMode="auto">
            <a:xfrm>
              <a:off x="6517929" y="3521152"/>
              <a:ext cx="1433085" cy="462935"/>
            </a:xfrm>
            <a:prstGeom prst="rect">
              <a:avLst/>
            </a:prstGeom>
            <a:noFill/>
            <a:ln w="9525">
              <a:noFill/>
              <a:miter lim="800000"/>
              <a:headEnd/>
              <a:tailEnd/>
            </a:ln>
          </p:spPr>
          <p:txBody>
            <a:bodyPr wrap="none" lIns="0" tIns="0" rIns="0" bIns="0" anchor="t" anchorCtr="0">
              <a:normAutofit/>
              <a:scene3d>
                <a:camera prst="orthographicFront"/>
                <a:lightRig rig="threePt" dir="t"/>
              </a:scene3d>
              <a:sp3d>
                <a:bevelT w="0" h="0"/>
              </a:sp3d>
            </a:bodyPr>
            <a:lstStyle/>
            <a:p>
              <a:pPr marL="0" lvl="1" algn="ctr"/>
              <a:r>
                <a:rPr lang="zh-CN" altLang="en-US" sz="1700" b="1" dirty="0">
                  <a:solidFill>
                    <a:schemeClr val="accent3"/>
                  </a:solidFill>
                  <a:latin typeface="幼圆" panose="02010509060101010101" pitchFamily="49" charset="-122"/>
                  <a:ea typeface="幼圆" panose="02010509060101010101" pitchFamily="49" charset="-122"/>
                  <a:cs typeface="+mn-ea"/>
                  <a:sym typeface="+mn-lt"/>
                </a:rPr>
                <a:t>促进销售</a:t>
              </a:r>
            </a:p>
          </p:txBody>
        </p:sp>
        <p:sp>
          <p:nvSpPr>
            <p:cNvPr id="56" name="Freeform: Shape 24"/>
            <p:cNvSpPr>
              <a:spLocks/>
            </p:cNvSpPr>
            <p:nvPr/>
          </p:nvSpPr>
          <p:spPr bwMode="auto">
            <a:xfrm>
              <a:off x="3935763" y="3628288"/>
              <a:ext cx="2392972" cy="1196487"/>
            </a:xfrm>
            <a:custGeom>
              <a:avLst/>
              <a:gdLst>
                <a:gd name="T0" fmla="*/ 1444 w 3068"/>
                <a:gd name="T1" fmla="*/ 1153 h 1534"/>
                <a:gd name="T2" fmla="*/ 1300 w 3068"/>
                <a:gd name="T3" fmla="*/ 1134 h 1534"/>
                <a:gd name="T4" fmla="*/ 1163 w 3068"/>
                <a:gd name="T5" fmla="*/ 1097 h 1534"/>
                <a:gd name="T6" fmla="*/ 1032 w 3068"/>
                <a:gd name="T7" fmla="*/ 1044 h 1534"/>
                <a:gd name="T8" fmla="*/ 910 w 3068"/>
                <a:gd name="T9" fmla="*/ 975 h 1534"/>
                <a:gd name="T10" fmla="*/ 797 w 3068"/>
                <a:gd name="T11" fmla="*/ 893 h 1534"/>
                <a:gd name="T12" fmla="*/ 696 w 3068"/>
                <a:gd name="T13" fmla="*/ 798 h 1534"/>
                <a:gd name="T14" fmla="*/ 606 w 3068"/>
                <a:gd name="T15" fmla="*/ 693 h 1534"/>
                <a:gd name="T16" fmla="*/ 530 w 3068"/>
                <a:gd name="T17" fmla="*/ 576 h 1534"/>
                <a:gd name="T18" fmla="*/ 467 w 3068"/>
                <a:gd name="T19" fmla="*/ 451 h 1534"/>
                <a:gd name="T20" fmla="*/ 420 w 3068"/>
                <a:gd name="T21" fmla="*/ 317 h 1534"/>
                <a:gd name="T22" fmla="*/ 390 w 3068"/>
                <a:gd name="T23" fmla="*/ 176 h 1534"/>
                <a:gd name="T24" fmla="*/ 376 w 3068"/>
                <a:gd name="T25" fmla="*/ 30 h 1534"/>
                <a:gd name="T26" fmla="*/ 1 w 3068"/>
                <a:gd name="T27" fmla="*/ 79 h 1534"/>
                <a:gd name="T28" fmla="*/ 23 w 3068"/>
                <a:gd name="T29" fmla="*/ 272 h 1534"/>
                <a:gd name="T30" fmla="*/ 68 w 3068"/>
                <a:gd name="T31" fmla="*/ 456 h 1534"/>
                <a:gd name="T32" fmla="*/ 135 w 3068"/>
                <a:gd name="T33" fmla="*/ 631 h 1534"/>
                <a:gd name="T34" fmla="*/ 222 w 3068"/>
                <a:gd name="T35" fmla="*/ 795 h 1534"/>
                <a:gd name="T36" fmla="*/ 327 w 3068"/>
                <a:gd name="T37" fmla="*/ 947 h 1534"/>
                <a:gd name="T38" fmla="*/ 449 w 3068"/>
                <a:gd name="T39" fmla="*/ 1085 h 1534"/>
                <a:gd name="T40" fmla="*/ 586 w 3068"/>
                <a:gd name="T41" fmla="*/ 1207 h 1534"/>
                <a:gd name="T42" fmla="*/ 738 w 3068"/>
                <a:gd name="T43" fmla="*/ 1312 h 1534"/>
                <a:gd name="T44" fmla="*/ 902 w 3068"/>
                <a:gd name="T45" fmla="*/ 1399 h 1534"/>
                <a:gd name="T46" fmla="*/ 1078 w 3068"/>
                <a:gd name="T47" fmla="*/ 1465 h 1534"/>
                <a:gd name="T48" fmla="*/ 1262 w 3068"/>
                <a:gd name="T49" fmla="*/ 1511 h 1534"/>
                <a:gd name="T50" fmla="*/ 1455 w 3068"/>
                <a:gd name="T51" fmla="*/ 1532 h 1534"/>
                <a:gd name="T52" fmla="*/ 1613 w 3068"/>
                <a:gd name="T53" fmla="*/ 1532 h 1534"/>
                <a:gd name="T54" fmla="*/ 1805 w 3068"/>
                <a:gd name="T55" fmla="*/ 1511 h 1534"/>
                <a:gd name="T56" fmla="*/ 1990 w 3068"/>
                <a:gd name="T57" fmla="*/ 1465 h 1534"/>
                <a:gd name="T58" fmla="*/ 2165 w 3068"/>
                <a:gd name="T59" fmla="*/ 1399 h 1534"/>
                <a:gd name="T60" fmla="*/ 2329 w 3068"/>
                <a:gd name="T61" fmla="*/ 1312 h 1534"/>
                <a:gd name="T62" fmla="*/ 2481 w 3068"/>
                <a:gd name="T63" fmla="*/ 1207 h 1534"/>
                <a:gd name="T64" fmla="*/ 2618 w 3068"/>
                <a:gd name="T65" fmla="*/ 1085 h 1534"/>
                <a:gd name="T66" fmla="*/ 2741 w 3068"/>
                <a:gd name="T67" fmla="*/ 947 h 1534"/>
                <a:gd name="T68" fmla="*/ 2845 w 3068"/>
                <a:gd name="T69" fmla="*/ 795 h 1534"/>
                <a:gd name="T70" fmla="*/ 2933 w 3068"/>
                <a:gd name="T71" fmla="*/ 631 h 1534"/>
                <a:gd name="T72" fmla="*/ 2999 w 3068"/>
                <a:gd name="T73" fmla="*/ 456 h 1534"/>
                <a:gd name="T74" fmla="*/ 3043 w 3068"/>
                <a:gd name="T75" fmla="*/ 272 h 1534"/>
                <a:gd name="T76" fmla="*/ 3066 w 3068"/>
                <a:gd name="T77" fmla="*/ 79 h 1534"/>
                <a:gd name="T78" fmla="*/ 2691 w 3068"/>
                <a:gd name="T79" fmla="*/ 30 h 1534"/>
                <a:gd name="T80" fmla="*/ 2678 w 3068"/>
                <a:gd name="T81" fmla="*/ 176 h 1534"/>
                <a:gd name="T82" fmla="*/ 2647 w 3068"/>
                <a:gd name="T83" fmla="*/ 317 h 1534"/>
                <a:gd name="T84" fmla="*/ 2600 w 3068"/>
                <a:gd name="T85" fmla="*/ 451 h 1534"/>
                <a:gd name="T86" fmla="*/ 2537 w 3068"/>
                <a:gd name="T87" fmla="*/ 576 h 1534"/>
                <a:gd name="T88" fmla="*/ 2461 w 3068"/>
                <a:gd name="T89" fmla="*/ 693 h 1534"/>
                <a:gd name="T90" fmla="*/ 2372 w 3068"/>
                <a:gd name="T91" fmla="*/ 798 h 1534"/>
                <a:gd name="T92" fmla="*/ 2270 w 3068"/>
                <a:gd name="T93" fmla="*/ 893 h 1534"/>
                <a:gd name="T94" fmla="*/ 2158 w 3068"/>
                <a:gd name="T95" fmla="*/ 975 h 1534"/>
                <a:gd name="T96" fmla="*/ 2035 w 3068"/>
                <a:gd name="T97" fmla="*/ 1044 h 1534"/>
                <a:gd name="T98" fmla="*/ 1905 w 3068"/>
                <a:gd name="T99" fmla="*/ 1097 h 1534"/>
                <a:gd name="T100" fmla="*/ 1766 w 3068"/>
                <a:gd name="T101" fmla="*/ 1134 h 1534"/>
                <a:gd name="T102" fmla="*/ 1622 w 3068"/>
                <a:gd name="T103" fmla="*/ 1153 h 1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068" h="1534">
                  <a:moveTo>
                    <a:pt x="1534" y="1158"/>
                  </a:moveTo>
                  <a:lnTo>
                    <a:pt x="1534" y="1158"/>
                  </a:lnTo>
                  <a:lnTo>
                    <a:pt x="1504" y="1157"/>
                  </a:lnTo>
                  <a:lnTo>
                    <a:pt x="1474" y="1156"/>
                  </a:lnTo>
                  <a:lnTo>
                    <a:pt x="1444" y="1153"/>
                  </a:lnTo>
                  <a:lnTo>
                    <a:pt x="1416" y="1151"/>
                  </a:lnTo>
                  <a:lnTo>
                    <a:pt x="1386" y="1148"/>
                  </a:lnTo>
                  <a:lnTo>
                    <a:pt x="1357" y="1144"/>
                  </a:lnTo>
                  <a:lnTo>
                    <a:pt x="1329" y="1140"/>
                  </a:lnTo>
                  <a:lnTo>
                    <a:pt x="1300" y="1134"/>
                  </a:lnTo>
                  <a:lnTo>
                    <a:pt x="1273" y="1128"/>
                  </a:lnTo>
                  <a:lnTo>
                    <a:pt x="1244" y="1120"/>
                  </a:lnTo>
                  <a:lnTo>
                    <a:pt x="1217" y="1113"/>
                  </a:lnTo>
                  <a:lnTo>
                    <a:pt x="1190" y="1105"/>
                  </a:lnTo>
                  <a:lnTo>
                    <a:pt x="1163" y="1097"/>
                  </a:lnTo>
                  <a:lnTo>
                    <a:pt x="1135" y="1087"/>
                  </a:lnTo>
                  <a:lnTo>
                    <a:pt x="1110" y="1077"/>
                  </a:lnTo>
                  <a:lnTo>
                    <a:pt x="1083" y="1066"/>
                  </a:lnTo>
                  <a:lnTo>
                    <a:pt x="1057" y="1055"/>
                  </a:lnTo>
                  <a:lnTo>
                    <a:pt x="1032" y="1044"/>
                  </a:lnTo>
                  <a:lnTo>
                    <a:pt x="1006" y="1031"/>
                  </a:lnTo>
                  <a:lnTo>
                    <a:pt x="982" y="1018"/>
                  </a:lnTo>
                  <a:lnTo>
                    <a:pt x="957" y="1004"/>
                  </a:lnTo>
                  <a:lnTo>
                    <a:pt x="934" y="989"/>
                  </a:lnTo>
                  <a:lnTo>
                    <a:pt x="910" y="975"/>
                  </a:lnTo>
                  <a:lnTo>
                    <a:pt x="887" y="959"/>
                  </a:lnTo>
                  <a:lnTo>
                    <a:pt x="863" y="943"/>
                  </a:lnTo>
                  <a:lnTo>
                    <a:pt x="841" y="927"/>
                  </a:lnTo>
                  <a:lnTo>
                    <a:pt x="819" y="910"/>
                  </a:lnTo>
                  <a:lnTo>
                    <a:pt x="797" y="893"/>
                  </a:lnTo>
                  <a:lnTo>
                    <a:pt x="776" y="875"/>
                  </a:lnTo>
                  <a:lnTo>
                    <a:pt x="756" y="857"/>
                  </a:lnTo>
                  <a:lnTo>
                    <a:pt x="735" y="838"/>
                  </a:lnTo>
                  <a:lnTo>
                    <a:pt x="715" y="819"/>
                  </a:lnTo>
                  <a:lnTo>
                    <a:pt x="696" y="798"/>
                  </a:lnTo>
                  <a:lnTo>
                    <a:pt x="677" y="778"/>
                  </a:lnTo>
                  <a:lnTo>
                    <a:pt x="659" y="757"/>
                  </a:lnTo>
                  <a:lnTo>
                    <a:pt x="641" y="737"/>
                  </a:lnTo>
                  <a:lnTo>
                    <a:pt x="623" y="714"/>
                  </a:lnTo>
                  <a:lnTo>
                    <a:pt x="606" y="693"/>
                  </a:lnTo>
                  <a:lnTo>
                    <a:pt x="589" y="669"/>
                  </a:lnTo>
                  <a:lnTo>
                    <a:pt x="574" y="647"/>
                  </a:lnTo>
                  <a:lnTo>
                    <a:pt x="558" y="624"/>
                  </a:lnTo>
                  <a:lnTo>
                    <a:pt x="544" y="600"/>
                  </a:lnTo>
                  <a:lnTo>
                    <a:pt x="530" y="576"/>
                  </a:lnTo>
                  <a:lnTo>
                    <a:pt x="516" y="551"/>
                  </a:lnTo>
                  <a:lnTo>
                    <a:pt x="503" y="527"/>
                  </a:lnTo>
                  <a:lnTo>
                    <a:pt x="490" y="502"/>
                  </a:lnTo>
                  <a:lnTo>
                    <a:pt x="479" y="477"/>
                  </a:lnTo>
                  <a:lnTo>
                    <a:pt x="467" y="451"/>
                  </a:lnTo>
                  <a:lnTo>
                    <a:pt x="456" y="424"/>
                  </a:lnTo>
                  <a:lnTo>
                    <a:pt x="447" y="398"/>
                  </a:lnTo>
                  <a:lnTo>
                    <a:pt x="437" y="371"/>
                  </a:lnTo>
                  <a:lnTo>
                    <a:pt x="428" y="344"/>
                  </a:lnTo>
                  <a:lnTo>
                    <a:pt x="420" y="317"/>
                  </a:lnTo>
                  <a:lnTo>
                    <a:pt x="412" y="289"/>
                  </a:lnTo>
                  <a:lnTo>
                    <a:pt x="406" y="261"/>
                  </a:lnTo>
                  <a:lnTo>
                    <a:pt x="400" y="233"/>
                  </a:lnTo>
                  <a:lnTo>
                    <a:pt x="394" y="205"/>
                  </a:lnTo>
                  <a:lnTo>
                    <a:pt x="390" y="176"/>
                  </a:lnTo>
                  <a:lnTo>
                    <a:pt x="386" y="147"/>
                  </a:lnTo>
                  <a:lnTo>
                    <a:pt x="383" y="118"/>
                  </a:lnTo>
                  <a:lnTo>
                    <a:pt x="379" y="90"/>
                  </a:lnTo>
                  <a:lnTo>
                    <a:pt x="378" y="60"/>
                  </a:lnTo>
                  <a:lnTo>
                    <a:pt x="376" y="30"/>
                  </a:lnTo>
                  <a:lnTo>
                    <a:pt x="376" y="0"/>
                  </a:lnTo>
                  <a:lnTo>
                    <a:pt x="0" y="0"/>
                  </a:lnTo>
                  <a:lnTo>
                    <a:pt x="0" y="0"/>
                  </a:lnTo>
                  <a:lnTo>
                    <a:pt x="0" y="39"/>
                  </a:lnTo>
                  <a:lnTo>
                    <a:pt x="1" y="79"/>
                  </a:lnTo>
                  <a:lnTo>
                    <a:pt x="4" y="118"/>
                  </a:lnTo>
                  <a:lnTo>
                    <a:pt x="7" y="157"/>
                  </a:lnTo>
                  <a:lnTo>
                    <a:pt x="12" y="195"/>
                  </a:lnTo>
                  <a:lnTo>
                    <a:pt x="17" y="233"/>
                  </a:lnTo>
                  <a:lnTo>
                    <a:pt x="23" y="272"/>
                  </a:lnTo>
                  <a:lnTo>
                    <a:pt x="31" y="309"/>
                  </a:lnTo>
                  <a:lnTo>
                    <a:pt x="38" y="346"/>
                  </a:lnTo>
                  <a:lnTo>
                    <a:pt x="48" y="384"/>
                  </a:lnTo>
                  <a:lnTo>
                    <a:pt x="57" y="420"/>
                  </a:lnTo>
                  <a:lnTo>
                    <a:pt x="68" y="456"/>
                  </a:lnTo>
                  <a:lnTo>
                    <a:pt x="80" y="493"/>
                  </a:lnTo>
                  <a:lnTo>
                    <a:pt x="93" y="528"/>
                  </a:lnTo>
                  <a:lnTo>
                    <a:pt x="105" y="563"/>
                  </a:lnTo>
                  <a:lnTo>
                    <a:pt x="120" y="597"/>
                  </a:lnTo>
                  <a:lnTo>
                    <a:pt x="135" y="631"/>
                  </a:lnTo>
                  <a:lnTo>
                    <a:pt x="151" y="665"/>
                  </a:lnTo>
                  <a:lnTo>
                    <a:pt x="167" y="698"/>
                  </a:lnTo>
                  <a:lnTo>
                    <a:pt x="184" y="731"/>
                  </a:lnTo>
                  <a:lnTo>
                    <a:pt x="202" y="763"/>
                  </a:lnTo>
                  <a:lnTo>
                    <a:pt x="222" y="795"/>
                  </a:lnTo>
                  <a:lnTo>
                    <a:pt x="241" y="827"/>
                  </a:lnTo>
                  <a:lnTo>
                    <a:pt x="261" y="858"/>
                  </a:lnTo>
                  <a:lnTo>
                    <a:pt x="282" y="888"/>
                  </a:lnTo>
                  <a:lnTo>
                    <a:pt x="305" y="918"/>
                  </a:lnTo>
                  <a:lnTo>
                    <a:pt x="327" y="947"/>
                  </a:lnTo>
                  <a:lnTo>
                    <a:pt x="350" y="975"/>
                  </a:lnTo>
                  <a:lnTo>
                    <a:pt x="374" y="1004"/>
                  </a:lnTo>
                  <a:lnTo>
                    <a:pt x="397" y="1032"/>
                  </a:lnTo>
                  <a:lnTo>
                    <a:pt x="423" y="1059"/>
                  </a:lnTo>
                  <a:lnTo>
                    <a:pt x="449" y="1085"/>
                  </a:lnTo>
                  <a:lnTo>
                    <a:pt x="475" y="1111"/>
                  </a:lnTo>
                  <a:lnTo>
                    <a:pt x="502" y="1135"/>
                  </a:lnTo>
                  <a:lnTo>
                    <a:pt x="530" y="1160"/>
                  </a:lnTo>
                  <a:lnTo>
                    <a:pt x="557" y="1183"/>
                  </a:lnTo>
                  <a:lnTo>
                    <a:pt x="586" y="1207"/>
                  </a:lnTo>
                  <a:lnTo>
                    <a:pt x="616" y="1229"/>
                  </a:lnTo>
                  <a:lnTo>
                    <a:pt x="646" y="1252"/>
                  </a:lnTo>
                  <a:lnTo>
                    <a:pt x="676" y="1272"/>
                  </a:lnTo>
                  <a:lnTo>
                    <a:pt x="707" y="1292"/>
                  </a:lnTo>
                  <a:lnTo>
                    <a:pt x="738" y="1312"/>
                  </a:lnTo>
                  <a:lnTo>
                    <a:pt x="770" y="1330"/>
                  </a:lnTo>
                  <a:lnTo>
                    <a:pt x="803" y="1349"/>
                  </a:lnTo>
                  <a:lnTo>
                    <a:pt x="836" y="1367"/>
                  </a:lnTo>
                  <a:lnTo>
                    <a:pt x="869" y="1383"/>
                  </a:lnTo>
                  <a:lnTo>
                    <a:pt x="902" y="1399"/>
                  </a:lnTo>
                  <a:lnTo>
                    <a:pt x="937" y="1414"/>
                  </a:lnTo>
                  <a:lnTo>
                    <a:pt x="971" y="1427"/>
                  </a:lnTo>
                  <a:lnTo>
                    <a:pt x="1006" y="1441"/>
                  </a:lnTo>
                  <a:lnTo>
                    <a:pt x="1041" y="1453"/>
                  </a:lnTo>
                  <a:lnTo>
                    <a:pt x="1078" y="1465"/>
                  </a:lnTo>
                  <a:lnTo>
                    <a:pt x="1114" y="1475"/>
                  </a:lnTo>
                  <a:lnTo>
                    <a:pt x="1150" y="1486"/>
                  </a:lnTo>
                  <a:lnTo>
                    <a:pt x="1187" y="1495"/>
                  </a:lnTo>
                  <a:lnTo>
                    <a:pt x="1225" y="1503"/>
                  </a:lnTo>
                  <a:lnTo>
                    <a:pt x="1262" y="1511"/>
                  </a:lnTo>
                  <a:lnTo>
                    <a:pt x="1300" y="1516"/>
                  </a:lnTo>
                  <a:lnTo>
                    <a:pt x="1338" y="1522"/>
                  </a:lnTo>
                  <a:lnTo>
                    <a:pt x="1377" y="1527"/>
                  </a:lnTo>
                  <a:lnTo>
                    <a:pt x="1416" y="1530"/>
                  </a:lnTo>
                  <a:lnTo>
                    <a:pt x="1455" y="1532"/>
                  </a:lnTo>
                  <a:lnTo>
                    <a:pt x="1494" y="1534"/>
                  </a:lnTo>
                  <a:lnTo>
                    <a:pt x="1534" y="1534"/>
                  </a:lnTo>
                  <a:lnTo>
                    <a:pt x="1534" y="1534"/>
                  </a:lnTo>
                  <a:lnTo>
                    <a:pt x="1573" y="1534"/>
                  </a:lnTo>
                  <a:lnTo>
                    <a:pt x="1613" y="1532"/>
                  </a:lnTo>
                  <a:lnTo>
                    <a:pt x="1651" y="1530"/>
                  </a:lnTo>
                  <a:lnTo>
                    <a:pt x="1691" y="1527"/>
                  </a:lnTo>
                  <a:lnTo>
                    <a:pt x="1729" y="1522"/>
                  </a:lnTo>
                  <a:lnTo>
                    <a:pt x="1767" y="1516"/>
                  </a:lnTo>
                  <a:lnTo>
                    <a:pt x="1805" y="1511"/>
                  </a:lnTo>
                  <a:lnTo>
                    <a:pt x="1843" y="1503"/>
                  </a:lnTo>
                  <a:lnTo>
                    <a:pt x="1880" y="1495"/>
                  </a:lnTo>
                  <a:lnTo>
                    <a:pt x="1917" y="1486"/>
                  </a:lnTo>
                  <a:lnTo>
                    <a:pt x="1954" y="1475"/>
                  </a:lnTo>
                  <a:lnTo>
                    <a:pt x="1990" y="1465"/>
                  </a:lnTo>
                  <a:lnTo>
                    <a:pt x="2025" y="1453"/>
                  </a:lnTo>
                  <a:lnTo>
                    <a:pt x="2062" y="1441"/>
                  </a:lnTo>
                  <a:lnTo>
                    <a:pt x="2096" y="1427"/>
                  </a:lnTo>
                  <a:lnTo>
                    <a:pt x="2131" y="1414"/>
                  </a:lnTo>
                  <a:lnTo>
                    <a:pt x="2165" y="1399"/>
                  </a:lnTo>
                  <a:lnTo>
                    <a:pt x="2199" y="1383"/>
                  </a:lnTo>
                  <a:lnTo>
                    <a:pt x="2232" y="1367"/>
                  </a:lnTo>
                  <a:lnTo>
                    <a:pt x="2265" y="1349"/>
                  </a:lnTo>
                  <a:lnTo>
                    <a:pt x="2297" y="1330"/>
                  </a:lnTo>
                  <a:lnTo>
                    <a:pt x="2329" y="1312"/>
                  </a:lnTo>
                  <a:lnTo>
                    <a:pt x="2360" y="1292"/>
                  </a:lnTo>
                  <a:lnTo>
                    <a:pt x="2391" y="1272"/>
                  </a:lnTo>
                  <a:lnTo>
                    <a:pt x="2422" y="1252"/>
                  </a:lnTo>
                  <a:lnTo>
                    <a:pt x="2452" y="1229"/>
                  </a:lnTo>
                  <a:lnTo>
                    <a:pt x="2481" y="1207"/>
                  </a:lnTo>
                  <a:lnTo>
                    <a:pt x="2509" y="1183"/>
                  </a:lnTo>
                  <a:lnTo>
                    <a:pt x="2537" y="1160"/>
                  </a:lnTo>
                  <a:lnTo>
                    <a:pt x="2565" y="1135"/>
                  </a:lnTo>
                  <a:lnTo>
                    <a:pt x="2593" y="1111"/>
                  </a:lnTo>
                  <a:lnTo>
                    <a:pt x="2618" y="1085"/>
                  </a:lnTo>
                  <a:lnTo>
                    <a:pt x="2644" y="1059"/>
                  </a:lnTo>
                  <a:lnTo>
                    <a:pt x="2669" y="1032"/>
                  </a:lnTo>
                  <a:lnTo>
                    <a:pt x="2694" y="1004"/>
                  </a:lnTo>
                  <a:lnTo>
                    <a:pt x="2717" y="975"/>
                  </a:lnTo>
                  <a:lnTo>
                    <a:pt x="2741" y="947"/>
                  </a:lnTo>
                  <a:lnTo>
                    <a:pt x="2763" y="918"/>
                  </a:lnTo>
                  <a:lnTo>
                    <a:pt x="2784" y="888"/>
                  </a:lnTo>
                  <a:lnTo>
                    <a:pt x="2806" y="858"/>
                  </a:lnTo>
                  <a:lnTo>
                    <a:pt x="2826" y="827"/>
                  </a:lnTo>
                  <a:lnTo>
                    <a:pt x="2845" y="795"/>
                  </a:lnTo>
                  <a:lnTo>
                    <a:pt x="2864" y="763"/>
                  </a:lnTo>
                  <a:lnTo>
                    <a:pt x="2883" y="731"/>
                  </a:lnTo>
                  <a:lnTo>
                    <a:pt x="2900" y="698"/>
                  </a:lnTo>
                  <a:lnTo>
                    <a:pt x="2917" y="665"/>
                  </a:lnTo>
                  <a:lnTo>
                    <a:pt x="2933" y="631"/>
                  </a:lnTo>
                  <a:lnTo>
                    <a:pt x="2948" y="597"/>
                  </a:lnTo>
                  <a:lnTo>
                    <a:pt x="2961" y="563"/>
                  </a:lnTo>
                  <a:lnTo>
                    <a:pt x="2974" y="528"/>
                  </a:lnTo>
                  <a:lnTo>
                    <a:pt x="2987" y="493"/>
                  </a:lnTo>
                  <a:lnTo>
                    <a:pt x="2999" y="456"/>
                  </a:lnTo>
                  <a:lnTo>
                    <a:pt x="3009" y="420"/>
                  </a:lnTo>
                  <a:lnTo>
                    <a:pt x="3019" y="384"/>
                  </a:lnTo>
                  <a:lnTo>
                    <a:pt x="3029" y="346"/>
                  </a:lnTo>
                  <a:lnTo>
                    <a:pt x="3037" y="309"/>
                  </a:lnTo>
                  <a:lnTo>
                    <a:pt x="3043" y="272"/>
                  </a:lnTo>
                  <a:lnTo>
                    <a:pt x="3050" y="233"/>
                  </a:lnTo>
                  <a:lnTo>
                    <a:pt x="3055" y="195"/>
                  </a:lnTo>
                  <a:lnTo>
                    <a:pt x="3059" y="157"/>
                  </a:lnTo>
                  <a:lnTo>
                    <a:pt x="3064" y="118"/>
                  </a:lnTo>
                  <a:lnTo>
                    <a:pt x="3066" y="79"/>
                  </a:lnTo>
                  <a:lnTo>
                    <a:pt x="3067" y="39"/>
                  </a:lnTo>
                  <a:lnTo>
                    <a:pt x="3068" y="0"/>
                  </a:lnTo>
                  <a:lnTo>
                    <a:pt x="2691" y="0"/>
                  </a:lnTo>
                  <a:lnTo>
                    <a:pt x="2691" y="0"/>
                  </a:lnTo>
                  <a:lnTo>
                    <a:pt x="2691" y="30"/>
                  </a:lnTo>
                  <a:lnTo>
                    <a:pt x="2690" y="60"/>
                  </a:lnTo>
                  <a:lnTo>
                    <a:pt x="2687" y="90"/>
                  </a:lnTo>
                  <a:lnTo>
                    <a:pt x="2685" y="118"/>
                  </a:lnTo>
                  <a:lnTo>
                    <a:pt x="2682" y="147"/>
                  </a:lnTo>
                  <a:lnTo>
                    <a:pt x="2678" y="176"/>
                  </a:lnTo>
                  <a:lnTo>
                    <a:pt x="2672" y="205"/>
                  </a:lnTo>
                  <a:lnTo>
                    <a:pt x="2667" y="233"/>
                  </a:lnTo>
                  <a:lnTo>
                    <a:pt x="2661" y="261"/>
                  </a:lnTo>
                  <a:lnTo>
                    <a:pt x="2654" y="289"/>
                  </a:lnTo>
                  <a:lnTo>
                    <a:pt x="2647" y="317"/>
                  </a:lnTo>
                  <a:lnTo>
                    <a:pt x="2638" y="344"/>
                  </a:lnTo>
                  <a:lnTo>
                    <a:pt x="2630" y="371"/>
                  </a:lnTo>
                  <a:lnTo>
                    <a:pt x="2620" y="398"/>
                  </a:lnTo>
                  <a:lnTo>
                    <a:pt x="2611" y="424"/>
                  </a:lnTo>
                  <a:lnTo>
                    <a:pt x="2600" y="451"/>
                  </a:lnTo>
                  <a:lnTo>
                    <a:pt x="2588" y="477"/>
                  </a:lnTo>
                  <a:lnTo>
                    <a:pt x="2577" y="502"/>
                  </a:lnTo>
                  <a:lnTo>
                    <a:pt x="2565" y="527"/>
                  </a:lnTo>
                  <a:lnTo>
                    <a:pt x="2551" y="551"/>
                  </a:lnTo>
                  <a:lnTo>
                    <a:pt x="2537" y="576"/>
                  </a:lnTo>
                  <a:lnTo>
                    <a:pt x="2523" y="600"/>
                  </a:lnTo>
                  <a:lnTo>
                    <a:pt x="2508" y="624"/>
                  </a:lnTo>
                  <a:lnTo>
                    <a:pt x="2493" y="647"/>
                  </a:lnTo>
                  <a:lnTo>
                    <a:pt x="2477" y="669"/>
                  </a:lnTo>
                  <a:lnTo>
                    <a:pt x="2461" y="693"/>
                  </a:lnTo>
                  <a:lnTo>
                    <a:pt x="2444" y="714"/>
                  </a:lnTo>
                  <a:lnTo>
                    <a:pt x="2426" y="737"/>
                  </a:lnTo>
                  <a:lnTo>
                    <a:pt x="2409" y="757"/>
                  </a:lnTo>
                  <a:lnTo>
                    <a:pt x="2390" y="778"/>
                  </a:lnTo>
                  <a:lnTo>
                    <a:pt x="2372" y="798"/>
                  </a:lnTo>
                  <a:lnTo>
                    <a:pt x="2352" y="819"/>
                  </a:lnTo>
                  <a:lnTo>
                    <a:pt x="2332" y="838"/>
                  </a:lnTo>
                  <a:lnTo>
                    <a:pt x="2312" y="857"/>
                  </a:lnTo>
                  <a:lnTo>
                    <a:pt x="2291" y="875"/>
                  </a:lnTo>
                  <a:lnTo>
                    <a:pt x="2270" y="893"/>
                  </a:lnTo>
                  <a:lnTo>
                    <a:pt x="2248" y="910"/>
                  </a:lnTo>
                  <a:lnTo>
                    <a:pt x="2226" y="927"/>
                  </a:lnTo>
                  <a:lnTo>
                    <a:pt x="2203" y="943"/>
                  </a:lnTo>
                  <a:lnTo>
                    <a:pt x="2181" y="959"/>
                  </a:lnTo>
                  <a:lnTo>
                    <a:pt x="2158" y="975"/>
                  </a:lnTo>
                  <a:lnTo>
                    <a:pt x="2134" y="989"/>
                  </a:lnTo>
                  <a:lnTo>
                    <a:pt x="2110" y="1004"/>
                  </a:lnTo>
                  <a:lnTo>
                    <a:pt x="2085" y="1018"/>
                  </a:lnTo>
                  <a:lnTo>
                    <a:pt x="2061" y="1031"/>
                  </a:lnTo>
                  <a:lnTo>
                    <a:pt x="2035" y="1044"/>
                  </a:lnTo>
                  <a:lnTo>
                    <a:pt x="2009" y="1055"/>
                  </a:lnTo>
                  <a:lnTo>
                    <a:pt x="1984" y="1066"/>
                  </a:lnTo>
                  <a:lnTo>
                    <a:pt x="1958" y="1077"/>
                  </a:lnTo>
                  <a:lnTo>
                    <a:pt x="1932" y="1087"/>
                  </a:lnTo>
                  <a:lnTo>
                    <a:pt x="1905" y="1097"/>
                  </a:lnTo>
                  <a:lnTo>
                    <a:pt x="1878" y="1105"/>
                  </a:lnTo>
                  <a:lnTo>
                    <a:pt x="1851" y="1113"/>
                  </a:lnTo>
                  <a:lnTo>
                    <a:pt x="1823" y="1120"/>
                  </a:lnTo>
                  <a:lnTo>
                    <a:pt x="1795" y="1128"/>
                  </a:lnTo>
                  <a:lnTo>
                    <a:pt x="1766" y="1134"/>
                  </a:lnTo>
                  <a:lnTo>
                    <a:pt x="1739" y="1140"/>
                  </a:lnTo>
                  <a:lnTo>
                    <a:pt x="1710" y="1144"/>
                  </a:lnTo>
                  <a:lnTo>
                    <a:pt x="1681" y="1148"/>
                  </a:lnTo>
                  <a:lnTo>
                    <a:pt x="1652" y="1151"/>
                  </a:lnTo>
                  <a:lnTo>
                    <a:pt x="1622" y="1153"/>
                  </a:lnTo>
                  <a:lnTo>
                    <a:pt x="1594" y="1156"/>
                  </a:lnTo>
                  <a:lnTo>
                    <a:pt x="1564" y="1157"/>
                  </a:lnTo>
                  <a:lnTo>
                    <a:pt x="1534" y="1158"/>
                  </a:lnTo>
                  <a:lnTo>
                    <a:pt x="1534" y="1158"/>
                  </a:lnTo>
                  <a:close/>
                </a:path>
              </a:pathLst>
            </a:custGeom>
            <a:solidFill>
              <a:schemeClr val="accent2"/>
            </a:solidFill>
            <a:ln>
              <a:noFill/>
            </a:ln>
          </p:spPr>
          <p:txBody>
            <a:bodyPr anchor="ctr"/>
            <a:lstStyle/>
            <a:p>
              <a:pPr algn="ctr"/>
              <a:endParaRPr>
                <a:latin typeface="幼圆" panose="02010509060101010101" pitchFamily="49" charset="-122"/>
                <a:ea typeface="幼圆" panose="02010509060101010101" pitchFamily="49" charset="-122"/>
                <a:cs typeface="+mn-ea"/>
                <a:sym typeface="+mn-lt"/>
              </a:endParaRPr>
            </a:p>
          </p:txBody>
        </p:sp>
        <p:sp>
          <p:nvSpPr>
            <p:cNvPr id="57" name="Freeform: Shape 30"/>
            <p:cNvSpPr>
              <a:spLocks/>
            </p:cNvSpPr>
            <p:nvPr/>
          </p:nvSpPr>
          <p:spPr bwMode="auto">
            <a:xfrm>
              <a:off x="9087628" y="3756846"/>
              <a:ext cx="486884" cy="486884"/>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24 w 236"/>
                <a:gd name="T11" fmla="*/ 56 h 236"/>
                <a:gd name="T12" fmla="*/ 144 w 236"/>
                <a:gd name="T13" fmla="*/ 46 h 236"/>
                <a:gd name="T14" fmla="*/ 137 w 236"/>
                <a:gd name="T15" fmla="*/ 67 h 236"/>
                <a:gd name="T16" fmla="*/ 117 w 236"/>
                <a:gd name="T17" fmla="*/ 77 h 236"/>
                <a:gd name="T18" fmla="*/ 124 w 236"/>
                <a:gd name="T19" fmla="*/ 56 h 236"/>
                <a:gd name="T20" fmla="*/ 162 w 236"/>
                <a:gd name="T21" fmla="*/ 164 h 236"/>
                <a:gd name="T22" fmla="*/ 142 w 236"/>
                <a:gd name="T23" fmla="*/ 181 h 236"/>
                <a:gd name="T24" fmla="*/ 119 w 236"/>
                <a:gd name="T25" fmla="*/ 175 h 236"/>
                <a:gd name="T26" fmla="*/ 97 w 236"/>
                <a:gd name="T27" fmla="*/ 181 h 236"/>
                <a:gd name="T28" fmla="*/ 76 w 236"/>
                <a:gd name="T29" fmla="*/ 164 h 236"/>
                <a:gd name="T30" fmla="*/ 67 w 236"/>
                <a:gd name="T31" fmla="*/ 96 h 236"/>
                <a:gd name="T32" fmla="*/ 95 w 236"/>
                <a:gd name="T33" fmla="*/ 79 h 236"/>
                <a:gd name="T34" fmla="*/ 118 w 236"/>
                <a:gd name="T35" fmla="*/ 85 h 236"/>
                <a:gd name="T36" fmla="*/ 143 w 236"/>
                <a:gd name="T37" fmla="*/ 79 h 236"/>
                <a:gd name="T38" fmla="*/ 168 w 236"/>
                <a:gd name="T39" fmla="*/ 92 h 236"/>
                <a:gd name="T40" fmla="*/ 154 w 236"/>
                <a:gd name="T41" fmla="*/ 118 h 236"/>
                <a:gd name="T42" fmla="*/ 172 w 236"/>
                <a:gd name="T43" fmla="*/ 145 h 236"/>
                <a:gd name="T44" fmla="*/ 162 w 236"/>
                <a:gd name="T45" fmla="*/ 16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24" y="56"/>
                  </a:moveTo>
                  <a:cubicBezTo>
                    <a:pt x="129" y="50"/>
                    <a:pt x="137" y="46"/>
                    <a:pt x="144" y="46"/>
                  </a:cubicBezTo>
                  <a:cubicBezTo>
                    <a:pt x="144" y="54"/>
                    <a:pt x="141" y="62"/>
                    <a:pt x="137" y="67"/>
                  </a:cubicBezTo>
                  <a:cubicBezTo>
                    <a:pt x="132" y="73"/>
                    <a:pt x="124" y="78"/>
                    <a:pt x="117" y="77"/>
                  </a:cubicBezTo>
                  <a:cubicBezTo>
                    <a:pt x="115" y="69"/>
                    <a:pt x="119" y="61"/>
                    <a:pt x="124" y="56"/>
                  </a:cubicBezTo>
                  <a:close/>
                  <a:moveTo>
                    <a:pt x="162" y="164"/>
                  </a:moveTo>
                  <a:cubicBezTo>
                    <a:pt x="157" y="172"/>
                    <a:pt x="151" y="180"/>
                    <a:pt x="142" y="181"/>
                  </a:cubicBezTo>
                  <a:cubicBezTo>
                    <a:pt x="133" y="181"/>
                    <a:pt x="130" y="175"/>
                    <a:pt x="119" y="175"/>
                  </a:cubicBezTo>
                  <a:cubicBezTo>
                    <a:pt x="109" y="175"/>
                    <a:pt x="106" y="180"/>
                    <a:pt x="97" y="181"/>
                  </a:cubicBezTo>
                  <a:cubicBezTo>
                    <a:pt x="88" y="181"/>
                    <a:pt x="82" y="172"/>
                    <a:pt x="76" y="164"/>
                  </a:cubicBezTo>
                  <a:cubicBezTo>
                    <a:pt x="64" y="147"/>
                    <a:pt x="55" y="116"/>
                    <a:pt x="67" y="96"/>
                  </a:cubicBezTo>
                  <a:cubicBezTo>
                    <a:pt x="73" y="85"/>
                    <a:pt x="84" y="79"/>
                    <a:pt x="95" y="79"/>
                  </a:cubicBezTo>
                  <a:cubicBezTo>
                    <a:pt x="104" y="79"/>
                    <a:pt x="112" y="85"/>
                    <a:pt x="118" y="85"/>
                  </a:cubicBezTo>
                  <a:cubicBezTo>
                    <a:pt x="123" y="85"/>
                    <a:pt x="133" y="77"/>
                    <a:pt x="143" y="79"/>
                  </a:cubicBezTo>
                  <a:cubicBezTo>
                    <a:pt x="148" y="79"/>
                    <a:pt x="160" y="80"/>
                    <a:pt x="168" y="92"/>
                  </a:cubicBezTo>
                  <a:cubicBezTo>
                    <a:pt x="167" y="92"/>
                    <a:pt x="153" y="100"/>
                    <a:pt x="154" y="118"/>
                  </a:cubicBezTo>
                  <a:cubicBezTo>
                    <a:pt x="154" y="138"/>
                    <a:pt x="171" y="145"/>
                    <a:pt x="172" y="145"/>
                  </a:cubicBezTo>
                  <a:cubicBezTo>
                    <a:pt x="171" y="145"/>
                    <a:pt x="169" y="155"/>
                    <a:pt x="162" y="164"/>
                  </a:cubicBezTo>
                  <a:close/>
                </a:path>
              </a:pathLst>
            </a:custGeom>
            <a:solidFill>
              <a:schemeClr val="accent4"/>
            </a:solidFill>
            <a:ln>
              <a:noFill/>
            </a:ln>
          </p:spPr>
          <p:txBody>
            <a:bodyPr anchor="ctr"/>
            <a:lstStyle/>
            <a:p>
              <a:pPr algn="ctr"/>
              <a:endParaRPr>
                <a:latin typeface="幼圆" panose="02010509060101010101" pitchFamily="49" charset="-122"/>
                <a:ea typeface="幼圆" panose="02010509060101010101" pitchFamily="49" charset="-122"/>
                <a:cs typeface="+mn-ea"/>
                <a:sym typeface="+mn-lt"/>
              </a:endParaRPr>
            </a:p>
          </p:txBody>
        </p:sp>
        <p:sp>
          <p:nvSpPr>
            <p:cNvPr id="58" name="Freeform: Shape 31"/>
            <p:cNvSpPr>
              <a:spLocks/>
            </p:cNvSpPr>
            <p:nvPr/>
          </p:nvSpPr>
          <p:spPr bwMode="auto">
            <a:xfrm>
              <a:off x="6982300" y="2936688"/>
              <a:ext cx="486884" cy="486884"/>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06 w 236"/>
                <a:gd name="T11" fmla="*/ 171 h 236"/>
                <a:gd name="T12" fmla="*/ 54 w 236"/>
                <a:gd name="T13" fmla="*/ 163 h 236"/>
                <a:gd name="T14" fmla="*/ 54 w 236"/>
                <a:gd name="T15" fmla="*/ 121 h 236"/>
                <a:gd name="T16" fmla="*/ 106 w 236"/>
                <a:gd name="T17" fmla="*/ 121 h 236"/>
                <a:gd name="T18" fmla="*/ 106 w 236"/>
                <a:gd name="T19" fmla="*/ 171 h 236"/>
                <a:gd name="T20" fmla="*/ 106 w 236"/>
                <a:gd name="T21" fmla="*/ 114 h 236"/>
                <a:gd name="T22" fmla="*/ 54 w 236"/>
                <a:gd name="T23" fmla="*/ 114 h 236"/>
                <a:gd name="T24" fmla="*/ 54 w 236"/>
                <a:gd name="T25" fmla="*/ 72 h 236"/>
                <a:gd name="T26" fmla="*/ 106 w 236"/>
                <a:gd name="T27" fmla="*/ 64 h 236"/>
                <a:gd name="T28" fmla="*/ 106 w 236"/>
                <a:gd name="T29" fmla="*/ 114 h 236"/>
                <a:gd name="T30" fmla="*/ 182 w 236"/>
                <a:gd name="T31" fmla="*/ 182 h 236"/>
                <a:gd name="T32" fmla="*/ 113 w 236"/>
                <a:gd name="T33" fmla="*/ 172 h 236"/>
                <a:gd name="T34" fmla="*/ 113 w 236"/>
                <a:gd name="T35" fmla="*/ 121 h 236"/>
                <a:gd name="T36" fmla="*/ 182 w 236"/>
                <a:gd name="T37" fmla="*/ 121 h 236"/>
                <a:gd name="T38" fmla="*/ 182 w 236"/>
                <a:gd name="T39" fmla="*/ 182 h 236"/>
                <a:gd name="T40" fmla="*/ 182 w 236"/>
                <a:gd name="T41" fmla="*/ 114 h 236"/>
                <a:gd name="T42" fmla="*/ 113 w 236"/>
                <a:gd name="T43" fmla="*/ 114 h 236"/>
                <a:gd name="T44" fmla="*/ 113 w 236"/>
                <a:gd name="T45" fmla="*/ 63 h 236"/>
                <a:gd name="T46" fmla="*/ 182 w 236"/>
                <a:gd name="T47" fmla="*/ 53 h 236"/>
                <a:gd name="T48" fmla="*/ 182 w 236"/>
                <a:gd name="T49" fmla="*/ 1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06" y="171"/>
                  </a:moveTo>
                  <a:cubicBezTo>
                    <a:pt x="54" y="163"/>
                    <a:pt x="54" y="163"/>
                    <a:pt x="54" y="163"/>
                  </a:cubicBezTo>
                  <a:cubicBezTo>
                    <a:pt x="54" y="121"/>
                    <a:pt x="54" y="121"/>
                    <a:pt x="54" y="121"/>
                  </a:cubicBezTo>
                  <a:cubicBezTo>
                    <a:pt x="106" y="121"/>
                    <a:pt x="106" y="121"/>
                    <a:pt x="106" y="121"/>
                  </a:cubicBezTo>
                  <a:lnTo>
                    <a:pt x="106" y="171"/>
                  </a:lnTo>
                  <a:close/>
                  <a:moveTo>
                    <a:pt x="106" y="114"/>
                  </a:moveTo>
                  <a:cubicBezTo>
                    <a:pt x="54" y="114"/>
                    <a:pt x="54" y="114"/>
                    <a:pt x="54" y="114"/>
                  </a:cubicBezTo>
                  <a:cubicBezTo>
                    <a:pt x="54" y="72"/>
                    <a:pt x="54" y="72"/>
                    <a:pt x="54" y="72"/>
                  </a:cubicBezTo>
                  <a:cubicBezTo>
                    <a:pt x="106" y="64"/>
                    <a:pt x="106" y="64"/>
                    <a:pt x="106" y="64"/>
                  </a:cubicBezTo>
                  <a:lnTo>
                    <a:pt x="106" y="114"/>
                  </a:lnTo>
                  <a:close/>
                  <a:moveTo>
                    <a:pt x="182" y="182"/>
                  </a:moveTo>
                  <a:cubicBezTo>
                    <a:pt x="113" y="172"/>
                    <a:pt x="113" y="172"/>
                    <a:pt x="113" y="172"/>
                  </a:cubicBezTo>
                  <a:cubicBezTo>
                    <a:pt x="113" y="121"/>
                    <a:pt x="113" y="121"/>
                    <a:pt x="113" y="121"/>
                  </a:cubicBezTo>
                  <a:cubicBezTo>
                    <a:pt x="182" y="121"/>
                    <a:pt x="182" y="121"/>
                    <a:pt x="182" y="121"/>
                  </a:cubicBezTo>
                  <a:lnTo>
                    <a:pt x="182" y="182"/>
                  </a:lnTo>
                  <a:close/>
                  <a:moveTo>
                    <a:pt x="182" y="114"/>
                  </a:moveTo>
                  <a:cubicBezTo>
                    <a:pt x="113" y="114"/>
                    <a:pt x="113" y="114"/>
                    <a:pt x="113" y="114"/>
                  </a:cubicBezTo>
                  <a:cubicBezTo>
                    <a:pt x="113" y="63"/>
                    <a:pt x="113" y="63"/>
                    <a:pt x="113" y="63"/>
                  </a:cubicBezTo>
                  <a:cubicBezTo>
                    <a:pt x="182" y="53"/>
                    <a:pt x="182" y="53"/>
                    <a:pt x="182" y="53"/>
                  </a:cubicBezTo>
                  <a:lnTo>
                    <a:pt x="182" y="114"/>
                  </a:lnTo>
                  <a:close/>
                </a:path>
              </a:pathLst>
            </a:custGeom>
            <a:solidFill>
              <a:schemeClr val="accent3"/>
            </a:solidFill>
            <a:ln>
              <a:noFill/>
            </a:ln>
          </p:spPr>
          <p:txBody>
            <a:bodyPr anchor="ctr"/>
            <a:lstStyle/>
            <a:p>
              <a:pPr algn="ctr"/>
              <a:endParaRPr>
                <a:latin typeface="幼圆" panose="02010509060101010101" pitchFamily="49" charset="-122"/>
                <a:ea typeface="幼圆" panose="02010509060101010101" pitchFamily="49" charset="-122"/>
                <a:cs typeface="+mn-ea"/>
                <a:sym typeface="+mn-lt"/>
              </a:endParaRPr>
            </a:p>
          </p:txBody>
        </p:sp>
        <p:sp>
          <p:nvSpPr>
            <p:cNvPr id="59" name="Freeform: Shape 32"/>
            <p:cNvSpPr>
              <a:spLocks/>
            </p:cNvSpPr>
            <p:nvPr/>
          </p:nvSpPr>
          <p:spPr bwMode="auto">
            <a:xfrm>
              <a:off x="2812593" y="2936688"/>
              <a:ext cx="486884" cy="486884"/>
            </a:xfrm>
            <a:custGeom>
              <a:avLst/>
              <a:gdLst>
                <a:gd name="T0" fmla="*/ 223 w 228"/>
                <a:gd name="T1" fmla="*/ 95 h 228"/>
                <a:gd name="T2" fmla="*/ 196 w 228"/>
                <a:gd name="T3" fmla="*/ 90 h 228"/>
                <a:gd name="T4" fmla="*/ 189 w 228"/>
                <a:gd name="T5" fmla="*/ 74 h 228"/>
                <a:gd name="T6" fmla="*/ 205 w 228"/>
                <a:gd name="T7" fmla="*/ 50 h 228"/>
                <a:gd name="T8" fmla="*/ 205 w 228"/>
                <a:gd name="T9" fmla="*/ 43 h 228"/>
                <a:gd name="T10" fmla="*/ 185 w 228"/>
                <a:gd name="T11" fmla="*/ 24 h 228"/>
                <a:gd name="T12" fmla="*/ 178 w 228"/>
                <a:gd name="T13" fmla="*/ 23 h 228"/>
                <a:gd name="T14" fmla="*/ 155 w 228"/>
                <a:gd name="T15" fmla="*/ 39 h 228"/>
                <a:gd name="T16" fmla="*/ 138 w 228"/>
                <a:gd name="T17" fmla="*/ 32 h 228"/>
                <a:gd name="T18" fmla="*/ 133 w 228"/>
                <a:gd name="T19" fmla="*/ 5 h 228"/>
                <a:gd name="T20" fmla="*/ 127 w 228"/>
                <a:gd name="T21" fmla="*/ 0 h 228"/>
                <a:gd name="T22" fmla="*/ 100 w 228"/>
                <a:gd name="T23" fmla="*/ 0 h 228"/>
                <a:gd name="T24" fmla="*/ 94 w 228"/>
                <a:gd name="T25" fmla="*/ 5 h 228"/>
                <a:gd name="T26" fmla="*/ 89 w 228"/>
                <a:gd name="T27" fmla="*/ 32 h 228"/>
                <a:gd name="T28" fmla="*/ 73 w 228"/>
                <a:gd name="T29" fmla="*/ 39 h 228"/>
                <a:gd name="T30" fmla="*/ 50 w 228"/>
                <a:gd name="T31" fmla="*/ 23 h 228"/>
                <a:gd name="T32" fmla="*/ 43 w 228"/>
                <a:gd name="T33" fmla="*/ 24 h 228"/>
                <a:gd name="T34" fmla="*/ 23 w 228"/>
                <a:gd name="T35" fmla="*/ 43 h 228"/>
                <a:gd name="T36" fmla="*/ 23 w 228"/>
                <a:gd name="T37" fmla="*/ 51 h 228"/>
                <a:gd name="T38" fmla="*/ 39 w 228"/>
                <a:gd name="T39" fmla="*/ 74 h 228"/>
                <a:gd name="T40" fmla="*/ 32 w 228"/>
                <a:gd name="T41" fmla="*/ 90 h 228"/>
                <a:gd name="T42" fmla="*/ 5 w 228"/>
                <a:gd name="T43" fmla="*/ 95 h 228"/>
                <a:gd name="T44" fmla="*/ 0 w 228"/>
                <a:gd name="T45" fmla="*/ 100 h 228"/>
                <a:gd name="T46" fmla="*/ 0 w 228"/>
                <a:gd name="T47" fmla="*/ 128 h 228"/>
                <a:gd name="T48" fmla="*/ 5 w 228"/>
                <a:gd name="T49" fmla="*/ 134 h 228"/>
                <a:gd name="T50" fmla="*/ 32 w 228"/>
                <a:gd name="T51" fmla="*/ 139 h 228"/>
                <a:gd name="T52" fmla="*/ 39 w 228"/>
                <a:gd name="T53" fmla="*/ 155 h 228"/>
                <a:gd name="T54" fmla="*/ 23 w 228"/>
                <a:gd name="T55" fmla="*/ 178 h 228"/>
                <a:gd name="T56" fmla="*/ 24 w 228"/>
                <a:gd name="T57" fmla="*/ 185 h 228"/>
                <a:gd name="T58" fmla="*/ 43 w 228"/>
                <a:gd name="T59" fmla="*/ 204 h 228"/>
                <a:gd name="T60" fmla="*/ 51 w 228"/>
                <a:gd name="T61" fmla="*/ 205 h 228"/>
                <a:gd name="T62" fmla="*/ 73 w 228"/>
                <a:gd name="T63" fmla="*/ 189 h 228"/>
                <a:gd name="T64" fmla="*/ 89 w 228"/>
                <a:gd name="T65" fmla="*/ 196 h 228"/>
                <a:gd name="T66" fmla="*/ 94 w 228"/>
                <a:gd name="T67" fmla="*/ 223 h 228"/>
                <a:gd name="T68" fmla="*/ 100 w 228"/>
                <a:gd name="T69" fmla="*/ 228 h 228"/>
                <a:gd name="T70" fmla="*/ 127 w 228"/>
                <a:gd name="T71" fmla="*/ 228 h 228"/>
                <a:gd name="T72" fmla="*/ 133 w 228"/>
                <a:gd name="T73" fmla="*/ 223 h 228"/>
                <a:gd name="T74" fmla="*/ 138 w 228"/>
                <a:gd name="T75" fmla="*/ 196 h 228"/>
                <a:gd name="T76" fmla="*/ 154 w 228"/>
                <a:gd name="T77" fmla="*/ 190 h 228"/>
                <a:gd name="T78" fmla="*/ 177 w 228"/>
                <a:gd name="T79" fmla="*/ 205 h 228"/>
                <a:gd name="T80" fmla="*/ 185 w 228"/>
                <a:gd name="T81" fmla="*/ 205 h 228"/>
                <a:gd name="T82" fmla="*/ 204 w 228"/>
                <a:gd name="T83" fmla="*/ 185 h 228"/>
                <a:gd name="T84" fmla="*/ 205 w 228"/>
                <a:gd name="T85" fmla="*/ 178 h 228"/>
                <a:gd name="T86" fmla="*/ 189 w 228"/>
                <a:gd name="T87" fmla="*/ 155 h 228"/>
                <a:gd name="T88" fmla="*/ 196 w 228"/>
                <a:gd name="T89" fmla="*/ 139 h 228"/>
                <a:gd name="T90" fmla="*/ 223 w 228"/>
                <a:gd name="T91" fmla="*/ 134 h 228"/>
                <a:gd name="T92" fmla="*/ 228 w 228"/>
                <a:gd name="T93" fmla="*/ 128 h 228"/>
                <a:gd name="T94" fmla="*/ 228 w 228"/>
                <a:gd name="T95" fmla="*/ 100 h 228"/>
                <a:gd name="T96" fmla="*/ 223 w 228"/>
                <a:gd name="T97" fmla="*/ 95 h 228"/>
                <a:gd name="T98" fmla="*/ 114 w 228"/>
                <a:gd name="T99" fmla="*/ 149 h 228"/>
                <a:gd name="T100" fmla="*/ 79 w 228"/>
                <a:gd name="T101" fmla="*/ 114 h 228"/>
                <a:gd name="T102" fmla="*/ 114 w 228"/>
                <a:gd name="T103" fmla="*/ 79 h 228"/>
                <a:gd name="T104" fmla="*/ 149 w 228"/>
                <a:gd name="T105" fmla="*/ 114 h 228"/>
                <a:gd name="T106" fmla="*/ 114 w 228"/>
                <a:gd name="T107"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8" h="228">
                  <a:moveTo>
                    <a:pt x="223" y="95"/>
                  </a:moveTo>
                  <a:cubicBezTo>
                    <a:pt x="196" y="90"/>
                    <a:pt x="196" y="90"/>
                    <a:pt x="196" y="90"/>
                  </a:cubicBezTo>
                  <a:cubicBezTo>
                    <a:pt x="194" y="84"/>
                    <a:pt x="192" y="79"/>
                    <a:pt x="189" y="74"/>
                  </a:cubicBezTo>
                  <a:cubicBezTo>
                    <a:pt x="205" y="50"/>
                    <a:pt x="205" y="50"/>
                    <a:pt x="205" y="50"/>
                  </a:cubicBezTo>
                  <a:cubicBezTo>
                    <a:pt x="207" y="48"/>
                    <a:pt x="206" y="45"/>
                    <a:pt x="205" y="43"/>
                  </a:cubicBezTo>
                  <a:cubicBezTo>
                    <a:pt x="185" y="24"/>
                    <a:pt x="185" y="24"/>
                    <a:pt x="185" y="24"/>
                  </a:cubicBezTo>
                  <a:cubicBezTo>
                    <a:pt x="183" y="22"/>
                    <a:pt x="180" y="21"/>
                    <a:pt x="178" y="23"/>
                  </a:cubicBezTo>
                  <a:cubicBezTo>
                    <a:pt x="155" y="39"/>
                    <a:pt x="155" y="39"/>
                    <a:pt x="155" y="39"/>
                  </a:cubicBezTo>
                  <a:cubicBezTo>
                    <a:pt x="149" y="36"/>
                    <a:pt x="144" y="34"/>
                    <a:pt x="138" y="32"/>
                  </a:cubicBezTo>
                  <a:cubicBezTo>
                    <a:pt x="133" y="5"/>
                    <a:pt x="133" y="5"/>
                    <a:pt x="133" y="5"/>
                  </a:cubicBezTo>
                  <a:cubicBezTo>
                    <a:pt x="133" y="2"/>
                    <a:pt x="130" y="0"/>
                    <a:pt x="127" y="0"/>
                  </a:cubicBezTo>
                  <a:cubicBezTo>
                    <a:pt x="100" y="0"/>
                    <a:pt x="100" y="0"/>
                    <a:pt x="100" y="0"/>
                  </a:cubicBezTo>
                  <a:cubicBezTo>
                    <a:pt x="97" y="0"/>
                    <a:pt x="95" y="2"/>
                    <a:pt x="94" y="5"/>
                  </a:cubicBezTo>
                  <a:cubicBezTo>
                    <a:pt x="89" y="32"/>
                    <a:pt x="89" y="32"/>
                    <a:pt x="89" y="32"/>
                  </a:cubicBezTo>
                  <a:cubicBezTo>
                    <a:pt x="83" y="34"/>
                    <a:pt x="78" y="36"/>
                    <a:pt x="73" y="39"/>
                  </a:cubicBezTo>
                  <a:cubicBezTo>
                    <a:pt x="50" y="23"/>
                    <a:pt x="50" y="23"/>
                    <a:pt x="50" y="23"/>
                  </a:cubicBezTo>
                  <a:cubicBezTo>
                    <a:pt x="48" y="22"/>
                    <a:pt x="45" y="22"/>
                    <a:pt x="43" y="24"/>
                  </a:cubicBezTo>
                  <a:cubicBezTo>
                    <a:pt x="23" y="43"/>
                    <a:pt x="23" y="43"/>
                    <a:pt x="23" y="43"/>
                  </a:cubicBezTo>
                  <a:cubicBezTo>
                    <a:pt x="22" y="45"/>
                    <a:pt x="21" y="49"/>
                    <a:pt x="23" y="51"/>
                  </a:cubicBezTo>
                  <a:cubicBezTo>
                    <a:pt x="39" y="74"/>
                    <a:pt x="39" y="74"/>
                    <a:pt x="39" y="74"/>
                  </a:cubicBezTo>
                  <a:cubicBezTo>
                    <a:pt x="36" y="79"/>
                    <a:pt x="34" y="84"/>
                    <a:pt x="32" y="90"/>
                  </a:cubicBezTo>
                  <a:cubicBezTo>
                    <a:pt x="5" y="95"/>
                    <a:pt x="5" y="95"/>
                    <a:pt x="5" y="95"/>
                  </a:cubicBezTo>
                  <a:cubicBezTo>
                    <a:pt x="2" y="95"/>
                    <a:pt x="0" y="98"/>
                    <a:pt x="0" y="100"/>
                  </a:cubicBezTo>
                  <a:cubicBezTo>
                    <a:pt x="0" y="128"/>
                    <a:pt x="0" y="128"/>
                    <a:pt x="0" y="128"/>
                  </a:cubicBezTo>
                  <a:cubicBezTo>
                    <a:pt x="0" y="131"/>
                    <a:pt x="2" y="133"/>
                    <a:pt x="5" y="134"/>
                  </a:cubicBezTo>
                  <a:cubicBezTo>
                    <a:pt x="32" y="139"/>
                    <a:pt x="32" y="139"/>
                    <a:pt x="32" y="139"/>
                  </a:cubicBezTo>
                  <a:cubicBezTo>
                    <a:pt x="34" y="144"/>
                    <a:pt x="36" y="150"/>
                    <a:pt x="39" y="155"/>
                  </a:cubicBezTo>
                  <a:cubicBezTo>
                    <a:pt x="23" y="178"/>
                    <a:pt x="23" y="178"/>
                    <a:pt x="23" y="178"/>
                  </a:cubicBezTo>
                  <a:cubicBezTo>
                    <a:pt x="22" y="180"/>
                    <a:pt x="22" y="183"/>
                    <a:pt x="24" y="185"/>
                  </a:cubicBezTo>
                  <a:cubicBezTo>
                    <a:pt x="43" y="204"/>
                    <a:pt x="43" y="204"/>
                    <a:pt x="43" y="204"/>
                  </a:cubicBezTo>
                  <a:cubicBezTo>
                    <a:pt x="45" y="206"/>
                    <a:pt x="48" y="207"/>
                    <a:pt x="51" y="205"/>
                  </a:cubicBezTo>
                  <a:cubicBezTo>
                    <a:pt x="73" y="189"/>
                    <a:pt x="73" y="189"/>
                    <a:pt x="73" y="189"/>
                  </a:cubicBezTo>
                  <a:cubicBezTo>
                    <a:pt x="78" y="192"/>
                    <a:pt x="84" y="194"/>
                    <a:pt x="89" y="196"/>
                  </a:cubicBezTo>
                  <a:cubicBezTo>
                    <a:pt x="94" y="223"/>
                    <a:pt x="94" y="223"/>
                    <a:pt x="94" y="223"/>
                  </a:cubicBezTo>
                  <a:cubicBezTo>
                    <a:pt x="95" y="226"/>
                    <a:pt x="97" y="228"/>
                    <a:pt x="100" y="228"/>
                  </a:cubicBezTo>
                  <a:cubicBezTo>
                    <a:pt x="127" y="228"/>
                    <a:pt x="127" y="228"/>
                    <a:pt x="127" y="228"/>
                  </a:cubicBezTo>
                  <a:cubicBezTo>
                    <a:pt x="130" y="228"/>
                    <a:pt x="133" y="226"/>
                    <a:pt x="133" y="223"/>
                  </a:cubicBezTo>
                  <a:cubicBezTo>
                    <a:pt x="138" y="196"/>
                    <a:pt x="138" y="196"/>
                    <a:pt x="138" y="196"/>
                  </a:cubicBezTo>
                  <a:cubicBezTo>
                    <a:pt x="144" y="194"/>
                    <a:pt x="149" y="192"/>
                    <a:pt x="154" y="190"/>
                  </a:cubicBezTo>
                  <a:cubicBezTo>
                    <a:pt x="177" y="205"/>
                    <a:pt x="177" y="205"/>
                    <a:pt x="177" y="205"/>
                  </a:cubicBezTo>
                  <a:cubicBezTo>
                    <a:pt x="180" y="207"/>
                    <a:pt x="183" y="207"/>
                    <a:pt x="185" y="205"/>
                  </a:cubicBezTo>
                  <a:cubicBezTo>
                    <a:pt x="204" y="185"/>
                    <a:pt x="204" y="185"/>
                    <a:pt x="204" y="185"/>
                  </a:cubicBezTo>
                  <a:cubicBezTo>
                    <a:pt x="206" y="183"/>
                    <a:pt x="206" y="180"/>
                    <a:pt x="205" y="178"/>
                  </a:cubicBezTo>
                  <a:cubicBezTo>
                    <a:pt x="189" y="155"/>
                    <a:pt x="189" y="155"/>
                    <a:pt x="189" y="155"/>
                  </a:cubicBezTo>
                  <a:cubicBezTo>
                    <a:pt x="192" y="150"/>
                    <a:pt x="194" y="144"/>
                    <a:pt x="196" y="139"/>
                  </a:cubicBezTo>
                  <a:cubicBezTo>
                    <a:pt x="223" y="134"/>
                    <a:pt x="223" y="134"/>
                    <a:pt x="223" y="134"/>
                  </a:cubicBezTo>
                  <a:cubicBezTo>
                    <a:pt x="226" y="133"/>
                    <a:pt x="228" y="131"/>
                    <a:pt x="228" y="128"/>
                  </a:cubicBezTo>
                  <a:cubicBezTo>
                    <a:pt x="228" y="100"/>
                    <a:pt x="228" y="100"/>
                    <a:pt x="228" y="100"/>
                  </a:cubicBezTo>
                  <a:cubicBezTo>
                    <a:pt x="228" y="98"/>
                    <a:pt x="226" y="95"/>
                    <a:pt x="223" y="95"/>
                  </a:cubicBezTo>
                  <a:close/>
                  <a:moveTo>
                    <a:pt x="114" y="149"/>
                  </a:moveTo>
                  <a:cubicBezTo>
                    <a:pt x="95" y="149"/>
                    <a:pt x="79" y="133"/>
                    <a:pt x="79" y="114"/>
                  </a:cubicBezTo>
                  <a:cubicBezTo>
                    <a:pt x="79" y="95"/>
                    <a:pt x="95" y="79"/>
                    <a:pt x="114" y="79"/>
                  </a:cubicBezTo>
                  <a:cubicBezTo>
                    <a:pt x="133" y="79"/>
                    <a:pt x="149" y="95"/>
                    <a:pt x="149" y="114"/>
                  </a:cubicBezTo>
                  <a:cubicBezTo>
                    <a:pt x="149" y="133"/>
                    <a:pt x="133" y="149"/>
                    <a:pt x="114" y="149"/>
                  </a:cubicBezTo>
                  <a:close/>
                </a:path>
              </a:pathLst>
            </a:custGeom>
            <a:solidFill>
              <a:schemeClr val="accent1"/>
            </a:solidFill>
            <a:ln>
              <a:noFill/>
            </a:ln>
          </p:spPr>
          <p:txBody>
            <a:bodyPr anchor="ctr"/>
            <a:lstStyle/>
            <a:p>
              <a:pPr algn="ctr"/>
              <a:endParaRPr>
                <a:latin typeface="幼圆" panose="02010509060101010101" pitchFamily="49" charset="-122"/>
                <a:ea typeface="幼圆" panose="02010509060101010101" pitchFamily="49" charset="-122"/>
                <a:cs typeface="+mn-ea"/>
                <a:sym typeface="+mn-lt"/>
              </a:endParaRPr>
            </a:p>
          </p:txBody>
        </p:sp>
        <p:sp>
          <p:nvSpPr>
            <p:cNvPr id="60" name="Freeform: Shape 33"/>
            <p:cNvSpPr>
              <a:spLocks/>
            </p:cNvSpPr>
            <p:nvPr/>
          </p:nvSpPr>
          <p:spPr bwMode="auto">
            <a:xfrm>
              <a:off x="4888024" y="3753520"/>
              <a:ext cx="486884" cy="486884"/>
            </a:xfrm>
            <a:custGeom>
              <a:avLst/>
              <a:gdLst>
                <a:gd name="T0" fmla="*/ 130 w 236"/>
                <a:gd name="T1" fmla="*/ 1 h 236"/>
                <a:gd name="T2" fmla="*/ 118 w 236"/>
                <a:gd name="T3" fmla="*/ 0 h 236"/>
                <a:gd name="T4" fmla="*/ 30 w 236"/>
                <a:gd name="T5" fmla="*/ 40 h 236"/>
                <a:gd name="T6" fmla="*/ 68 w 236"/>
                <a:gd name="T7" fmla="*/ 105 h 236"/>
                <a:gd name="T8" fmla="*/ 130 w 236"/>
                <a:gd name="T9" fmla="*/ 1 h 236"/>
                <a:gd name="T10" fmla="*/ 20 w 236"/>
                <a:gd name="T11" fmla="*/ 52 h 236"/>
                <a:gd name="T12" fmla="*/ 0 w 236"/>
                <a:gd name="T13" fmla="*/ 118 h 236"/>
                <a:gd name="T14" fmla="*/ 5 w 236"/>
                <a:gd name="T15" fmla="*/ 153 h 236"/>
                <a:gd name="T16" fmla="*/ 81 w 236"/>
                <a:gd name="T17" fmla="*/ 153 h 236"/>
                <a:gd name="T18" fmla="*/ 20 w 236"/>
                <a:gd name="T19" fmla="*/ 52 h 236"/>
                <a:gd name="T20" fmla="*/ 225 w 236"/>
                <a:gd name="T21" fmla="*/ 68 h 236"/>
                <a:gd name="T22" fmla="*/ 145 w 236"/>
                <a:gd name="T23" fmla="*/ 3 h 236"/>
                <a:gd name="T24" fmla="*/ 106 w 236"/>
                <a:gd name="T25" fmla="*/ 68 h 236"/>
                <a:gd name="T26" fmla="*/ 225 w 236"/>
                <a:gd name="T27" fmla="*/ 68 h 236"/>
                <a:gd name="T28" fmla="*/ 130 w 236"/>
                <a:gd name="T29" fmla="*/ 167 h 236"/>
                <a:gd name="T30" fmla="*/ 11 w 236"/>
                <a:gd name="T31" fmla="*/ 167 h 236"/>
                <a:gd name="T32" fmla="*/ 96 w 236"/>
                <a:gd name="T33" fmla="*/ 234 h 236"/>
                <a:gd name="T34" fmla="*/ 93 w 236"/>
                <a:gd name="T35" fmla="*/ 232 h 236"/>
                <a:gd name="T36" fmla="*/ 130 w 236"/>
                <a:gd name="T37" fmla="*/ 167 h 236"/>
                <a:gd name="T38" fmla="*/ 230 w 236"/>
                <a:gd name="T39" fmla="*/ 82 h 236"/>
                <a:gd name="T40" fmla="*/ 155 w 236"/>
                <a:gd name="T41" fmla="*/ 82 h 236"/>
                <a:gd name="T42" fmla="*/ 215 w 236"/>
                <a:gd name="T43" fmla="*/ 186 h 236"/>
                <a:gd name="T44" fmla="*/ 236 w 236"/>
                <a:gd name="T45" fmla="*/ 118 h 236"/>
                <a:gd name="T46" fmla="*/ 230 w 236"/>
                <a:gd name="T47" fmla="*/ 82 h 236"/>
                <a:gd name="T48" fmla="*/ 108 w 236"/>
                <a:gd name="T49" fmla="*/ 236 h 236"/>
                <a:gd name="T50" fmla="*/ 118 w 236"/>
                <a:gd name="T51" fmla="*/ 236 h 236"/>
                <a:gd name="T52" fmla="*/ 205 w 236"/>
                <a:gd name="T53" fmla="*/ 198 h 236"/>
                <a:gd name="T54" fmla="*/ 167 w 236"/>
                <a:gd name="T55" fmla="*/ 132 h 236"/>
                <a:gd name="T56" fmla="*/ 108 w 236"/>
                <a:gd name="T5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36">
                  <a:moveTo>
                    <a:pt x="130" y="1"/>
                  </a:moveTo>
                  <a:cubicBezTo>
                    <a:pt x="126" y="0"/>
                    <a:pt x="122" y="0"/>
                    <a:pt x="118" y="0"/>
                  </a:cubicBezTo>
                  <a:cubicBezTo>
                    <a:pt x="83" y="0"/>
                    <a:pt x="51" y="16"/>
                    <a:pt x="30" y="40"/>
                  </a:cubicBezTo>
                  <a:cubicBezTo>
                    <a:pt x="68" y="105"/>
                    <a:pt x="68" y="105"/>
                    <a:pt x="68" y="105"/>
                  </a:cubicBezTo>
                  <a:lnTo>
                    <a:pt x="130" y="1"/>
                  </a:lnTo>
                  <a:close/>
                  <a:moveTo>
                    <a:pt x="20" y="52"/>
                  </a:moveTo>
                  <a:cubicBezTo>
                    <a:pt x="7" y="71"/>
                    <a:pt x="0" y="94"/>
                    <a:pt x="0" y="118"/>
                  </a:cubicBezTo>
                  <a:cubicBezTo>
                    <a:pt x="0" y="130"/>
                    <a:pt x="2" y="142"/>
                    <a:pt x="5" y="153"/>
                  </a:cubicBezTo>
                  <a:cubicBezTo>
                    <a:pt x="81" y="153"/>
                    <a:pt x="81" y="153"/>
                    <a:pt x="81" y="153"/>
                  </a:cubicBezTo>
                  <a:lnTo>
                    <a:pt x="20" y="52"/>
                  </a:lnTo>
                  <a:close/>
                  <a:moveTo>
                    <a:pt x="225" y="68"/>
                  </a:moveTo>
                  <a:cubicBezTo>
                    <a:pt x="210" y="36"/>
                    <a:pt x="180" y="11"/>
                    <a:pt x="145" y="3"/>
                  </a:cubicBezTo>
                  <a:cubicBezTo>
                    <a:pt x="106" y="68"/>
                    <a:pt x="106" y="68"/>
                    <a:pt x="106" y="68"/>
                  </a:cubicBezTo>
                  <a:lnTo>
                    <a:pt x="225" y="68"/>
                  </a:lnTo>
                  <a:close/>
                  <a:moveTo>
                    <a:pt x="130" y="167"/>
                  </a:moveTo>
                  <a:cubicBezTo>
                    <a:pt x="11" y="167"/>
                    <a:pt x="11" y="167"/>
                    <a:pt x="11" y="167"/>
                  </a:cubicBezTo>
                  <a:cubicBezTo>
                    <a:pt x="26" y="201"/>
                    <a:pt x="58" y="227"/>
                    <a:pt x="96" y="234"/>
                  </a:cubicBezTo>
                  <a:cubicBezTo>
                    <a:pt x="93" y="232"/>
                    <a:pt x="93" y="232"/>
                    <a:pt x="93" y="232"/>
                  </a:cubicBezTo>
                  <a:lnTo>
                    <a:pt x="130" y="167"/>
                  </a:lnTo>
                  <a:close/>
                  <a:moveTo>
                    <a:pt x="230" y="82"/>
                  </a:moveTo>
                  <a:cubicBezTo>
                    <a:pt x="155" y="82"/>
                    <a:pt x="155" y="82"/>
                    <a:pt x="155" y="82"/>
                  </a:cubicBezTo>
                  <a:cubicBezTo>
                    <a:pt x="215" y="186"/>
                    <a:pt x="215" y="186"/>
                    <a:pt x="215" y="186"/>
                  </a:cubicBezTo>
                  <a:cubicBezTo>
                    <a:pt x="228" y="167"/>
                    <a:pt x="236" y="143"/>
                    <a:pt x="236" y="118"/>
                  </a:cubicBezTo>
                  <a:cubicBezTo>
                    <a:pt x="236" y="106"/>
                    <a:pt x="234" y="94"/>
                    <a:pt x="230" y="82"/>
                  </a:cubicBezTo>
                  <a:close/>
                  <a:moveTo>
                    <a:pt x="108" y="236"/>
                  </a:moveTo>
                  <a:cubicBezTo>
                    <a:pt x="111" y="236"/>
                    <a:pt x="115" y="236"/>
                    <a:pt x="118" y="236"/>
                  </a:cubicBezTo>
                  <a:cubicBezTo>
                    <a:pt x="152" y="236"/>
                    <a:pt x="183" y="221"/>
                    <a:pt x="205" y="198"/>
                  </a:cubicBezTo>
                  <a:cubicBezTo>
                    <a:pt x="167" y="132"/>
                    <a:pt x="167" y="132"/>
                    <a:pt x="167" y="132"/>
                  </a:cubicBezTo>
                  <a:lnTo>
                    <a:pt x="108" y="236"/>
                  </a:lnTo>
                  <a:close/>
                </a:path>
              </a:pathLst>
            </a:custGeom>
            <a:solidFill>
              <a:schemeClr val="accent2"/>
            </a:solidFill>
            <a:ln>
              <a:noFill/>
            </a:ln>
          </p:spPr>
          <p:txBody>
            <a:bodyPr anchor="ctr"/>
            <a:lstStyle/>
            <a:p>
              <a:pPr algn="ctr"/>
              <a:endParaRPr>
                <a:latin typeface="幼圆" panose="02010509060101010101" pitchFamily="49" charset="-122"/>
                <a:ea typeface="幼圆" panose="02010509060101010101" pitchFamily="49" charset="-122"/>
                <a:cs typeface="+mn-ea"/>
                <a:sym typeface="+mn-lt"/>
              </a:endParaRPr>
            </a:p>
          </p:txBody>
        </p:sp>
        <p:sp>
          <p:nvSpPr>
            <p:cNvPr id="61" name="TextBox 37"/>
            <p:cNvSpPr txBox="1">
              <a:spLocks/>
            </p:cNvSpPr>
            <p:nvPr/>
          </p:nvSpPr>
          <p:spPr bwMode="auto">
            <a:xfrm>
              <a:off x="4416196" y="3061845"/>
              <a:ext cx="1433085" cy="443131"/>
            </a:xfrm>
            <a:prstGeom prst="rect">
              <a:avLst/>
            </a:prstGeom>
            <a:noFill/>
            <a:ln w="9525">
              <a:noFill/>
              <a:miter lim="800000"/>
              <a:headEnd/>
              <a:tailEnd/>
            </a:ln>
          </p:spPr>
          <p:txBody>
            <a:bodyPr wrap="none" lIns="0" tIns="0" rIns="0" bIns="0" anchor="t" anchorCtr="0">
              <a:noAutofit/>
              <a:scene3d>
                <a:camera prst="orthographicFront"/>
                <a:lightRig rig="threePt" dir="t"/>
              </a:scene3d>
              <a:sp3d>
                <a:bevelT w="0" h="0"/>
              </a:sp3d>
            </a:bodyPr>
            <a:lstStyle/>
            <a:p>
              <a:pPr marL="0" lvl="1" algn="ctr"/>
              <a:r>
                <a:rPr lang="zh-CN" altLang="en-US" sz="1700" b="1" dirty="0">
                  <a:solidFill>
                    <a:schemeClr val="accent2"/>
                  </a:solidFill>
                  <a:latin typeface="幼圆" panose="02010509060101010101" pitchFamily="49" charset="-122"/>
                  <a:ea typeface="幼圆" panose="02010509060101010101" pitchFamily="49" charset="-122"/>
                  <a:cs typeface="+mn-ea"/>
                  <a:sym typeface="+mn-lt"/>
                </a:rPr>
                <a:t>消费认知</a:t>
              </a:r>
            </a:p>
          </p:txBody>
        </p:sp>
        <p:sp>
          <p:nvSpPr>
            <p:cNvPr id="62" name="TextBox 25"/>
            <p:cNvSpPr txBox="1">
              <a:spLocks/>
            </p:cNvSpPr>
            <p:nvPr/>
          </p:nvSpPr>
          <p:spPr bwMode="auto">
            <a:xfrm>
              <a:off x="8122751" y="1250685"/>
              <a:ext cx="2392974" cy="2359525"/>
            </a:xfrm>
            <a:prstGeom prst="rect">
              <a:avLst/>
            </a:prstGeom>
            <a:noFill/>
            <a:ln w="9525">
              <a:noFill/>
              <a:miter lim="800000"/>
              <a:headEnd/>
              <a:tailEnd/>
            </a:ln>
          </p:spPr>
          <p:txBody>
            <a:bodyPr wrap="square" lIns="360000" tIns="0" rIns="360000" bIns="540000" anchor="b" anchorCtr="1">
              <a:normAutofit/>
              <a:scene3d>
                <a:camera prst="orthographicFront"/>
                <a:lightRig rig="threePt" dir="t"/>
              </a:scene3d>
              <a:sp3d>
                <a:bevelT w="0" h="0"/>
              </a:sp3d>
            </a:bodyPr>
            <a:lstStyle/>
            <a:p>
              <a:pPr algn="ctr">
                <a:lnSpc>
                  <a:spcPct val="120000"/>
                </a:lnSpc>
                <a:defRPr/>
              </a:pPr>
              <a:r>
                <a:rPr lang="zh-CN" altLang="en-US" sz="1000" dirty="0">
                  <a:solidFill>
                    <a:schemeClr val="tx1">
                      <a:lumMod val="50000"/>
                      <a:lumOff val="50000"/>
                    </a:schemeClr>
                  </a:solidFill>
                  <a:latin typeface="幼圆" panose="02010509060101010101" pitchFamily="49" charset="-122"/>
                  <a:ea typeface="幼圆" panose="02010509060101010101" pitchFamily="49" charset="-122"/>
                  <a:cs typeface="+mn-ea"/>
                  <a:sym typeface="+mn-lt"/>
                </a:rPr>
                <a:t>此部分内容作为文字排版占位显示 </a:t>
              </a:r>
            </a:p>
          </p:txBody>
        </p:sp>
        <p:sp>
          <p:nvSpPr>
            <p:cNvPr id="63" name="TextBox 21"/>
            <p:cNvSpPr txBox="1">
              <a:spLocks/>
            </p:cNvSpPr>
            <p:nvPr/>
          </p:nvSpPr>
          <p:spPr bwMode="auto">
            <a:xfrm>
              <a:off x="8608220" y="3161855"/>
              <a:ext cx="1433085" cy="543473"/>
            </a:xfrm>
            <a:prstGeom prst="rect">
              <a:avLst/>
            </a:prstGeom>
            <a:noFill/>
            <a:ln w="9525">
              <a:noFill/>
              <a:miter lim="800000"/>
              <a:headEnd/>
              <a:tailEnd/>
            </a:ln>
          </p:spPr>
          <p:txBody>
            <a:bodyPr wrap="none" lIns="0" tIns="0" rIns="0" bIns="0" anchor="t" anchorCtr="0">
              <a:normAutofit/>
              <a:scene3d>
                <a:camera prst="orthographicFront"/>
                <a:lightRig rig="threePt" dir="t"/>
              </a:scene3d>
              <a:sp3d>
                <a:bevelT w="0" h="0"/>
              </a:sp3d>
            </a:bodyPr>
            <a:lstStyle/>
            <a:p>
              <a:pPr marL="0" lvl="1" algn="ctr"/>
              <a:r>
                <a:rPr lang="zh-CN" altLang="en-US" sz="1700" b="1" dirty="0">
                  <a:solidFill>
                    <a:schemeClr val="accent4"/>
                  </a:solidFill>
                  <a:latin typeface="幼圆" panose="02010509060101010101" pitchFamily="49" charset="-122"/>
                  <a:ea typeface="幼圆" panose="02010509060101010101" pitchFamily="49" charset="-122"/>
                  <a:cs typeface="+mn-ea"/>
                  <a:sym typeface="+mn-lt"/>
                </a:rPr>
                <a:t>激发购买</a:t>
              </a:r>
            </a:p>
          </p:txBody>
        </p:sp>
      </p:grpSp>
    </p:spTree>
    <p:extLst>
      <p:ext uri="{BB962C8B-B14F-4D97-AF65-F5344CB8AC3E}">
        <p14:creationId xmlns:p14="http://schemas.microsoft.com/office/powerpoint/2010/main" val="135016337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2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添加您的标题</a:t>
            </a:r>
          </a:p>
        </p:txBody>
      </p:sp>
      <p:grpSp>
        <p:nvGrpSpPr>
          <p:cNvPr id="107" name="Group 2">
            <a:extLst>
              <a:ext uri="{FF2B5EF4-FFF2-40B4-BE49-F238E27FC236}">
                <a16:creationId xmlns:a16="http://schemas.microsoft.com/office/drawing/2014/main" id="{07760291-606C-4F28-B15D-8034A9F7FA85}"/>
              </a:ext>
            </a:extLst>
          </p:cNvPr>
          <p:cNvGrpSpPr>
            <a:grpSpLocks/>
          </p:cNvGrpSpPr>
          <p:nvPr/>
        </p:nvGrpSpPr>
        <p:grpSpPr bwMode="auto">
          <a:xfrm>
            <a:off x="1044402" y="1345493"/>
            <a:ext cx="748372" cy="731368"/>
            <a:chOff x="10892" y="0"/>
            <a:chExt cx="1271283" cy="1224136"/>
          </a:xfrm>
          <a:noFill/>
        </p:grpSpPr>
        <p:sp>
          <p:nvSpPr>
            <p:cNvPr id="108" name="椭圆 12">
              <a:extLst>
                <a:ext uri="{FF2B5EF4-FFF2-40B4-BE49-F238E27FC236}">
                  <a16:creationId xmlns:a16="http://schemas.microsoft.com/office/drawing/2014/main" id="{BCCCA7FE-073E-404E-B2D2-AA50E43EB1F4}"/>
                </a:ext>
              </a:extLst>
            </p:cNvPr>
            <p:cNvSpPr>
              <a:spLocks noChangeArrowheads="1"/>
            </p:cNvSpPr>
            <p:nvPr/>
          </p:nvSpPr>
          <p:spPr bwMode="auto">
            <a:xfrm>
              <a:off x="58039" y="0"/>
              <a:ext cx="1224136" cy="1224136"/>
            </a:xfrm>
            <a:prstGeom prst="ellipse">
              <a:avLst/>
            </a:prstGeom>
            <a:grpFill/>
            <a:ln w="57150" cap="flat" cmpd="sng">
              <a:solidFill>
                <a:srgbClr val="108887"/>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sz="1406">
                <a:solidFill>
                  <a:schemeClr val="bg1">
                    <a:lumMod val="50000"/>
                  </a:schemeClr>
                </a:solidFill>
                <a:latin typeface="+mn-lt"/>
                <a:ea typeface="+mn-ea"/>
                <a:cs typeface="+mn-ea"/>
                <a:sym typeface="+mn-lt"/>
              </a:endParaRPr>
            </a:p>
          </p:txBody>
        </p:sp>
        <p:sp>
          <p:nvSpPr>
            <p:cNvPr id="109" name="文本框 21">
              <a:extLst>
                <a:ext uri="{FF2B5EF4-FFF2-40B4-BE49-F238E27FC236}">
                  <a16:creationId xmlns:a16="http://schemas.microsoft.com/office/drawing/2014/main" id="{2469D7D0-FF12-4D2B-A2A8-9A936C42D180}"/>
                </a:ext>
              </a:extLst>
            </p:cNvPr>
            <p:cNvSpPr>
              <a:spLocks noChangeArrowheads="1"/>
            </p:cNvSpPr>
            <p:nvPr/>
          </p:nvSpPr>
          <p:spPr bwMode="auto">
            <a:xfrm>
              <a:off x="10892" y="274395"/>
              <a:ext cx="1263345" cy="618174"/>
            </a:xfrm>
            <a:prstGeom prst="rect">
              <a:avLst/>
            </a:prstGeom>
            <a:grpFill/>
            <a:ln w="9525" cap="flat" cmpd="sng">
              <a:no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dirty="0">
                  <a:solidFill>
                    <a:schemeClr val="bg1">
                      <a:lumMod val="50000"/>
                    </a:schemeClr>
                  </a:solidFill>
                  <a:latin typeface="+mn-lt"/>
                  <a:ea typeface="+mn-ea"/>
                  <a:cs typeface="+mn-ea"/>
                  <a:sym typeface="+mn-lt"/>
                </a:rPr>
                <a:t>01</a:t>
              </a:r>
              <a:endParaRPr lang="zh-CN" altLang="en-US" dirty="0">
                <a:solidFill>
                  <a:schemeClr val="bg1">
                    <a:lumMod val="50000"/>
                  </a:schemeClr>
                </a:solidFill>
                <a:latin typeface="+mn-lt"/>
                <a:ea typeface="+mn-ea"/>
                <a:cs typeface="+mn-ea"/>
                <a:sym typeface="+mn-lt"/>
              </a:endParaRPr>
            </a:p>
          </p:txBody>
        </p:sp>
      </p:grpSp>
      <p:sp>
        <p:nvSpPr>
          <p:cNvPr id="110" name="矩形 15">
            <a:extLst>
              <a:ext uri="{FF2B5EF4-FFF2-40B4-BE49-F238E27FC236}">
                <a16:creationId xmlns:a16="http://schemas.microsoft.com/office/drawing/2014/main" id="{9E9F694B-E346-4172-B7B2-728F2F039B4F}"/>
              </a:ext>
            </a:extLst>
          </p:cNvPr>
          <p:cNvSpPr>
            <a:spLocks noChangeArrowheads="1"/>
          </p:cNvSpPr>
          <p:nvPr/>
        </p:nvSpPr>
        <p:spPr bwMode="auto">
          <a:xfrm>
            <a:off x="1903935" y="1335056"/>
            <a:ext cx="27090" cy="753186"/>
          </a:xfrm>
          <a:prstGeom prst="rect">
            <a:avLst/>
          </a:prstGeom>
          <a:solidFill>
            <a:srgbClr val="108887"/>
          </a:solidFill>
          <a:ln>
            <a:noFill/>
          </a:ln>
          <a:effectLst/>
        </p:spPr>
        <p:txBody>
          <a:bodyPr lIns="54088" tIns="27044" rIns="54088" bIns="27044" anchor="ctr"/>
          <a:lstStyle/>
          <a:p>
            <a:pPr algn="ctr"/>
            <a:endParaRPr lang="zh-CN" altLang="zh-CN" sz="760">
              <a:solidFill>
                <a:srgbClr val="FFFFFF"/>
              </a:solidFill>
              <a:latin typeface="+mn-lt"/>
              <a:ea typeface="+mn-ea"/>
              <a:cs typeface="+mn-ea"/>
              <a:sym typeface="+mn-lt"/>
            </a:endParaRPr>
          </a:p>
        </p:txBody>
      </p:sp>
      <p:grpSp>
        <p:nvGrpSpPr>
          <p:cNvPr id="112" name="Group 7">
            <a:extLst>
              <a:ext uri="{FF2B5EF4-FFF2-40B4-BE49-F238E27FC236}">
                <a16:creationId xmlns:a16="http://schemas.microsoft.com/office/drawing/2014/main" id="{7F7A4384-F9CE-4B87-80CE-4E760ECD95AF}"/>
              </a:ext>
            </a:extLst>
          </p:cNvPr>
          <p:cNvGrpSpPr>
            <a:grpSpLocks/>
          </p:cNvGrpSpPr>
          <p:nvPr/>
        </p:nvGrpSpPr>
        <p:grpSpPr bwMode="auto">
          <a:xfrm>
            <a:off x="1701228" y="2454075"/>
            <a:ext cx="749180" cy="731368"/>
            <a:chOff x="0" y="0"/>
            <a:chExt cx="1273406" cy="1224136"/>
          </a:xfrm>
        </p:grpSpPr>
        <p:sp>
          <p:nvSpPr>
            <p:cNvPr id="113" name="椭圆 19">
              <a:extLst>
                <a:ext uri="{FF2B5EF4-FFF2-40B4-BE49-F238E27FC236}">
                  <a16:creationId xmlns:a16="http://schemas.microsoft.com/office/drawing/2014/main" id="{C49C94D6-8A35-41BF-874C-56C314F36F85}"/>
                </a:ext>
              </a:extLst>
            </p:cNvPr>
            <p:cNvSpPr>
              <a:spLocks noChangeArrowheads="1"/>
            </p:cNvSpPr>
            <p:nvPr/>
          </p:nvSpPr>
          <p:spPr bwMode="auto">
            <a:xfrm>
              <a:off x="49270" y="0"/>
              <a:ext cx="1224136" cy="1224136"/>
            </a:xfrm>
            <a:prstGeom prst="ellipse">
              <a:avLst/>
            </a:prstGeom>
            <a:noFill/>
            <a:ln w="57150" cap="flat" cmpd="sng">
              <a:solidFill>
                <a:srgbClr val="D8783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sz="1406" dirty="0">
                <a:solidFill>
                  <a:schemeClr val="bg1"/>
                </a:solidFill>
                <a:latin typeface="+mn-lt"/>
                <a:ea typeface="+mn-ea"/>
                <a:cs typeface="+mn-ea"/>
                <a:sym typeface="+mn-lt"/>
              </a:endParaRPr>
            </a:p>
          </p:txBody>
        </p:sp>
        <p:sp>
          <p:nvSpPr>
            <p:cNvPr id="114" name="文本框 25">
              <a:extLst>
                <a:ext uri="{FF2B5EF4-FFF2-40B4-BE49-F238E27FC236}">
                  <a16:creationId xmlns:a16="http://schemas.microsoft.com/office/drawing/2014/main" id="{11228898-1F2A-4EDE-ADC2-00E1260A88A6}"/>
                </a:ext>
              </a:extLst>
            </p:cNvPr>
            <p:cNvSpPr>
              <a:spLocks noChangeArrowheads="1"/>
            </p:cNvSpPr>
            <p:nvPr/>
          </p:nvSpPr>
          <p:spPr bwMode="auto">
            <a:xfrm>
              <a:off x="0" y="338184"/>
              <a:ext cx="1263345" cy="618174"/>
            </a:xfrm>
            <a:prstGeom prst="rect">
              <a:avLst/>
            </a:prstGeom>
            <a:grpFill/>
            <a:ln w="9525" cap="flat" cmpd="sng">
              <a:no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dirty="0">
                  <a:solidFill>
                    <a:schemeClr val="bg1">
                      <a:lumMod val="50000"/>
                    </a:schemeClr>
                  </a:solidFill>
                  <a:latin typeface="+mn-lt"/>
                  <a:ea typeface="+mn-ea"/>
                  <a:cs typeface="+mn-ea"/>
                  <a:sym typeface="+mn-lt"/>
                </a:rPr>
                <a:t>02</a:t>
              </a:r>
              <a:endParaRPr lang="zh-CN" altLang="en-US" dirty="0">
                <a:solidFill>
                  <a:schemeClr val="bg1">
                    <a:lumMod val="50000"/>
                  </a:schemeClr>
                </a:solidFill>
                <a:latin typeface="+mn-lt"/>
                <a:ea typeface="+mn-ea"/>
                <a:cs typeface="+mn-ea"/>
                <a:sym typeface="+mn-lt"/>
              </a:endParaRPr>
            </a:p>
          </p:txBody>
        </p:sp>
      </p:grpSp>
      <p:sp>
        <p:nvSpPr>
          <p:cNvPr id="115" name="矩形 21">
            <a:extLst>
              <a:ext uri="{FF2B5EF4-FFF2-40B4-BE49-F238E27FC236}">
                <a16:creationId xmlns:a16="http://schemas.microsoft.com/office/drawing/2014/main" id="{B64E2CDB-BA91-4589-8F2D-4176BB12093F}"/>
              </a:ext>
            </a:extLst>
          </p:cNvPr>
          <p:cNvSpPr>
            <a:spLocks noChangeArrowheads="1"/>
          </p:cNvSpPr>
          <p:nvPr/>
        </p:nvSpPr>
        <p:spPr bwMode="auto">
          <a:xfrm>
            <a:off x="2567176" y="2443640"/>
            <a:ext cx="26156" cy="753186"/>
          </a:xfrm>
          <a:prstGeom prst="rect">
            <a:avLst/>
          </a:prstGeom>
          <a:solidFill>
            <a:srgbClr val="D87833"/>
          </a:solidFill>
          <a:ln>
            <a:noFill/>
          </a:ln>
          <a:effectLst/>
        </p:spPr>
        <p:txBody>
          <a:bodyPr lIns="54088" tIns="27044" rIns="54088" bIns="27044" anchor="ctr"/>
          <a:lstStyle/>
          <a:p>
            <a:pPr algn="ctr"/>
            <a:endParaRPr lang="zh-CN" altLang="zh-CN" sz="760">
              <a:solidFill>
                <a:srgbClr val="FFFFFF"/>
              </a:solidFill>
              <a:latin typeface="+mn-lt"/>
              <a:ea typeface="+mn-ea"/>
              <a:cs typeface="+mn-ea"/>
              <a:sym typeface="+mn-lt"/>
            </a:endParaRPr>
          </a:p>
        </p:txBody>
      </p:sp>
      <p:sp>
        <p:nvSpPr>
          <p:cNvPr id="117" name="矩形 23">
            <a:extLst>
              <a:ext uri="{FF2B5EF4-FFF2-40B4-BE49-F238E27FC236}">
                <a16:creationId xmlns:a16="http://schemas.microsoft.com/office/drawing/2014/main" id="{6617C6DC-4A90-4626-A442-925CB7CD43DB}"/>
              </a:ext>
            </a:extLst>
          </p:cNvPr>
          <p:cNvSpPr>
            <a:spLocks noChangeArrowheads="1"/>
          </p:cNvSpPr>
          <p:nvPr/>
        </p:nvSpPr>
        <p:spPr bwMode="auto">
          <a:xfrm>
            <a:off x="6060061" y="2443640"/>
            <a:ext cx="27090" cy="753186"/>
          </a:xfrm>
          <a:prstGeom prst="rect">
            <a:avLst/>
          </a:prstGeom>
          <a:solidFill>
            <a:srgbClr val="108887"/>
          </a:solidFill>
          <a:ln>
            <a:noFill/>
          </a:ln>
          <a:effectLst/>
        </p:spPr>
        <p:txBody>
          <a:bodyPr lIns="54088" tIns="27044" rIns="54088" bIns="27044" anchor="ctr"/>
          <a:lstStyle/>
          <a:p>
            <a:pPr algn="ctr"/>
            <a:endParaRPr lang="zh-CN" altLang="zh-CN" sz="760">
              <a:solidFill>
                <a:srgbClr val="FFFFFF"/>
              </a:solidFill>
              <a:latin typeface="+mn-lt"/>
              <a:ea typeface="+mn-ea"/>
              <a:cs typeface="+mn-ea"/>
              <a:sym typeface="+mn-lt"/>
            </a:endParaRPr>
          </a:p>
        </p:txBody>
      </p:sp>
      <p:grpSp>
        <p:nvGrpSpPr>
          <p:cNvPr id="118" name="Group 13">
            <a:extLst>
              <a:ext uri="{FF2B5EF4-FFF2-40B4-BE49-F238E27FC236}">
                <a16:creationId xmlns:a16="http://schemas.microsoft.com/office/drawing/2014/main" id="{5F97196F-9743-401A-9A5A-35D9AC89C19B}"/>
              </a:ext>
            </a:extLst>
          </p:cNvPr>
          <p:cNvGrpSpPr>
            <a:grpSpLocks/>
          </p:cNvGrpSpPr>
          <p:nvPr/>
        </p:nvGrpSpPr>
        <p:grpSpPr bwMode="auto">
          <a:xfrm>
            <a:off x="5212797" y="2454075"/>
            <a:ext cx="743575" cy="731368"/>
            <a:chOff x="0" y="0"/>
            <a:chExt cx="1263345" cy="1224136"/>
          </a:xfrm>
        </p:grpSpPr>
        <p:sp>
          <p:nvSpPr>
            <p:cNvPr id="119" name="椭圆 25">
              <a:extLst>
                <a:ext uri="{FF2B5EF4-FFF2-40B4-BE49-F238E27FC236}">
                  <a16:creationId xmlns:a16="http://schemas.microsoft.com/office/drawing/2014/main" id="{40991C3E-2D13-4455-8508-6723107B1E31}"/>
                </a:ext>
              </a:extLst>
            </p:cNvPr>
            <p:cNvSpPr>
              <a:spLocks noChangeArrowheads="1"/>
            </p:cNvSpPr>
            <p:nvPr/>
          </p:nvSpPr>
          <p:spPr bwMode="auto">
            <a:xfrm>
              <a:off x="19605" y="0"/>
              <a:ext cx="1224136" cy="1224136"/>
            </a:xfrm>
            <a:prstGeom prst="ellipse">
              <a:avLst/>
            </a:prstGeom>
            <a:noFill/>
            <a:ln w="57150" cap="flat" cmpd="sng">
              <a:solidFill>
                <a:srgbClr val="108887"/>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sz="1406">
                <a:solidFill>
                  <a:schemeClr val="bg1"/>
                </a:solidFill>
                <a:latin typeface="+mn-lt"/>
                <a:ea typeface="+mn-ea"/>
                <a:cs typeface="+mn-ea"/>
                <a:sym typeface="+mn-lt"/>
              </a:endParaRPr>
            </a:p>
          </p:txBody>
        </p:sp>
        <p:sp>
          <p:nvSpPr>
            <p:cNvPr id="120" name="文本框 29">
              <a:extLst>
                <a:ext uri="{FF2B5EF4-FFF2-40B4-BE49-F238E27FC236}">
                  <a16:creationId xmlns:a16="http://schemas.microsoft.com/office/drawing/2014/main" id="{09C69C93-A4E9-4F37-850C-ACB0180C403A}"/>
                </a:ext>
              </a:extLst>
            </p:cNvPr>
            <p:cNvSpPr>
              <a:spLocks noChangeArrowheads="1"/>
            </p:cNvSpPr>
            <p:nvPr/>
          </p:nvSpPr>
          <p:spPr bwMode="auto">
            <a:xfrm>
              <a:off x="0" y="345264"/>
              <a:ext cx="1263345" cy="618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dirty="0">
                  <a:solidFill>
                    <a:schemeClr val="bg1">
                      <a:lumMod val="50000"/>
                    </a:schemeClr>
                  </a:solidFill>
                  <a:latin typeface="+mn-lt"/>
                  <a:ea typeface="+mn-ea"/>
                  <a:cs typeface="+mn-ea"/>
                  <a:sym typeface="+mn-lt"/>
                </a:rPr>
                <a:t>05</a:t>
              </a:r>
              <a:endParaRPr lang="zh-CN" altLang="en-US" dirty="0">
                <a:solidFill>
                  <a:schemeClr val="bg1">
                    <a:lumMod val="50000"/>
                  </a:schemeClr>
                </a:solidFill>
                <a:latin typeface="+mn-lt"/>
                <a:ea typeface="+mn-ea"/>
                <a:cs typeface="+mn-ea"/>
                <a:sym typeface="+mn-lt"/>
              </a:endParaRPr>
            </a:p>
          </p:txBody>
        </p:sp>
      </p:grpSp>
      <p:grpSp>
        <p:nvGrpSpPr>
          <p:cNvPr id="122" name="Group 17">
            <a:extLst>
              <a:ext uri="{FF2B5EF4-FFF2-40B4-BE49-F238E27FC236}">
                <a16:creationId xmlns:a16="http://schemas.microsoft.com/office/drawing/2014/main" id="{F11A48C5-8AA9-4024-92F3-C71DEAA8B9CB}"/>
              </a:ext>
            </a:extLst>
          </p:cNvPr>
          <p:cNvGrpSpPr>
            <a:grpSpLocks/>
          </p:cNvGrpSpPr>
          <p:nvPr/>
        </p:nvGrpSpPr>
        <p:grpSpPr bwMode="auto">
          <a:xfrm>
            <a:off x="1048264" y="3557986"/>
            <a:ext cx="744509" cy="731368"/>
            <a:chOff x="0" y="0"/>
            <a:chExt cx="1265271" cy="1224136"/>
          </a:xfrm>
        </p:grpSpPr>
        <p:sp>
          <p:nvSpPr>
            <p:cNvPr id="123" name="椭圆 29">
              <a:extLst>
                <a:ext uri="{FF2B5EF4-FFF2-40B4-BE49-F238E27FC236}">
                  <a16:creationId xmlns:a16="http://schemas.microsoft.com/office/drawing/2014/main" id="{C171ED34-55A4-4D36-AE72-1BEAC8D209FD}"/>
                </a:ext>
              </a:extLst>
            </p:cNvPr>
            <p:cNvSpPr>
              <a:spLocks noChangeArrowheads="1"/>
            </p:cNvSpPr>
            <p:nvPr/>
          </p:nvSpPr>
          <p:spPr bwMode="auto">
            <a:xfrm>
              <a:off x="41135" y="0"/>
              <a:ext cx="1224136" cy="1224136"/>
            </a:xfrm>
            <a:prstGeom prst="ellipse">
              <a:avLst/>
            </a:prstGeom>
            <a:noFill/>
            <a:ln w="57150" cap="flat" cmpd="sng">
              <a:solidFill>
                <a:srgbClr val="108887"/>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sz="1406">
                <a:solidFill>
                  <a:schemeClr val="bg1">
                    <a:lumMod val="50000"/>
                  </a:schemeClr>
                </a:solidFill>
                <a:latin typeface="+mn-lt"/>
                <a:ea typeface="+mn-ea"/>
                <a:cs typeface="+mn-ea"/>
                <a:sym typeface="+mn-lt"/>
              </a:endParaRPr>
            </a:p>
          </p:txBody>
        </p:sp>
        <p:sp>
          <p:nvSpPr>
            <p:cNvPr id="124" name="文本框 34">
              <a:extLst>
                <a:ext uri="{FF2B5EF4-FFF2-40B4-BE49-F238E27FC236}">
                  <a16:creationId xmlns:a16="http://schemas.microsoft.com/office/drawing/2014/main" id="{4C0EDFF9-6FEF-43A1-A089-ACA92A0DAC32}"/>
                </a:ext>
              </a:extLst>
            </p:cNvPr>
            <p:cNvSpPr>
              <a:spLocks noChangeArrowheads="1"/>
            </p:cNvSpPr>
            <p:nvPr/>
          </p:nvSpPr>
          <p:spPr bwMode="auto">
            <a:xfrm>
              <a:off x="0" y="353745"/>
              <a:ext cx="1263346" cy="618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dirty="0">
                  <a:solidFill>
                    <a:schemeClr val="bg1">
                      <a:lumMod val="50000"/>
                    </a:schemeClr>
                  </a:solidFill>
                  <a:latin typeface="+mn-lt"/>
                  <a:ea typeface="+mn-ea"/>
                  <a:cs typeface="+mn-ea"/>
                  <a:sym typeface="+mn-lt"/>
                </a:rPr>
                <a:t>03</a:t>
              </a:r>
              <a:endParaRPr lang="zh-CN" altLang="en-US" dirty="0">
                <a:solidFill>
                  <a:schemeClr val="bg1">
                    <a:lumMod val="50000"/>
                  </a:schemeClr>
                </a:solidFill>
                <a:latin typeface="+mn-lt"/>
                <a:ea typeface="+mn-ea"/>
                <a:cs typeface="+mn-ea"/>
                <a:sym typeface="+mn-lt"/>
              </a:endParaRPr>
            </a:p>
          </p:txBody>
        </p:sp>
      </p:grpSp>
      <p:sp>
        <p:nvSpPr>
          <p:cNvPr id="125" name="矩形 31">
            <a:extLst>
              <a:ext uri="{FF2B5EF4-FFF2-40B4-BE49-F238E27FC236}">
                <a16:creationId xmlns:a16="http://schemas.microsoft.com/office/drawing/2014/main" id="{92DE77D3-BEA3-4BD5-A82E-B9D49F09ECEC}"/>
              </a:ext>
            </a:extLst>
          </p:cNvPr>
          <p:cNvSpPr>
            <a:spLocks noChangeArrowheads="1"/>
          </p:cNvSpPr>
          <p:nvPr/>
        </p:nvSpPr>
        <p:spPr bwMode="auto">
          <a:xfrm>
            <a:off x="1903935" y="3547550"/>
            <a:ext cx="27090" cy="753186"/>
          </a:xfrm>
          <a:prstGeom prst="rect">
            <a:avLst/>
          </a:prstGeom>
          <a:solidFill>
            <a:srgbClr val="108887"/>
          </a:solidFill>
          <a:ln>
            <a:noFill/>
          </a:ln>
          <a:effectLst/>
        </p:spPr>
        <p:txBody>
          <a:bodyPr lIns="54088" tIns="27044" rIns="54088" bIns="27044" anchor="ctr"/>
          <a:lstStyle/>
          <a:p>
            <a:pPr algn="ctr"/>
            <a:endParaRPr lang="zh-CN" altLang="zh-CN" sz="760">
              <a:solidFill>
                <a:srgbClr val="FFFFFF"/>
              </a:solidFill>
              <a:latin typeface="+mn-lt"/>
              <a:ea typeface="+mn-ea"/>
              <a:cs typeface="+mn-ea"/>
              <a:sym typeface="+mn-lt"/>
            </a:endParaRPr>
          </a:p>
        </p:txBody>
      </p:sp>
      <p:grpSp>
        <p:nvGrpSpPr>
          <p:cNvPr id="127" name="Group 22">
            <a:extLst>
              <a:ext uri="{FF2B5EF4-FFF2-40B4-BE49-F238E27FC236}">
                <a16:creationId xmlns:a16="http://schemas.microsoft.com/office/drawing/2014/main" id="{F1D1581C-3438-4270-8FA2-6AFB0E8E0F84}"/>
              </a:ext>
            </a:extLst>
          </p:cNvPr>
          <p:cNvGrpSpPr>
            <a:grpSpLocks/>
          </p:cNvGrpSpPr>
          <p:nvPr/>
        </p:nvGrpSpPr>
        <p:grpSpPr bwMode="auto">
          <a:xfrm>
            <a:off x="4585989" y="1345493"/>
            <a:ext cx="749180" cy="731368"/>
            <a:chOff x="0" y="0"/>
            <a:chExt cx="1273406" cy="1224136"/>
          </a:xfrm>
        </p:grpSpPr>
        <p:sp>
          <p:nvSpPr>
            <p:cNvPr id="128" name="椭圆 34">
              <a:extLst>
                <a:ext uri="{FF2B5EF4-FFF2-40B4-BE49-F238E27FC236}">
                  <a16:creationId xmlns:a16="http://schemas.microsoft.com/office/drawing/2014/main" id="{C09EB227-AC91-4279-888F-2ED986AB6DB0}"/>
                </a:ext>
              </a:extLst>
            </p:cNvPr>
            <p:cNvSpPr>
              <a:spLocks noChangeArrowheads="1"/>
            </p:cNvSpPr>
            <p:nvPr/>
          </p:nvSpPr>
          <p:spPr bwMode="auto">
            <a:xfrm>
              <a:off x="49270" y="0"/>
              <a:ext cx="1224136" cy="1224136"/>
            </a:xfrm>
            <a:prstGeom prst="ellipse">
              <a:avLst/>
            </a:prstGeom>
            <a:noFill/>
            <a:ln w="57150" cap="flat" cmpd="sng">
              <a:solidFill>
                <a:srgbClr val="D8783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sz="1406">
                <a:solidFill>
                  <a:schemeClr val="bg1">
                    <a:lumMod val="50000"/>
                  </a:schemeClr>
                </a:solidFill>
                <a:latin typeface="+mn-lt"/>
                <a:ea typeface="+mn-ea"/>
                <a:cs typeface="+mn-ea"/>
                <a:sym typeface="+mn-lt"/>
              </a:endParaRPr>
            </a:p>
          </p:txBody>
        </p:sp>
        <p:sp>
          <p:nvSpPr>
            <p:cNvPr id="129" name="文本框 25">
              <a:extLst>
                <a:ext uri="{FF2B5EF4-FFF2-40B4-BE49-F238E27FC236}">
                  <a16:creationId xmlns:a16="http://schemas.microsoft.com/office/drawing/2014/main" id="{B911254A-1D75-438C-835B-2AC6AA372F05}"/>
                </a:ext>
              </a:extLst>
            </p:cNvPr>
            <p:cNvSpPr>
              <a:spLocks noChangeArrowheads="1"/>
            </p:cNvSpPr>
            <p:nvPr/>
          </p:nvSpPr>
          <p:spPr bwMode="auto">
            <a:xfrm>
              <a:off x="0" y="338184"/>
              <a:ext cx="1263345" cy="618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dirty="0">
                  <a:solidFill>
                    <a:schemeClr val="bg1">
                      <a:lumMod val="50000"/>
                    </a:schemeClr>
                  </a:solidFill>
                  <a:latin typeface="+mn-lt"/>
                  <a:ea typeface="+mn-ea"/>
                  <a:cs typeface="+mn-ea"/>
                  <a:sym typeface="+mn-lt"/>
                </a:rPr>
                <a:t>04</a:t>
              </a:r>
              <a:endParaRPr lang="zh-CN" altLang="en-US" dirty="0">
                <a:solidFill>
                  <a:schemeClr val="bg1">
                    <a:lumMod val="50000"/>
                  </a:schemeClr>
                </a:solidFill>
                <a:latin typeface="+mn-lt"/>
                <a:ea typeface="+mn-ea"/>
                <a:cs typeface="+mn-ea"/>
                <a:sym typeface="+mn-lt"/>
              </a:endParaRPr>
            </a:p>
          </p:txBody>
        </p:sp>
      </p:grpSp>
      <p:sp>
        <p:nvSpPr>
          <p:cNvPr id="130" name="矩形 36">
            <a:extLst>
              <a:ext uri="{FF2B5EF4-FFF2-40B4-BE49-F238E27FC236}">
                <a16:creationId xmlns:a16="http://schemas.microsoft.com/office/drawing/2014/main" id="{D74BCF87-C2F9-4363-BF73-045D51EB118B}"/>
              </a:ext>
            </a:extLst>
          </p:cNvPr>
          <p:cNvSpPr>
            <a:spLocks noChangeArrowheads="1"/>
          </p:cNvSpPr>
          <p:nvPr/>
        </p:nvSpPr>
        <p:spPr bwMode="auto">
          <a:xfrm>
            <a:off x="5451003" y="1335056"/>
            <a:ext cx="27090" cy="753186"/>
          </a:xfrm>
          <a:prstGeom prst="rect">
            <a:avLst/>
          </a:prstGeom>
          <a:solidFill>
            <a:srgbClr val="D87833"/>
          </a:solidFill>
          <a:ln>
            <a:noFill/>
          </a:ln>
          <a:effectLst/>
        </p:spPr>
        <p:txBody>
          <a:bodyPr lIns="54088" tIns="27044" rIns="54088" bIns="27044" anchor="ctr"/>
          <a:lstStyle/>
          <a:p>
            <a:pPr algn="ctr"/>
            <a:endParaRPr lang="zh-CN" altLang="zh-CN" sz="760">
              <a:solidFill>
                <a:srgbClr val="FFFFFF"/>
              </a:solidFill>
              <a:latin typeface="+mn-lt"/>
              <a:ea typeface="+mn-ea"/>
              <a:cs typeface="+mn-ea"/>
              <a:sym typeface="+mn-lt"/>
            </a:endParaRPr>
          </a:p>
        </p:txBody>
      </p:sp>
      <p:grpSp>
        <p:nvGrpSpPr>
          <p:cNvPr id="132" name="Group 27">
            <a:extLst>
              <a:ext uri="{FF2B5EF4-FFF2-40B4-BE49-F238E27FC236}">
                <a16:creationId xmlns:a16="http://schemas.microsoft.com/office/drawing/2014/main" id="{0EF40D29-0B69-4AD4-8DF5-8C218169FFC6}"/>
              </a:ext>
            </a:extLst>
          </p:cNvPr>
          <p:cNvGrpSpPr>
            <a:grpSpLocks/>
          </p:cNvGrpSpPr>
          <p:nvPr/>
        </p:nvGrpSpPr>
        <p:grpSpPr bwMode="auto">
          <a:xfrm>
            <a:off x="4585989" y="3557986"/>
            <a:ext cx="749180" cy="731368"/>
            <a:chOff x="0" y="0"/>
            <a:chExt cx="1273406" cy="1224136"/>
          </a:xfrm>
        </p:grpSpPr>
        <p:sp>
          <p:nvSpPr>
            <p:cNvPr id="133" name="椭圆 39">
              <a:extLst>
                <a:ext uri="{FF2B5EF4-FFF2-40B4-BE49-F238E27FC236}">
                  <a16:creationId xmlns:a16="http://schemas.microsoft.com/office/drawing/2014/main" id="{A2142E92-49A2-4A52-A456-72E7184133D3}"/>
                </a:ext>
              </a:extLst>
            </p:cNvPr>
            <p:cNvSpPr>
              <a:spLocks noChangeArrowheads="1"/>
            </p:cNvSpPr>
            <p:nvPr/>
          </p:nvSpPr>
          <p:spPr bwMode="auto">
            <a:xfrm>
              <a:off x="49270" y="0"/>
              <a:ext cx="1224136" cy="1224136"/>
            </a:xfrm>
            <a:prstGeom prst="ellipse">
              <a:avLst/>
            </a:prstGeom>
            <a:noFill/>
            <a:ln w="57150" cap="flat" cmpd="sng">
              <a:solidFill>
                <a:srgbClr val="D8783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a:endParaRPr lang="zh-CN" altLang="zh-CN" sz="1406" dirty="0">
                <a:solidFill>
                  <a:schemeClr val="bg1">
                    <a:lumMod val="50000"/>
                  </a:schemeClr>
                </a:solidFill>
                <a:latin typeface="+mn-lt"/>
                <a:ea typeface="+mn-ea"/>
                <a:cs typeface="+mn-ea"/>
                <a:sym typeface="+mn-lt"/>
              </a:endParaRPr>
            </a:p>
          </p:txBody>
        </p:sp>
        <p:sp>
          <p:nvSpPr>
            <p:cNvPr id="134" name="文本框 25">
              <a:extLst>
                <a:ext uri="{FF2B5EF4-FFF2-40B4-BE49-F238E27FC236}">
                  <a16:creationId xmlns:a16="http://schemas.microsoft.com/office/drawing/2014/main" id="{9AA65DC8-A82D-405F-82B8-E50CABB7B807}"/>
                </a:ext>
              </a:extLst>
            </p:cNvPr>
            <p:cNvSpPr>
              <a:spLocks noChangeArrowheads="1"/>
            </p:cNvSpPr>
            <p:nvPr/>
          </p:nvSpPr>
          <p:spPr bwMode="auto">
            <a:xfrm>
              <a:off x="0" y="338184"/>
              <a:ext cx="1263345" cy="618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r>
                <a:rPr lang="en-US" altLang="zh-CN" dirty="0">
                  <a:solidFill>
                    <a:schemeClr val="bg1">
                      <a:lumMod val="50000"/>
                    </a:schemeClr>
                  </a:solidFill>
                  <a:latin typeface="+mn-lt"/>
                  <a:ea typeface="+mn-ea"/>
                  <a:cs typeface="+mn-ea"/>
                  <a:sym typeface="+mn-lt"/>
                </a:rPr>
                <a:t>06</a:t>
              </a:r>
              <a:endParaRPr lang="zh-CN" altLang="en-US" dirty="0">
                <a:solidFill>
                  <a:schemeClr val="bg1">
                    <a:lumMod val="50000"/>
                  </a:schemeClr>
                </a:solidFill>
                <a:latin typeface="+mn-lt"/>
                <a:ea typeface="+mn-ea"/>
                <a:cs typeface="+mn-ea"/>
                <a:sym typeface="+mn-lt"/>
              </a:endParaRPr>
            </a:p>
          </p:txBody>
        </p:sp>
      </p:grpSp>
      <p:sp>
        <p:nvSpPr>
          <p:cNvPr id="135" name="矩形 41">
            <a:extLst>
              <a:ext uri="{FF2B5EF4-FFF2-40B4-BE49-F238E27FC236}">
                <a16:creationId xmlns:a16="http://schemas.microsoft.com/office/drawing/2014/main" id="{5AF96461-B5CF-4E6C-BAB6-2466E51D3251}"/>
              </a:ext>
            </a:extLst>
          </p:cNvPr>
          <p:cNvSpPr>
            <a:spLocks noChangeArrowheads="1"/>
          </p:cNvSpPr>
          <p:nvPr/>
        </p:nvSpPr>
        <p:spPr bwMode="auto">
          <a:xfrm>
            <a:off x="5451003" y="3547550"/>
            <a:ext cx="27090" cy="753186"/>
          </a:xfrm>
          <a:prstGeom prst="rect">
            <a:avLst/>
          </a:prstGeom>
          <a:solidFill>
            <a:srgbClr val="D87833"/>
          </a:solidFill>
          <a:ln>
            <a:noFill/>
          </a:ln>
          <a:effectLst/>
        </p:spPr>
        <p:txBody>
          <a:bodyPr lIns="54088" tIns="27044" rIns="54088" bIns="27044" anchor="ctr"/>
          <a:lstStyle/>
          <a:p>
            <a:pPr algn="ctr"/>
            <a:endParaRPr lang="zh-CN" altLang="zh-CN" sz="760">
              <a:solidFill>
                <a:srgbClr val="FFFFFF"/>
              </a:solidFill>
              <a:latin typeface="+mn-lt"/>
              <a:ea typeface="+mn-ea"/>
              <a:cs typeface="+mn-ea"/>
              <a:sym typeface="+mn-lt"/>
            </a:endParaRPr>
          </a:p>
        </p:txBody>
      </p:sp>
      <p:grpSp>
        <p:nvGrpSpPr>
          <p:cNvPr id="140" name="组合 139"/>
          <p:cNvGrpSpPr/>
          <p:nvPr/>
        </p:nvGrpSpPr>
        <p:grpSpPr>
          <a:xfrm>
            <a:off x="2035762" y="1387812"/>
            <a:ext cx="2232771" cy="708021"/>
            <a:chOff x="828378" y="1150144"/>
            <a:chExt cx="2232771" cy="708021"/>
          </a:xfrm>
        </p:grpSpPr>
        <p:sp>
          <p:nvSpPr>
            <p:cNvPr id="141" name="TextBox 19"/>
            <p:cNvSpPr txBox="1"/>
            <p:nvPr/>
          </p:nvSpPr>
          <p:spPr>
            <a:xfrm>
              <a:off x="900386" y="1150144"/>
              <a:ext cx="2160763" cy="276999"/>
            </a:xfrm>
            <a:prstGeom prst="rect">
              <a:avLst/>
            </a:prstGeom>
            <a:noFill/>
          </p:spPr>
          <p:txBody>
            <a:bodyPr wrap="square" lIns="0" tIns="0" rIns="0" bIns="0" rtlCol="0">
              <a:spAutoFit/>
            </a:bodyPr>
            <a:lstStyle/>
            <a:p>
              <a:pPr algn="r"/>
              <a:r>
                <a:rPr lang="zh-CN" altLang="en-US" b="1" dirty="0">
                  <a:solidFill>
                    <a:srgbClr val="C80A2A"/>
                  </a:solidFill>
                  <a:latin typeface="+mn-lt"/>
                  <a:ea typeface="+mn-ea"/>
                  <a:cs typeface="+mn-ea"/>
                  <a:sym typeface="+mn-lt"/>
                </a:rPr>
                <a:t>筹备阶段（</a:t>
              </a:r>
              <a:r>
                <a:rPr lang="en-US" altLang="zh-CN" b="1" dirty="0">
                  <a:solidFill>
                    <a:srgbClr val="C80A2A"/>
                  </a:solidFill>
                  <a:latin typeface="+mn-lt"/>
                  <a:ea typeface="+mn-ea"/>
                  <a:cs typeface="+mn-ea"/>
                  <a:sym typeface="+mn-lt"/>
                </a:rPr>
                <a:t>4.10-25</a:t>
              </a:r>
              <a:r>
                <a:rPr lang="zh-CN" altLang="en-US" b="1" dirty="0">
                  <a:solidFill>
                    <a:srgbClr val="C80A2A"/>
                  </a:solidFill>
                  <a:latin typeface="+mn-lt"/>
                  <a:ea typeface="+mn-ea"/>
                  <a:cs typeface="+mn-ea"/>
                  <a:sym typeface="+mn-lt"/>
                </a:rPr>
                <a:t>）</a:t>
              </a:r>
            </a:p>
          </p:txBody>
        </p:sp>
        <p:sp>
          <p:nvSpPr>
            <p:cNvPr id="142" name="TextBox 11"/>
            <p:cNvSpPr txBox="1">
              <a:spLocks noChangeArrowheads="1"/>
            </p:cNvSpPr>
            <p:nvPr/>
          </p:nvSpPr>
          <p:spPr bwMode="auto">
            <a:xfrm flipH="1">
              <a:off x="828378" y="1420416"/>
              <a:ext cx="2173896" cy="437749"/>
            </a:xfrm>
            <a:prstGeom prst="rect">
              <a:avLst/>
            </a:prstGeom>
            <a:noFill/>
            <a:ln>
              <a:noFill/>
            </a:ln>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lang="zh-CN" altLang="en-US" sz="800" kern="0" dirty="0">
                  <a:solidFill>
                    <a:sysClr val="window" lastClr="FFFFFF">
                      <a:lumMod val="50000"/>
                    </a:sysClr>
                  </a:solidFill>
                  <a:latin typeface="+mn-lt"/>
                  <a:ea typeface="+mn-ea"/>
                  <a:cs typeface="+mn-ea"/>
                  <a:sym typeface="+mn-lt"/>
                </a:rPr>
                <a:t>此处添加详细文本描述，建议与标题相关并符合整体语言风格，语言描述尽量简洁生动。</a:t>
              </a:r>
            </a:p>
          </p:txBody>
        </p:sp>
      </p:grpSp>
      <p:grpSp>
        <p:nvGrpSpPr>
          <p:cNvPr id="143" name="组合 142"/>
          <p:cNvGrpSpPr/>
          <p:nvPr/>
        </p:nvGrpSpPr>
        <p:grpSpPr>
          <a:xfrm>
            <a:off x="2651841" y="2517029"/>
            <a:ext cx="2199175" cy="659936"/>
            <a:chOff x="5685987" y="1492424"/>
            <a:chExt cx="2199175" cy="659936"/>
          </a:xfrm>
        </p:grpSpPr>
        <p:sp>
          <p:nvSpPr>
            <p:cNvPr id="144" name="TextBox 19"/>
            <p:cNvSpPr txBox="1"/>
            <p:nvPr/>
          </p:nvSpPr>
          <p:spPr>
            <a:xfrm>
              <a:off x="5724399" y="1492424"/>
              <a:ext cx="2160763" cy="276999"/>
            </a:xfrm>
            <a:prstGeom prst="rect">
              <a:avLst/>
            </a:prstGeom>
            <a:noFill/>
          </p:spPr>
          <p:txBody>
            <a:bodyPr wrap="square" lIns="0" tIns="0" rIns="0" bIns="0" rtlCol="0">
              <a:spAutoFit/>
            </a:bodyPr>
            <a:lstStyle>
              <a:defPPr>
                <a:defRPr lang="zh-CN"/>
              </a:defPPr>
              <a:lvl1pPr algn="r">
                <a:defRPr b="1">
                  <a:solidFill>
                    <a:srgbClr val="EF4136"/>
                  </a:solidFill>
                  <a:latin typeface="微软雅黑" panose="020B0503020204020204" pitchFamily="34" charset="-122"/>
                  <a:ea typeface="微软雅黑" panose="020B0503020204020204" pitchFamily="34" charset="-122"/>
                </a:defRPr>
              </a:lvl1pPr>
            </a:lstStyle>
            <a:p>
              <a:r>
                <a:rPr lang="zh-CN" altLang="en-US" dirty="0">
                  <a:solidFill>
                    <a:srgbClr val="C80A2A"/>
                  </a:solidFill>
                  <a:latin typeface="+mn-lt"/>
                  <a:ea typeface="+mn-ea"/>
                  <a:cs typeface="+mn-ea"/>
                  <a:sym typeface="+mn-lt"/>
                </a:rPr>
                <a:t>宣传阶段（</a:t>
              </a:r>
              <a:r>
                <a:rPr lang="en-US" altLang="zh-CN" dirty="0">
                  <a:solidFill>
                    <a:srgbClr val="C80A2A"/>
                  </a:solidFill>
                  <a:latin typeface="+mn-lt"/>
                  <a:ea typeface="+mn-ea"/>
                  <a:cs typeface="+mn-ea"/>
                  <a:sym typeface="+mn-lt"/>
                </a:rPr>
                <a:t>4.25-5.5</a:t>
              </a:r>
              <a:r>
                <a:rPr lang="zh-CN" altLang="en-US" dirty="0">
                  <a:solidFill>
                    <a:srgbClr val="C80A2A"/>
                  </a:solidFill>
                  <a:latin typeface="+mn-lt"/>
                  <a:ea typeface="+mn-ea"/>
                  <a:cs typeface="+mn-ea"/>
                  <a:sym typeface="+mn-lt"/>
                </a:rPr>
                <a:t>）</a:t>
              </a:r>
            </a:p>
          </p:txBody>
        </p:sp>
        <p:sp>
          <p:nvSpPr>
            <p:cNvPr id="145" name="TextBox 11"/>
            <p:cNvSpPr txBox="1">
              <a:spLocks noChangeArrowheads="1"/>
            </p:cNvSpPr>
            <p:nvPr/>
          </p:nvSpPr>
          <p:spPr bwMode="auto">
            <a:xfrm flipH="1">
              <a:off x="5685987" y="1714611"/>
              <a:ext cx="2173896" cy="437749"/>
            </a:xfrm>
            <a:prstGeom prst="rect">
              <a:avLst/>
            </a:prstGeom>
            <a:noFill/>
            <a:ln>
              <a:noFill/>
            </a:ln>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lang="zh-CN" altLang="en-US" sz="800" kern="0" dirty="0">
                  <a:solidFill>
                    <a:sysClr val="window" lastClr="FFFFFF">
                      <a:lumMod val="50000"/>
                    </a:sysClr>
                  </a:solidFill>
                  <a:latin typeface="+mn-lt"/>
                  <a:ea typeface="+mn-ea"/>
                  <a:cs typeface="+mn-ea"/>
                  <a:sym typeface="+mn-lt"/>
                </a:rPr>
                <a:t>此处添加详细文本描述，建议与标题相关并符合整体语言风格，语言描述尽量简洁生动。</a:t>
              </a:r>
            </a:p>
          </p:txBody>
        </p:sp>
      </p:grpSp>
      <p:grpSp>
        <p:nvGrpSpPr>
          <p:cNvPr id="146" name="组合 145"/>
          <p:cNvGrpSpPr/>
          <p:nvPr/>
        </p:nvGrpSpPr>
        <p:grpSpPr>
          <a:xfrm>
            <a:off x="1918960" y="3572061"/>
            <a:ext cx="2240968" cy="763758"/>
            <a:chOff x="1260426" y="2534567"/>
            <a:chExt cx="2240968" cy="763758"/>
          </a:xfrm>
        </p:grpSpPr>
        <p:sp>
          <p:nvSpPr>
            <p:cNvPr id="147" name="TextBox 19"/>
            <p:cNvSpPr txBox="1"/>
            <p:nvPr/>
          </p:nvSpPr>
          <p:spPr>
            <a:xfrm>
              <a:off x="1340631" y="2534567"/>
              <a:ext cx="2160763" cy="276999"/>
            </a:xfrm>
            <a:prstGeom prst="rect">
              <a:avLst/>
            </a:prstGeom>
            <a:noFill/>
          </p:spPr>
          <p:txBody>
            <a:bodyPr wrap="square" lIns="0" tIns="0" rIns="0" bIns="0" rtlCol="0">
              <a:spAutoFit/>
            </a:bodyPr>
            <a:lstStyle>
              <a:defPPr>
                <a:defRPr lang="zh-CN"/>
              </a:defPPr>
              <a:lvl1pPr algn="r">
                <a:defRPr b="1">
                  <a:solidFill>
                    <a:srgbClr val="EF4136"/>
                  </a:solidFill>
                  <a:latin typeface="微软雅黑" panose="020B0503020204020204" pitchFamily="34" charset="-122"/>
                  <a:ea typeface="微软雅黑" panose="020B0503020204020204" pitchFamily="34" charset="-122"/>
                </a:defRPr>
              </a:lvl1pPr>
            </a:lstStyle>
            <a:p>
              <a:r>
                <a:rPr lang="zh-CN" altLang="en-US" dirty="0">
                  <a:solidFill>
                    <a:srgbClr val="C80A2A"/>
                  </a:solidFill>
                  <a:latin typeface="+mn-lt"/>
                  <a:ea typeface="+mn-ea"/>
                  <a:cs typeface="+mn-ea"/>
                  <a:sym typeface="+mn-lt"/>
                </a:rPr>
                <a:t>准备阶段（</a:t>
              </a:r>
              <a:r>
                <a:rPr lang="en-US" altLang="zh-CN" dirty="0">
                  <a:solidFill>
                    <a:srgbClr val="C80A2A"/>
                  </a:solidFill>
                  <a:latin typeface="+mn-lt"/>
                  <a:ea typeface="+mn-ea"/>
                  <a:cs typeface="+mn-ea"/>
                  <a:sym typeface="+mn-lt"/>
                </a:rPr>
                <a:t>5.5-5.7</a:t>
              </a:r>
              <a:r>
                <a:rPr lang="zh-CN" altLang="en-US" dirty="0">
                  <a:solidFill>
                    <a:srgbClr val="C80A2A"/>
                  </a:solidFill>
                  <a:latin typeface="+mn-lt"/>
                  <a:ea typeface="+mn-ea"/>
                  <a:cs typeface="+mn-ea"/>
                  <a:sym typeface="+mn-lt"/>
                </a:rPr>
                <a:t>）</a:t>
              </a:r>
            </a:p>
          </p:txBody>
        </p:sp>
        <p:sp>
          <p:nvSpPr>
            <p:cNvPr id="148" name="TextBox 11"/>
            <p:cNvSpPr txBox="1">
              <a:spLocks noChangeArrowheads="1"/>
            </p:cNvSpPr>
            <p:nvPr/>
          </p:nvSpPr>
          <p:spPr bwMode="auto">
            <a:xfrm flipH="1">
              <a:off x="1260426" y="2860576"/>
              <a:ext cx="2173896" cy="437749"/>
            </a:xfrm>
            <a:prstGeom prst="rect">
              <a:avLst/>
            </a:prstGeom>
            <a:noFill/>
            <a:ln>
              <a:noFill/>
            </a:ln>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lang="zh-CN" altLang="en-US" sz="800" kern="0" dirty="0">
                  <a:solidFill>
                    <a:sysClr val="window" lastClr="FFFFFF">
                      <a:lumMod val="50000"/>
                    </a:sysClr>
                  </a:solidFill>
                  <a:latin typeface="+mn-lt"/>
                  <a:ea typeface="+mn-ea"/>
                  <a:cs typeface="+mn-ea"/>
                  <a:sym typeface="+mn-lt"/>
                </a:rPr>
                <a:t>此处添加详细文本描述，建议与标题相关并符合整体语言风格，语言描述尽量简洁生动。</a:t>
              </a:r>
            </a:p>
          </p:txBody>
        </p:sp>
      </p:grpSp>
      <p:grpSp>
        <p:nvGrpSpPr>
          <p:cNvPr id="149" name="组合 148"/>
          <p:cNvGrpSpPr/>
          <p:nvPr/>
        </p:nvGrpSpPr>
        <p:grpSpPr>
          <a:xfrm>
            <a:off x="5565906" y="1360128"/>
            <a:ext cx="2232770" cy="659316"/>
            <a:chOff x="6156448" y="2897424"/>
            <a:chExt cx="2232770" cy="659316"/>
          </a:xfrm>
        </p:grpSpPr>
        <p:sp>
          <p:nvSpPr>
            <p:cNvPr id="150" name="TextBox 19"/>
            <p:cNvSpPr txBox="1"/>
            <p:nvPr/>
          </p:nvSpPr>
          <p:spPr>
            <a:xfrm>
              <a:off x="6228456" y="2897424"/>
              <a:ext cx="2160762" cy="277085"/>
            </a:xfrm>
            <a:prstGeom prst="rect">
              <a:avLst/>
            </a:prstGeom>
            <a:noFill/>
          </p:spPr>
          <p:txBody>
            <a:bodyPr wrap="square" lIns="0" tIns="0" rIns="0" bIns="0" rtlCol="0">
              <a:spAutoFit/>
            </a:bodyPr>
            <a:lstStyle>
              <a:defPPr>
                <a:defRPr lang="zh-CN"/>
              </a:defPPr>
              <a:lvl1pPr algn="r">
                <a:defRPr b="1">
                  <a:solidFill>
                    <a:srgbClr val="EF4136"/>
                  </a:solidFill>
                  <a:latin typeface="微软雅黑" panose="020B0503020204020204" pitchFamily="34" charset="-122"/>
                  <a:ea typeface="微软雅黑" panose="020B0503020204020204" pitchFamily="34" charset="-122"/>
                </a:defRPr>
              </a:lvl1pPr>
            </a:lstStyle>
            <a:p>
              <a:pPr algn="l"/>
              <a:r>
                <a:rPr lang="zh-CN" altLang="en-US" dirty="0">
                  <a:solidFill>
                    <a:srgbClr val="C80A2A"/>
                  </a:solidFill>
                  <a:latin typeface="+mn-lt"/>
                  <a:ea typeface="+mn-ea"/>
                  <a:cs typeface="+mn-ea"/>
                  <a:sym typeface="+mn-lt"/>
                </a:rPr>
                <a:t>实施阶段（</a:t>
              </a:r>
              <a:r>
                <a:rPr lang="en-US" altLang="zh-CN" dirty="0">
                  <a:solidFill>
                    <a:srgbClr val="C80A2A"/>
                  </a:solidFill>
                  <a:latin typeface="+mn-lt"/>
                  <a:ea typeface="+mn-ea"/>
                  <a:cs typeface="+mn-ea"/>
                  <a:sym typeface="+mn-lt"/>
                </a:rPr>
                <a:t>5.8</a:t>
              </a:r>
              <a:r>
                <a:rPr lang="zh-CN" altLang="en-US" dirty="0">
                  <a:solidFill>
                    <a:srgbClr val="C80A2A"/>
                  </a:solidFill>
                  <a:latin typeface="+mn-lt"/>
                  <a:ea typeface="+mn-ea"/>
                  <a:cs typeface="+mn-ea"/>
                  <a:sym typeface="+mn-lt"/>
                </a:rPr>
                <a:t>）</a:t>
              </a:r>
            </a:p>
          </p:txBody>
        </p:sp>
        <p:sp>
          <p:nvSpPr>
            <p:cNvPr id="151" name="TextBox 11"/>
            <p:cNvSpPr txBox="1">
              <a:spLocks noChangeArrowheads="1"/>
            </p:cNvSpPr>
            <p:nvPr/>
          </p:nvSpPr>
          <p:spPr bwMode="auto">
            <a:xfrm flipH="1">
              <a:off x="6156448" y="3118991"/>
              <a:ext cx="2173896" cy="437749"/>
            </a:xfrm>
            <a:prstGeom prst="rect">
              <a:avLst/>
            </a:prstGeom>
            <a:noFill/>
            <a:ln>
              <a:noFill/>
            </a:ln>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lang="zh-CN" altLang="en-US" sz="800" kern="0" dirty="0">
                  <a:solidFill>
                    <a:sysClr val="window" lastClr="FFFFFF">
                      <a:lumMod val="50000"/>
                    </a:sysClr>
                  </a:solidFill>
                  <a:latin typeface="+mn-lt"/>
                  <a:ea typeface="+mn-ea"/>
                  <a:cs typeface="+mn-ea"/>
                  <a:sym typeface="+mn-lt"/>
                </a:rPr>
                <a:t>此处添加详细文本描述，建议与标题相关并符合整体语言风格，语言描述尽量简洁生动。</a:t>
              </a:r>
            </a:p>
          </p:txBody>
        </p:sp>
      </p:grpSp>
      <p:grpSp>
        <p:nvGrpSpPr>
          <p:cNvPr id="152" name="组合 151"/>
          <p:cNvGrpSpPr/>
          <p:nvPr/>
        </p:nvGrpSpPr>
        <p:grpSpPr>
          <a:xfrm>
            <a:off x="6118570" y="2520520"/>
            <a:ext cx="2173896" cy="719300"/>
            <a:chOff x="1620466" y="3940696"/>
            <a:chExt cx="2173896" cy="719300"/>
          </a:xfrm>
        </p:grpSpPr>
        <p:sp>
          <p:nvSpPr>
            <p:cNvPr id="153" name="TextBox 19"/>
            <p:cNvSpPr txBox="1"/>
            <p:nvPr/>
          </p:nvSpPr>
          <p:spPr>
            <a:xfrm>
              <a:off x="1632691" y="3940696"/>
              <a:ext cx="2160763" cy="277085"/>
            </a:xfrm>
            <a:prstGeom prst="rect">
              <a:avLst/>
            </a:prstGeom>
            <a:noFill/>
          </p:spPr>
          <p:txBody>
            <a:bodyPr wrap="square" lIns="0" tIns="0" rIns="0" bIns="0" rtlCol="0">
              <a:spAutoFit/>
            </a:bodyPr>
            <a:lstStyle>
              <a:defPPr>
                <a:defRPr lang="zh-CN"/>
              </a:defPPr>
              <a:lvl1pPr algn="r">
                <a:defRPr b="1">
                  <a:solidFill>
                    <a:srgbClr val="EF4136"/>
                  </a:solidFill>
                  <a:latin typeface="微软雅黑" panose="020B0503020204020204" pitchFamily="34" charset="-122"/>
                  <a:ea typeface="微软雅黑" panose="020B0503020204020204" pitchFamily="34" charset="-122"/>
                </a:defRPr>
              </a:lvl1pPr>
            </a:lstStyle>
            <a:p>
              <a:r>
                <a:rPr lang="zh-CN" altLang="en-US" dirty="0">
                  <a:solidFill>
                    <a:srgbClr val="C80A2A"/>
                  </a:solidFill>
                  <a:latin typeface="+mn-lt"/>
                  <a:ea typeface="+mn-ea"/>
                  <a:cs typeface="+mn-ea"/>
                  <a:sym typeface="+mn-lt"/>
                </a:rPr>
                <a:t>收尾阶段（</a:t>
              </a:r>
              <a:r>
                <a:rPr lang="en-US" altLang="zh-CN" dirty="0">
                  <a:solidFill>
                    <a:srgbClr val="C80A2A"/>
                  </a:solidFill>
                  <a:latin typeface="+mn-lt"/>
                  <a:ea typeface="+mn-ea"/>
                  <a:cs typeface="+mn-ea"/>
                  <a:sym typeface="+mn-lt"/>
                </a:rPr>
                <a:t>5.9-10</a:t>
              </a:r>
              <a:r>
                <a:rPr lang="zh-CN" altLang="en-US" dirty="0">
                  <a:solidFill>
                    <a:srgbClr val="C80A2A"/>
                  </a:solidFill>
                  <a:latin typeface="+mn-lt"/>
                  <a:ea typeface="+mn-ea"/>
                  <a:cs typeface="+mn-ea"/>
                  <a:sym typeface="+mn-lt"/>
                </a:rPr>
                <a:t>）</a:t>
              </a:r>
            </a:p>
          </p:txBody>
        </p:sp>
        <p:sp>
          <p:nvSpPr>
            <p:cNvPr id="162" name="TextBox 11"/>
            <p:cNvSpPr txBox="1">
              <a:spLocks noChangeArrowheads="1"/>
            </p:cNvSpPr>
            <p:nvPr/>
          </p:nvSpPr>
          <p:spPr bwMode="auto">
            <a:xfrm flipH="1">
              <a:off x="1620466" y="4222247"/>
              <a:ext cx="2173896" cy="437749"/>
            </a:xfrm>
            <a:prstGeom prst="rect">
              <a:avLst/>
            </a:prstGeom>
            <a:noFill/>
            <a:ln>
              <a:noFill/>
            </a:ln>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lang="zh-CN" altLang="en-US" sz="800" kern="0" dirty="0">
                  <a:solidFill>
                    <a:sysClr val="window" lastClr="FFFFFF">
                      <a:lumMod val="50000"/>
                    </a:sysClr>
                  </a:solidFill>
                  <a:latin typeface="+mn-lt"/>
                  <a:ea typeface="+mn-ea"/>
                  <a:cs typeface="+mn-ea"/>
                  <a:sym typeface="+mn-lt"/>
                </a:rPr>
                <a:t>此处添加详细文本描述，建议与标题相关并符合整体语言风格，语言描述尽量简洁生动。</a:t>
              </a:r>
            </a:p>
          </p:txBody>
        </p:sp>
      </p:grpSp>
      <p:grpSp>
        <p:nvGrpSpPr>
          <p:cNvPr id="163" name="组合 162"/>
          <p:cNvGrpSpPr/>
          <p:nvPr/>
        </p:nvGrpSpPr>
        <p:grpSpPr>
          <a:xfrm>
            <a:off x="5542664" y="3580232"/>
            <a:ext cx="2173896" cy="719300"/>
            <a:chOff x="1620466" y="3940696"/>
            <a:chExt cx="2173896" cy="719300"/>
          </a:xfrm>
        </p:grpSpPr>
        <p:sp>
          <p:nvSpPr>
            <p:cNvPr id="164" name="TextBox 19"/>
            <p:cNvSpPr txBox="1"/>
            <p:nvPr/>
          </p:nvSpPr>
          <p:spPr>
            <a:xfrm>
              <a:off x="1632691" y="3940696"/>
              <a:ext cx="2160763" cy="277085"/>
            </a:xfrm>
            <a:prstGeom prst="rect">
              <a:avLst/>
            </a:prstGeom>
            <a:noFill/>
          </p:spPr>
          <p:txBody>
            <a:bodyPr wrap="square" lIns="0" tIns="0" rIns="0" bIns="0" rtlCol="0">
              <a:spAutoFit/>
            </a:bodyPr>
            <a:lstStyle>
              <a:defPPr>
                <a:defRPr lang="zh-CN"/>
              </a:defPPr>
              <a:lvl1pPr algn="r">
                <a:defRPr b="1">
                  <a:solidFill>
                    <a:srgbClr val="EF4136"/>
                  </a:solidFill>
                  <a:latin typeface="微软雅黑" panose="020B0503020204020204" pitchFamily="34" charset="-122"/>
                  <a:ea typeface="微软雅黑" panose="020B0503020204020204" pitchFamily="34" charset="-122"/>
                </a:defRPr>
              </a:lvl1pPr>
            </a:lstStyle>
            <a:p>
              <a:r>
                <a:rPr lang="zh-CN" altLang="en-US" dirty="0">
                  <a:solidFill>
                    <a:srgbClr val="C80A2A"/>
                  </a:solidFill>
                  <a:latin typeface="+mn-lt"/>
                  <a:ea typeface="+mn-ea"/>
                  <a:cs typeface="+mn-ea"/>
                  <a:sym typeface="+mn-lt"/>
                </a:rPr>
                <a:t>总结阶段（</a:t>
              </a:r>
              <a:r>
                <a:rPr lang="en-US" altLang="zh-CN" dirty="0">
                  <a:solidFill>
                    <a:srgbClr val="C80A2A"/>
                  </a:solidFill>
                  <a:latin typeface="+mn-lt"/>
                  <a:ea typeface="+mn-ea"/>
                  <a:cs typeface="+mn-ea"/>
                  <a:sym typeface="+mn-lt"/>
                </a:rPr>
                <a:t>5.10-11</a:t>
              </a:r>
              <a:r>
                <a:rPr lang="zh-CN" altLang="en-US" dirty="0">
                  <a:solidFill>
                    <a:srgbClr val="C80A2A"/>
                  </a:solidFill>
                  <a:latin typeface="+mn-lt"/>
                  <a:ea typeface="+mn-ea"/>
                  <a:cs typeface="+mn-ea"/>
                  <a:sym typeface="+mn-lt"/>
                </a:rPr>
                <a:t>）</a:t>
              </a:r>
            </a:p>
          </p:txBody>
        </p:sp>
        <p:sp>
          <p:nvSpPr>
            <p:cNvPr id="165" name="TextBox 11"/>
            <p:cNvSpPr txBox="1">
              <a:spLocks noChangeArrowheads="1"/>
            </p:cNvSpPr>
            <p:nvPr/>
          </p:nvSpPr>
          <p:spPr bwMode="auto">
            <a:xfrm flipH="1">
              <a:off x="1620466" y="4222247"/>
              <a:ext cx="2173896" cy="437749"/>
            </a:xfrm>
            <a:prstGeom prst="rect">
              <a:avLst/>
            </a:prstGeom>
            <a:noFill/>
            <a:ln>
              <a:noFill/>
            </a:ln>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lang="zh-CN" altLang="en-US" sz="800" kern="0" dirty="0">
                  <a:solidFill>
                    <a:sysClr val="window" lastClr="FFFFFF">
                      <a:lumMod val="50000"/>
                    </a:sysClr>
                  </a:solidFill>
                  <a:latin typeface="+mn-lt"/>
                  <a:ea typeface="+mn-ea"/>
                  <a:cs typeface="+mn-ea"/>
                  <a:sym typeface="+mn-lt"/>
                </a:rPr>
                <a:t>此处添加详细文本描述，建议与标题相关并符合整体语言风格，语言描述尽量简洁生动。</a:t>
              </a:r>
            </a:p>
          </p:txBody>
        </p:sp>
      </p:grpSp>
    </p:spTree>
    <p:extLst>
      <p:ext uri="{BB962C8B-B14F-4D97-AF65-F5344CB8AC3E}">
        <p14:creationId xmlns:p14="http://schemas.microsoft.com/office/powerpoint/2010/main" val="380008238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10"/>
                                        </p:tgtEl>
                                        <p:attrNameLst>
                                          <p:attrName>style.visibility</p:attrName>
                                        </p:attrNameLst>
                                      </p:cBhvr>
                                      <p:to>
                                        <p:strVal val="visible"/>
                                      </p:to>
                                    </p:set>
                                    <p:anim calcmode="lin" valueType="num">
                                      <p:cBhvr additive="base">
                                        <p:cTn id="7" dur="500" fill="hold"/>
                                        <p:tgtEl>
                                          <p:spTgt spid="110"/>
                                        </p:tgtEl>
                                        <p:attrNameLst>
                                          <p:attrName>ppt_x</p:attrName>
                                        </p:attrNameLst>
                                      </p:cBhvr>
                                      <p:tavLst>
                                        <p:tav tm="0">
                                          <p:val>
                                            <p:strVal val="1+#ppt_w/2"/>
                                          </p:val>
                                        </p:tav>
                                        <p:tav tm="100000">
                                          <p:val>
                                            <p:strVal val="#ppt_x"/>
                                          </p:val>
                                        </p:tav>
                                      </p:tavLst>
                                    </p:anim>
                                    <p:anim calcmode="lin" valueType="num">
                                      <p:cBhvr additive="base">
                                        <p:cTn id="8" dur="500" fill="hold"/>
                                        <p:tgtEl>
                                          <p:spTgt spid="110"/>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25"/>
                                        </p:tgtEl>
                                        <p:attrNameLst>
                                          <p:attrName>style.visibility</p:attrName>
                                        </p:attrNameLst>
                                      </p:cBhvr>
                                      <p:to>
                                        <p:strVal val="visible"/>
                                      </p:to>
                                    </p:set>
                                    <p:anim calcmode="lin" valueType="num">
                                      <p:cBhvr additive="base">
                                        <p:cTn id="11" dur="500" fill="hold"/>
                                        <p:tgtEl>
                                          <p:spTgt spid="125"/>
                                        </p:tgtEl>
                                        <p:attrNameLst>
                                          <p:attrName>ppt_x</p:attrName>
                                        </p:attrNameLst>
                                      </p:cBhvr>
                                      <p:tavLst>
                                        <p:tav tm="0">
                                          <p:val>
                                            <p:strVal val="1+#ppt_w/2"/>
                                          </p:val>
                                        </p:tav>
                                        <p:tav tm="100000">
                                          <p:val>
                                            <p:strVal val="#ppt_x"/>
                                          </p:val>
                                        </p:tav>
                                      </p:tavLst>
                                    </p:anim>
                                    <p:anim calcmode="lin" valueType="num">
                                      <p:cBhvr additive="base">
                                        <p:cTn id="12" dur="500" fill="hold"/>
                                        <p:tgtEl>
                                          <p:spTgt spid="12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35"/>
                                        </p:tgtEl>
                                        <p:attrNameLst>
                                          <p:attrName>style.visibility</p:attrName>
                                        </p:attrNameLst>
                                      </p:cBhvr>
                                      <p:to>
                                        <p:strVal val="visible"/>
                                      </p:to>
                                    </p:set>
                                    <p:anim calcmode="lin" valueType="num">
                                      <p:cBhvr additive="base">
                                        <p:cTn id="15" dur="500" fill="hold"/>
                                        <p:tgtEl>
                                          <p:spTgt spid="135"/>
                                        </p:tgtEl>
                                        <p:attrNameLst>
                                          <p:attrName>ppt_x</p:attrName>
                                        </p:attrNameLst>
                                      </p:cBhvr>
                                      <p:tavLst>
                                        <p:tav tm="0">
                                          <p:val>
                                            <p:strVal val="1+#ppt_w/2"/>
                                          </p:val>
                                        </p:tav>
                                        <p:tav tm="100000">
                                          <p:val>
                                            <p:strVal val="#ppt_x"/>
                                          </p:val>
                                        </p:tav>
                                      </p:tavLst>
                                    </p:anim>
                                    <p:anim calcmode="lin" valueType="num">
                                      <p:cBhvr additive="base">
                                        <p:cTn id="16" dur="500" fill="hold"/>
                                        <p:tgtEl>
                                          <p:spTgt spid="13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15"/>
                                        </p:tgtEl>
                                        <p:attrNameLst>
                                          <p:attrName>style.visibility</p:attrName>
                                        </p:attrNameLst>
                                      </p:cBhvr>
                                      <p:to>
                                        <p:strVal val="visible"/>
                                      </p:to>
                                    </p:set>
                                    <p:anim calcmode="lin" valueType="num">
                                      <p:cBhvr additive="base">
                                        <p:cTn id="19" dur="500" fill="hold"/>
                                        <p:tgtEl>
                                          <p:spTgt spid="115"/>
                                        </p:tgtEl>
                                        <p:attrNameLst>
                                          <p:attrName>ppt_x</p:attrName>
                                        </p:attrNameLst>
                                      </p:cBhvr>
                                      <p:tavLst>
                                        <p:tav tm="0">
                                          <p:val>
                                            <p:strVal val="1+#ppt_w/2"/>
                                          </p:val>
                                        </p:tav>
                                        <p:tav tm="100000">
                                          <p:val>
                                            <p:strVal val="#ppt_x"/>
                                          </p:val>
                                        </p:tav>
                                      </p:tavLst>
                                    </p:anim>
                                    <p:anim calcmode="lin" valueType="num">
                                      <p:cBhvr additive="base">
                                        <p:cTn id="20" dur="500" fill="hold"/>
                                        <p:tgtEl>
                                          <p:spTgt spid="115"/>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17"/>
                                        </p:tgtEl>
                                        <p:attrNameLst>
                                          <p:attrName>style.visibility</p:attrName>
                                        </p:attrNameLst>
                                      </p:cBhvr>
                                      <p:to>
                                        <p:strVal val="visible"/>
                                      </p:to>
                                    </p:set>
                                    <p:anim calcmode="lin" valueType="num">
                                      <p:cBhvr additive="base">
                                        <p:cTn id="23" dur="500" fill="hold"/>
                                        <p:tgtEl>
                                          <p:spTgt spid="117"/>
                                        </p:tgtEl>
                                        <p:attrNameLst>
                                          <p:attrName>ppt_x</p:attrName>
                                        </p:attrNameLst>
                                      </p:cBhvr>
                                      <p:tavLst>
                                        <p:tav tm="0">
                                          <p:val>
                                            <p:strVal val="1+#ppt_w/2"/>
                                          </p:val>
                                        </p:tav>
                                        <p:tav tm="100000">
                                          <p:val>
                                            <p:strVal val="#ppt_x"/>
                                          </p:val>
                                        </p:tav>
                                      </p:tavLst>
                                    </p:anim>
                                    <p:anim calcmode="lin" valueType="num">
                                      <p:cBhvr additive="base">
                                        <p:cTn id="24" dur="500" fill="hold"/>
                                        <p:tgtEl>
                                          <p:spTgt spid="117"/>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30"/>
                                        </p:tgtEl>
                                        <p:attrNameLst>
                                          <p:attrName>style.visibility</p:attrName>
                                        </p:attrNameLst>
                                      </p:cBhvr>
                                      <p:to>
                                        <p:strVal val="visible"/>
                                      </p:to>
                                    </p:set>
                                    <p:anim calcmode="lin" valueType="num">
                                      <p:cBhvr additive="base">
                                        <p:cTn id="27" dur="500" fill="hold"/>
                                        <p:tgtEl>
                                          <p:spTgt spid="130"/>
                                        </p:tgtEl>
                                        <p:attrNameLst>
                                          <p:attrName>ppt_x</p:attrName>
                                        </p:attrNameLst>
                                      </p:cBhvr>
                                      <p:tavLst>
                                        <p:tav tm="0">
                                          <p:val>
                                            <p:strVal val="1+#ppt_w/2"/>
                                          </p:val>
                                        </p:tav>
                                        <p:tav tm="100000">
                                          <p:val>
                                            <p:strVal val="#ppt_x"/>
                                          </p:val>
                                        </p:tav>
                                      </p:tavLst>
                                    </p:anim>
                                    <p:anim calcmode="lin" valueType="num">
                                      <p:cBhvr additive="base">
                                        <p:cTn id="28" dur="500" fill="hold"/>
                                        <p:tgtEl>
                                          <p:spTgt spid="130"/>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107"/>
                                        </p:tgtEl>
                                        <p:attrNameLst>
                                          <p:attrName>style.visibility</p:attrName>
                                        </p:attrNameLst>
                                      </p:cBhvr>
                                      <p:to>
                                        <p:strVal val="visible"/>
                                      </p:to>
                                    </p:set>
                                    <p:anim calcmode="lin" valueType="num">
                                      <p:cBhvr additive="base">
                                        <p:cTn id="31" dur="500" fill="hold"/>
                                        <p:tgtEl>
                                          <p:spTgt spid="107"/>
                                        </p:tgtEl>
                                        <p:attrNameLst>
                                          <p:attrName>ppt_x</p:attrName>
                                        </p:attrNameLst>
                                      </p:cBhvr>
                                      <p:tavLst>
                                        <p:tav tm="0">
                                          <p:val>
                                            <p:strVal val="1+#ppt_w/2"/>
                                          </p:val>
                                        </p:tav>
                                        <p:tav tm="100000">
                                          <p:val>
                                            <p:strVal val="#ppt_x"/>
                                          </p:val>
                                        </p:tav>
                                      </p:tavLst>
                                    </p:anim>
                                    <p:anim calcmode="lin" valueType="num">
                                      <p:cBhvr additive="base">
                                        <p:cTn id="32" dur="500" fill="hold"/>
                                        <p:tgtEl>
                                          <p:spTgt spid="107"/>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stCondLst>
                                    <p:cond delay="0"/>
                                  </p:stCondLst>
                                  <p:childTnLst>
                                    <p:set>
                                      <p:cBhvr>
                                        <p:cTn id="34" dur="1" fill="hold">
                                          <p:stCondLst>
                                            <p:cond delay="0"/>
                                          </p:stCondLst>
                                        </p:cTn>
                                        <p:tgtEl>
                                          <p:spTgt spid="122"/>
                                        </p:tgtEl>
                                        <p:attrNameLst>
                                          <p:attrName>style.visibility</p:attrName>
                                        </p:attrNameLst>
                                      </p:cBhvr>
                                      <p:to>
                                        <p:strVal val="visible"/>
                                      </p:to>
                                    </p:set>
                                    <p:anim calcmode="lin" valueType="num">
                                      <p:cBhvr additive="base">
                                        <p:cTn id="35" dur="500" fill="hold"/>
                                        <p:tgtEl>
                                          <p:spTgt spid="122"/>
                                        </p:tgtEl>
                                        <p:attrNameLst>
                                          <p:attrName>ppt_x</p:attrName>
                                        </p:attrNameLst>
                                      </p:cBhvr>
                                      <p:tavLst>
                                        <p:tav tm="0">
                                          <p:val>
                                            <p:strVal val="1+#ppt_w/2"/>
                                          </p:val>
                                        </p:tav>
                                        <p:tav tm="100000">
                                          <p:val>
                                            <p:strVal val="#ppt_x"/>
                                          </p:val>
                                        </p:tav>
                                      </p:tavLst>
                                    </p:anim>
                                    <p:anim calcmode="lin" valueType="num">
                                      <p:cBhvr additive="base">
                                        <p:cTn id="36" dur="500" fill="hold"/>
                                        <p:tgtEl>
                                          <p:spTgt spid="122"/>
                                        </p:tgtEl>
                                        <p:attrNameLst>
                                          <p:attrName>ppt_y</p:attrName>
                                        </p:attrNameLst>
                                      </p:cBhvr>
                                      <p:tavLst>
                                        <p:tav tm="0">
                                          <p:val>
                                            <p:strVal val="#ppt_y"/>
                                          </p:val>
                                        </p:tav>
                                        <p:tav tm="100000">
                                          <p:val>
                                            <p:strVal val="#ppt_y"/>
                                          </p:val>
                                        </p:tav>
                                      </p:tavLst>
                                    </p:anim>
                                  </p:childTnLst>
                                </p:cTn>
                              </p:par>
                              <p:par>
                                <p:cTn id="37" presetID="2" presetClass="entr" presetSubtype="2" fill="hold" nodeType="withEffect">
                                  <p:stCondLst>
                                    <p:cond delay="0"/>
                                  </p:stCondLst>
                                  <p:childTnLst>
                                    <p:set>
                                      <p:cBhvr>
                                        <p:cTn id="38" dur="1" fill="hold">
                                          <p:stCondLst>
                                            <p:cond delay="0"/>
                                          </p:stCondLst>
                                        </p:cTn>
                                        <p:tgtEl>
                                          <p:spTgt spid="127"/>
                                        </p:tgtEl>
                                        <p:attrNameLst>
                                          <p:attrName>style.visibility</p:attrName>
                                        </p:attrNameLst>
                                      </p:cBhvr>
                                      <p:to>
                                        <p:strVal val="visible"/>
                                      </p:to>
                                    </p:set>
                                    <p:anim calcmode="lin" valueType="num">
                                      <p:cBhvr additive="base">
                                        <p:cTn id="39" dur="500" fill="hold"/>
                                        <p:tgtEl>
                                          <p:spTgt spid="127"/>
                                        </p:tgtEl>
                                        <p:attrNameLst>
                                          <p:attrName>ppt_x</p:attrName>
                                        </p:attrNameLst>
                                      </p:cBhvr>
                                      <p:tavLst>
                                        <p:tav tm="0">
                                          <p:val>
                                            <p:strVal val="1+#ppt_w/2"/>
                                          </p:val>
                                        </p:tav>
                                        <p:tav tm="100000">
                                          <p:val>
                                            <p:strVal val="#ppt_x"/>
                                          </p:val>
                                        </p:tav>
                                      </p:tavLst>
                                    </p:anim>
                                    <p:anim calcmode="lin" valueType="num">
                                      <p:cBhvr additive="base">
                                        <p:cTn id="40" dur="500" fill="hold"/>
                                        <p:tgtEl>
                                          <p:spTgt spid="127"/>
                                        </p:tgtEl>
                                        <p:attrNameLst>
                                          <p:attrName>ppt_y</p:attrName>
                                        </p:attrNameLst>
                                      </p:cBhvr>
                                      <p:tavLst>
                                        <p:tav tm="0">
                                          <p:val>
                                            <p:strVal val="#ppt_y"/>
                                          </p:val>
                                        </p:tav>
                                        <p:tav tm="100000">
                                          <p:val>
                                            <p:strVal val="#ppt_y"/>
                                          </p:val>
                                        </p:tav>
                                      </p:tavLst>
                                    </p:anim>
                                  </p:childTnLst>
                                </p:cTn>
                              </p:par>
                              <p:par>
                                <p:cTn id="41" presetID="2" presetClass="entr" presetSubtype="2" fill="hold" nodeType="withEffect">
                                  <p:stCondLst>
                                    <p:cond delay="0"/>
                                  </p:stCondLst>
                                  <p:childTnLst>
                                    <p:set>
                                      <p:cBhvr>
                                        <p:cTn id="42" dur="1" fill="hold">
                                          <p:stCondLst>
                                            <p:cond delay="0"/>
                                          </p:stCondLst>
                                        </p:cTn>
                                        <p:tgtEl>
                                          <p:spTgt spid="112"/>
                                        </p:tgtEl>
                                        <p:attrNameLst>
                                          <p:attrName>style.visibility</p:attrName>
                                        </p:attrNameLst>
                                      </p:cBhvr>
                                      <p:to>
                                        <p:strVal val="visible"/>
                                      </p:to>
                                    </p:set>
                                    <p:anim calcmode="lin" valueType="num">
                                      <p:cBhvr additive="base">
                                        <p:cTn id="43" dur="500" fill="hold"/>
                                        <p:tgtEl>
                                          <p:spTgt spid="112"/>
                                        </p:tgtEl>
                                        <p:attrNameLst>
                                          <p:attrName>ppt_x</p:attrName>
                                        </p:attrNameLst>
                                      </p:cBhvr>
                                      <p:tavLst>
                                        <p:tav tm="0">
                                          <p:val>
                                            <p:strVal val="1+#ppt_w/2"/>
                                          </p:val>
                                        </p:tav>
                                        <p:tav tm="100000">
                                          <p:val>
                                            <p:strVal val="#ppt_x"/>
                                          </p:val>
                                        </p:tav>
                                      </p:tavLst>
                                    </p:anim>
                                    <p:anim calcmode="lin" valueType="num">
                                      <p:cBhvr additive="base">
                                        <p:cTn id="44" dur="500" fill="hold"/>
                                        <p:tgtEl>
                                          <p:spTgt spid="112"/>
                                        </p:tgtEl>
                                        <p:attrNameLst>
                                          <p:attrName>ppt_y</p:attrName>
                                        </p:attrNameLst>
                                      </p:cBhvr>
                                      <p:tavLst>
                                        <p:tav tm="0">
                                          <p:val>
                                            <p:strVal val="#ppt_y"/>
                                          </p:val>
                                        </p:tav>
                                        <p:tav tm="100000">
                                          <p:val>
                                            <p:strVal val="#ppt_y"/>
                                          </p:val>
                                        </p:tav>
                                      </p:tavLst>
                                    </p:anim>
                                  </p:childTnLst>
                                </p:cTn>
                              </p:par>
                              <p:par>
                                <p:cTn id="45" presetID="2" presetClass="entr" presetSubtype="2" fill="hold" nodeType="withEffect">
                                  <p:stCondLst>
                                    <p:cond delay="0"/>
                                  </p:stCondLst>
                                  <p:childTnLst>
                                    <p:set>
                                      <p:cBhvr>
                                        <p:cTn id="46" dur="1" fill="hold">
                                          <p:stCondLst>
                                            <p:cond delay="0"/>
                                          </p:stCondLst>
                                        </p:cTn>
                                        <p:tgtEl>
                                          <p:spTgt spid="118"/>
                                        </p:tgtEl>
                                        <p:attrNameLst>
                                          <p:attrName>style.visibility</p:attrName>
                                        </p:attrNameLst>
                                      </p:cBhvr>
                                      <p:to>
                                        <p:strVal val="visible"/>
                                      </p:to>
                                    </p:set>
                                    <p:anim calcmode="lin" valueType="num">
                                      <p:cBhvr additive="base">
                                        <p:cTn id="47" dur="500" fill="hold"/>
                                        <p:tgtEl>
                                          <p:spTgt spid="118"/>
                                        </p:tgtEl>
                                        <p:attrNameLst>
                                          <p:attrName>ppt_x</p:attrName>
                                        </p:attrNameLst>
                                      </p:cBhvr>
                                      <p:tavLst>
                                        <p:tav tm="0">
                                          <p:val>
                                            <p:strVal val="1+#ppt_w/2"/>
                                          </p:val>
                                        </p:tav>
                                        <p:tav tm="100000">
                                          <p:val>
                                            <p:strVal val="#ppt_x"/>
                                          </p:val>
                                        </p:tav>
                                      </p:tavLst>
                                    </p:anim>
                                    <p:anim calcmode="lin" valueType="num">
                                      <p:cBhvr additive="base">
                                        <p:cTn id="48" dur="500" fill="hold"/>
                                        <p:tgtEl>
                                          <p:spTgt spid="118"/>
                                        </p:tgtEl>
                                        <p:attrNameLst>
                                          <p:attrName>ppt_y</p:attrName>
                                        </p:attrNameLst>
                                      </p:cBhvr>
                                      <p:tavLst>
                                        <p:tav tm="0">
                                          <p:val>
                                            <p:strVal val="#ppt_y"/>
                                          </p:val>
                                        </p:tav>
                                        <p:tav tm="100000">
                                          <p:val>
                                            <p:strVal val="#ppt_y"/>
                                          </p:val>
                                        </p:tav>
                                      </p:tavLst>
                                    </p:anim>
                                  </p:childTnLst>
                                </p:cTn>
                              </p:par>
                              <p:par>
                                <p:cTn id="49" presetID="2" presetClass="entr" presetSubtype="2" fill="hold" nodeType="withEffect">
                                  <p:stCondLst>
                                    <p:cond delay="0"/>
                                  </p:stCondLst>
                                  <p:childTnLst>
                                    <p:set>
                                      <p:cBhvr>
                                        <p:cTn id="50" dur="1" fill="hold">
                                          <p:stCondLst>
                                            <p:cond delay="0"/>
                                          </p:stCondLst>
                                        </p:cTn>
                                        <p:tgtEl>
                                          <p:spTgt spid="132"/>
                                        </p:tgtEl>
                                        <p:attrNameLst>
                                          <p:attrName>style.visibility</p:attrName>
                                        </p:attrNameLst>
                                      </p:cBhvr>
                                      <p:to>
                                        <p:strVal val="visible"/>
                                      </p:to>
                                    </p:set>
                                    <p:anim calcmode="lin" valueType="num">
                                      <p:cBhvr additive="base">
                                        <p:cTn id="51" dur="500" fill="hold"/>
                                        <p:tgtEl>
                                          <p:spTgt spid="132"/>
                                        </p:tgtEl>
                                        <p:attrNameLst>
                                          <p:attrName>ppt_x</p:attrName>
                                        </p:attrNameLst>
                                      </p:cBhvr>
                                      <p:tavLst>
                                        <p:tav tm="0">
                                          <p:val>
                                            <p:strVal val="1+#ppt_w/2"/>
                                          </p:val>
                                        </p:tav>
                                        <p:tav tm="100000">
                                          <p:val>
                                            <p:strVal val="#ppt_x"/>
                                          </p:val>
                                        </p:tav>
                                      </p:tavLst>
                                    </p:anim>
                                    <p:anim calcmode="lin" valueType="num">
                                      <p:cBhvr additive="base">
                                        <p:cTn id="52" dur="500" fill="hold"/>
                                        <p:tgtEl>
                                          <p:spTgt spid="132"/>
                                        </p:tgtEl>
                                        <p:attrNameLst>
                                          <p:attrName>ppt_y</p:attrName>
                                        </p:attrNameLst>
                                      </p:cBhvr>
                                      <p:tavLst>
                                        <p:tav tm="0">
                                          <p:val>
                                            <p:strVal val="#ppt_y"/>
                                          </p:val>
                                        </p:tav>
                                        <p:tav tm="100000">
                                          <p:val>
                                            <p:strVal val="#ppt_y"/>
                                          </p:val>
                                        </p:tav>
                                      </p:tavLst>
                                    </p:anim>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140"/>
                                        </p:tgtEl>
                                        <p:attrNameLst>
                                          <p:attrName>style.visibility</p:attrName>
                                        </p:attrNameLst>
                                      </p:cBhvr>
                                      <p:to>
                                        <p:strVal val="visible"/>
                                      </p:to>
                                    </p:set>
                                    <p:animEffect transition="in" filter="wipe(left)">
                                      <p:cBhvr>
                                        <p:cTn id="56" dur="500"/>
                                        <p:tgtEl>
                                          <p:spTgt spid="140"/>
                                        </p:tgtEl>
                                      </p:cBhvr>
                                    </p:animEffect>
                                  </p:childTnLst>
                                </p:cTn>
                              </p:par>
                              <p:par>
                                <p:cTn id="57" presetID="22" presetClass="entr" presetSubtype="8" fill="hold" nodeType="withEffect">
                                  <p:stCondLst>
                                    <p:cond delay="0"/>
                                  </p:stCondLst>
                                  <p:childTnLst>
                                    <p:set>
                                      <p:cBhvr>
                                        <p:cTn id="58" dur="1" fill="hold">
                                          <p:stCondLst>
                                            <p:cond delay="0"/>
                                          </p:stCondLst>
                                        </p:cTn>
                                        <p:tgtEl>
                                          <p:spTgt spid="146"/>
                                        </p:tgtEl>
                                        <p:attrNameLst>
                                          <p:attrName>style.visibility</p:attrName>
                                        </p:attrNameLst>
                                      </p:cBhvr>
                                      <p:to>
                                        <p:strVal val="visible"/>
                                      </p:to>
                                    </p:set>
                                    <p:animEffect transition="in" filter="wipe(left)">
                                      <p:cBhvr>
                                        <p:cTn id="59" dur="500"/>
                                        <p:tgtEl>
                                          <p:spTgt spid="146"/>
                                        </p:tgtEl>
                                      </p:cBhvr>
                                    </p:animEffect>
                                  </p:childTnLst>
                                </p:cTn>
                              </p:par>
                              <p:par>
                                <p:cTn id="60" presetID="22" presetClass="entr" presetSubtype="8" fill="hold" nodeType="withEffect">
                                  <p:stCondLst>
                                    <p:cond delay="0"/>
                                  </p:stCondLst>
                                  <p:childTnLst>
                                    <p:set>
                                      <p:cBhvr>
                                        <p:cTn id="61" dur="1" fill="hold">
                                          <p:stCondLst>
                                            <p:cond delay="0"/>
                                          </p:stCondLst>
                                        </p:cTn>
                                        <p:tgtEl>
                                          <p:spTgt spid="152"/>
                                        </p:tgtEl>
                                        <p:attrNameLst>
                                          <p:attrName>style.visibility</p:attrName>
                                        </p:attrNameLst>
                                      </p:cBhvr>
                                      <p:to>
                                        <p:strVal val="visible"/>
                                      </p:to>
                                    </p:set>
                                    <p:animEffect transition="in" filter="wipe(left)">
                                      <p:cBhvr>
                                        <p:cTn id="62" dur="500"/>
                                        <p:tgtEl>
                                          <p:spTgt spid="152"/>
                                        </p:tgtEl>
                                      </p:cBhvr>
                                    </p:animEffect>
                                  </p:childTnLst>
                                </p:cTn>
                              </p:par>
                              <p:par>
                                <p:cTn id="63" presetID="22" presetClass="entr" presetSubtype="8" fill="hold" nodeType="withEffect">
                                  <p:stCondLst>
                                    <p:cond delay="0"/>
                                  </p:stCondLst>
                                  <p:childTnLst>
                                    <p:set>
                                      <p:cBhvr>
                                        <p:cTn id="64" dur="1" fill="hold">
                                          <p:stCondLst>
                                            <p:cond delay="0"/>
                                          </p:stCondLst>
                                        </p:cTn>
                                        <p:tgtEl>
                                          <p:spTgt spid="143"/>
                                        </p:tgtEl>
                                        <p:attrNameLst>
                                          <p:attrName>style.visibility</p:attrName>
                                        </p:attrNameLst>
                                      </p:cBhvr>
                                      <p:to>
                                        <p:strVal val="visible"/>
                                      </p:to>
                                    </p:set>
                                    <p:animEffect transition="in" filter="wipe(left)">
                                      <p:cBhvr>
                                        <p:cTn id="65" dur="500"/>
                                        <p:tgtEl>
                                          <p:spTgt spid="143"/>
                                        </p:tgtEl>
                                      </p:cBhvr>
                                    </p:animEffect>
                                  </p:childTnLst>
                                </p:cTn>
                              </p:par>
                              <p:par>
                                <p:cTn id="66" presetID="22" presetClass="entr" presetSubtype="8" fill="hold" nodeType="withEffect">
                                  <p:stCondLst>
                                    <p:cond delay="0"/>
                                  </p:stCondLst>
                                  <p:childTnLst>
                                    <p:set>
                                      <p:cBhvr>
                                        <p:cTn id="67" dur="1" fill="hold">
                                          <p:stCondLst>
                                            <p:cond delay="0"/>
                                          </p:stCondLst>
                                        </p:cTn>
                                        <p:tgtEl>
                                          <p:spTgt spid="149"/>
                                        </p:tgtEl>
                                        <p:attrNameLst>
                                          <p:attrName>style.visibility</p:attrName>
                                        </p:attrNameLst>
                                      </p:cBhvr>
                                      <p:to>
                                        <p:strVal val="visible"/>
                                      </p:to>
                                    </p:set>
                                    <p:animEffect transition="in" filter="wipe(left)">
                                      <p:cBhvr>
                                        <p:cTn id="68" dur="500"/>
                                        <p:tgtEl>
                                          <p:spTgt spid="149"/>
                                        </p:tgtEl>
                                      </p:cBhvr>
                                    </p:animEffect>
                                  </p:childTnLst>
                                </p:cTn>
                              </p:par>
                              <p:par>
                                <p:cTn id="69" presetID="22" presetClass="entr" presetSubtype="8" fill="hold" nodeType="withEffect">
                                  <p:stCondLst>
                                    <p:cond delay="0"/>
                                  </p:stCondLst>
                                  <p:childTnLst>
                                    <p:set>
                                      <p:cBhvr>
                                        <p:cTn id="70" dur="1" fill="hold">
                                          <p:stCondLst>
                                            <p:cond delay="0"/>
                                          </p:stCondLst>
                                        </p:cTn>
                                        <p:tgtEl>
                                          <p:spTgt spid="163"/>
                                        </p:tgtEl>
                                        <p:attrNameLst>
                                          <p:attrName>style.visibility</p:attrName>
                                        </p:attrNameLst>
                                      </p:cBhvr>
                                      <p:to>
                                        <p:strVal val="visible"/>
                                      </p:to>
                                    </p:set>
                                    <p:animEffect transition="in" filter="wipe(left)">
                                      <p:cBhvr>
                                        <p:cTn id="71" dur="500"/>
                                        <p:tgtEl>
                                          <p:spTgt spid="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animBg="1"/>
      <p:bldP spid="115" grpId="0" animBg="1"/>
      <p:bldP spid="117" grpId="0" animBg="1"/>
      <p:bldP spid="125" grpId="0" animBg="1"/>
      <p:bldP spid="130" grpId="0" animBg="1"/>
      <p:bldP spid="13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添加您的标题</a:t>
            </a:r>
          </a:p>
        </p:txBody>
      </p:sp>
      <p:grpSp>
        <p:nvGrpSpPr>
          <p:cNvPr id="71" name="Group 1"/>
          <p:cNvGrpSpPr/>
          <p:nvPr/>
        </p:nvGrpSpPr>
        <p:grpSpPr>
          <a:xfrm>
            <a:off x="3780706" y="2155674"/>
            <a:ext cx="1300540" cy="1641006"/>
            <a:chOff x="4823608" y="2237050"/>
            <a:chExt cx="2653553" cy="3348228"/>
          </a:xfrm>
          <a:solidFill>
            <a:schemeClr val="accent1"/>
          </a:solidFill>
        </p:grpSpPr>
        <p:sp>
          <p:nvSpPr>
            <p:cNvPr id="72" name="Freeform: Shape 6"/>
            <p:cNvSpPr>
              <a:spLocks/>
            </p:cNvSpPr>
            <p:nvPr/>
          </p:nvSpPr>
          <p:spPr bwMode="auto">
            <a:xfrm>
              <a:off x="5275903" y="2766146"/>
              <a:ext cx="1741057" cy="2247538"/>
            </a:xfrm>
            <a:custGeom>
              <a:avLst/>
              <a:gdLst>
                <a:gd name="T0" fmla="*/ 160 w 321"/>
                <a:gd name="T1" fmla="*/ 0 h 429"/>
                <a:gd name="T2" fmla="*/ 0 w 321"/>
                <a:gd name="T3" fmla="*/ 160 h 429"/>
                <a:gd name="T4" fmla="*/ 22 w 321"/>
                <a:gd name="T5" fmla="*/ 240 h 429"/>
                <a:gd name="T6" fmla="*/ 78 w 321"/>
                <a:gd name="T7" fmla="*/ 389 h 429"/>
                <a:gd name="T8" fmla="*/ 115 w 321"/>
                <a:gd name="T9" fmla="*/ 429 h 429"/>
                <a:gd name="T10" fmla="*/ 160 w 321"/>
                <a:gd name="T11" fmla="*/ 429 h 429"/>
                <a:gd name="T12" fmla="*/ 206 w 321"/>
                <a:gd name="T13" fmla="*/ 429 h 429"/>
                <a:gd name="T14" fmla="*/ 243 w 321"/>
                <a:gd name="T15" fmla="*/ 389 h 429"/>
                <a:gd name="T16" fmla="*/ 299 w 321"/>
                <a:gd name="T17" fmla="*/ 240 h 429"/>
                <a:gd name="T18" fmla="*/ 321 w 321"/>
                <a:gd name="T19" fmla="*/ 160 h 429"/>
                <a:gd name="T20" fmla="*/ 160 w 321"/>
                <a:gd name="T21" fmla="*/ 0 h 429"/>
                <a:gd name="T22" fmla="*/ 287 w 321"/>
                <a:gd name="T23" fmla="*/ 233 h 429"/>
                <a:gd name="T24" fmla="*/ 229 w 321"/>
                <a:gd name="T25" fmla="*/ 387 h 429"/>
                <a:gd name="T26" fmla="*/ 221 w 321"/>
                <a:gd name="T27" fmla="*/ 411 h 429"/>
                <a:gd name="T28" fmla="*/ 206 w 321"/>
                <a:gd name="T29" fmla="*/ 414 h 429"/>
                <a:gd name="T30" fmla="*/ 160 w 321"/>
                <a:gd name="T31" fmla="*/ 414 h 429"/>
                <a:gd name="T32" fmla="*/ 115 w 321"/>
                <a:gd name="T33" fmla="*/ 414 h 429"/>
                <a:gd name="T34" fmla="*/ 100 w 321"/>
                <a:gd name="T35" fmla="*/ 411 h 429"/>
                <a:gd name="T36" fmla="*/ 92 w 321"/>
                <a:gd name="T37" fmla="*/ 387 h 429"/>
                <a:gd name="T38" fmla="*/ 34 w 321"/>
                <a:gd name="T39" fmla="*/ 233 h 429"/>
                <a:gd name="T40" fmla="*/ 15 w 321"/>
                <a:gd name="T41" fmla="*/ 160 h 429"/>
                <a:gd name="T42" fmla="*/ 160 w 321"/>
                <a:gd name="T43" fmla="*/ 14 h 429"/>
                <a:gd name="T44" fmla="*/ 306 w 321"/>
                <a:gd name="T45" fmla="*/ 160 h 429"/>
                <a:gd name="T46" fmla="*/ 287 w 321"/>
                <a:gd name="T47" fmla="*/ 233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1" h="429">
                  <a:moveTo>
                    <a:pt x="160" y="0"/>
                  </a:moveTo>
                  <a:cubicBezTo>
                    <a:pt x="72" y="0"/>
                    <a:pt x="0" y="72"/>
                    <a:pt x="0" y="160"/>
                  </a:cubicBezTo>
                  <a:cubicBezTo>
                    <a:pt x="0" y="189"/>
                    <a:pt x="8" y="216"/>
                    <a:pt x="22" y="240"/>
                  </a:cubicBezTo>
                  <a:cubicBezTo>
                    <a:pt x="61" y="311"/>
                    <a:pt x="71" y="351"/>
                    <a:pt x="78" y="389"/>
                  </a:cubicBezTo>
                  <a:cubicBezTo>
                    <a:pt x="83" y="421"/>
                    <a:pt x="91" y="429"/>
                    <a:pt x="115" y="429"/>
                  </a:cubicBezTo>
                  <a:cubicBezTo>
                    <a:pt x="125" y="429"/>
                    <a:pt x="142" y="429"/>
                    <a:pt x="160" y="429"/>
                  </a:cubicBezTo>
                  <a:cubicBezTo>
                    <a:pt x="179" y="429"/>
                    <a:pt x="195" y="429"/>
                    <a:pt x="206" y="429"/>
                  </a:cubicBezTo>
                  <a:cubicBezTo>
                    <a:pt x="230" y="429"/>
                    <a:pt x="238" y="421"/>
                    <a:pt x="243" y="389"/>
                  </a:cubicBezTo>
                  <a:cubicBezTo>
                    <a:pt x="249" y="351"/>
                    <a:pt x="260" y="311"/>
                    <a:pt x="299" y="240"/>
                  </a:cubicBezTo>
                  <a:cubicBezTo>
                    <a:pt x="312" y="216"/>
                    <a:pt x="321" y="189"/>
                    <a:pt x="321" y="160"/>
                  </a:cubicBezTo>
                  <a:cubicBezTo>
                    <a:pt x="321" y="72"/>
                    <a:pt x="249" y="0"/>
                    <a:pt x="160" y="0"/>
                  </a:cubicBezTo>
                  <a:close/>
                  <a:moveTo>
                    <a:pt x="287" y="233"/>
                  </a:moveTo>
                  <a:cubicBezTo>
                    <a:pt x="248" y="302"/>
                    <a:pt x="236" y="343"/>
                    <a:pt x="229" y="387"/>
                  </a:cubicBezTo>
                  <a:cubicBezTo>
                    <a:pt x="228" y="392"/>
                    <a:pt x="226" y="406"/>
                    <a:pt x="221" y="411"/>
                  </a:cubicBezTo>
                  <a:cubicBezTo>
                    <a:pt x="220" y="413"/>
                    <a:pt x="217" y="414"/>
                    <a:pt x="206" y="414"/>
                  </a:cubicBezTo>
                  <a:cubicBezTo>
                    <a:pt x="160" y="414"/>
                    <a:pt x="160" y="414"/>
                    <a:pt x="160" y="414"/>
                  </a:cubicBezTo>
                  <a:cubicBezTo>
                    <a:pt x="115" y="414"/>
                    <a:pt x="115" y="414"/>
                    <a:pt x="115" y="414"/>
                  </a:cubicBezTo>
                  <a:cubicBezTo>
                    <a:pt x="104" y="414"/>
                    <a:pt x="101" y="413"/>
                    <a:pt x="100" y="411"/>
                  </a:cubicBezTo>
                  <a:cubicBezTo>
                    <a:pt x="95" y="406"/>
                    <a:pt x="93" y="392"/>
                    <a:pt x="92" y="387"/>
                  </a:cubicBezTo>
                  <a:cubicBezTo>
                    <a:pt x="85" y="343"/>
                    <a:pt x="73" y="302"/>
                    <a:pt x="34" y="233"/>
                  </a:cubicBezTo>
                  <a:cubicBezTo>
                    <a:pt x="21" y="210"/>
                    <a:pt x="15" y="185"/>
                    <a:pt x="15" y="160"/>
                  </a:cubicBezTo>
                  <a:cubicBezTo>
                    <a:pt x="15" y="80"/>
                    <a:pt x="80" y="14"/>
                    <a:pt x="160" y="14"/>
                  </a:cubicBezTo>
                  <a:cubicBezTo>
                    <a:pt x="241" y="14"/>
                    <a:pt x="306" y="80"/>
                    <a:pt x="306" y="160"/>
                  </a:cubicBezTo>
                  <a:cubicBezTo>
                    <a:pt x="306" y="185"/>
                    <a:pt x="300" y="210"/>
                    <a:pt x="287" y="233"/>
                  </a:cubicBezTo>
                  <a:close/>
                </a:path>
              </a:pathLst>
            </a:custGeom>
            <a:grpFill/>
            <a:ln>
              <a:noFill/>
            </a:ln>
          </p:spPr>
          <p:txBody>
            <a:bodyPr anchor="ctr"/>
            <a:lstStyle/>
            <a:p>
              <a:pPr algn="ctr"/>
              <a:endParaRPr sz="1013">
                <a:latin typeface="+mn-lt"/>
                <a:ea typeface="+mn-ea"/>
                <a:cs typeface="+mn-ea"/>
                <a:sym typeface="+mn-lt"/>
              </a:endParaRPr>
            </a:p>
          </p:txBody>
        </p:sp>
        <p:sp>
          <p:nvSpPr>
            <p:cNvPr id="73" name="Freeform: Shape 7"/>
            <p:cNvSpPr>
              <a:spLocks/>
            </p:cNvSpPr>
            <p:nvPr/>
          </p:nvSpPr>
          <p:spPr bwMode="auto">
            <a:xfrm>
              <a:off x="5773762" y="5013683"/>
              <a:ext cx="754314" cy="108681"/>
            </a:xfrm>
            <a:custGeom>
              <a:avLst/>
              <a:gdLst>
                <a:gd name="T0" fmla="*/ 130 w 139"/>
                <a:gd name="T1" fmla="*/ 0 h 23"/>
                <a:gd name="T2" fmla="*/ 9 w 139"/>
                <a:gd name="T3" fmla="*/ 0 h 23"/>
                <a:gd name="T4" fmla="*/ 0 w 139"/>
                <a:gd name="T5" fmla="*/ 9 h 23"/>
                <a:gd name="T6" fmla="*/ 0 w 139"/>
                <a:gd name="T7" fmla="*/ 14 h 23"/>
                <a:gd name="T8" fmla="*/ 9 w 139"/>
                <a:gd name="T9" fmla="*/ 23 h 23"/>
                <a:gd name="T10" fmla="*/ 130 w 139"/>
                <a:gd name="T11" fmla="*/ 23 h 23"/>
                <a:gd name="T12" fmla="*/ 139 w 139"/>
                <a:gd name="T13" fmla="*/ 14 h 23"/>
                <a:gd name="T14" fmla="*/ 139 w 139"/>
                <a:gd name="T15" fmla="*/ 9 h 23"/>
                <a:gd name="T16" fmla="*/ 130 w 139"/>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9" h="23">
                  <a:moveTo>
                    <a:pt x="130" y="0"/>
                  </a:moveTo>
                  <a:cubicBezTo>
                    <a:pt x="9" y="0"/>
                    <a:pt x="9" y="0"/>
                    <a:pt x="9" y="0"/>
                  </a:cubicBezTo>
                  <a:cubicBezTo>
                    <a:pt x="4" y="0"/>
                    <a:pt x="0" y="4"/>
                    <a:pt x="0" y="9"/>
                  </a:cubicBezTo>
                  <a:cubicBezTo>
                    <a:pt x="0" y="14"/>
                    <a:pt x="0" y="14"/>
                    <a:pt x="0" y="14"/>
                  </a:cubicBezTo>
                  <a:cubicBezTo>
                    <a:pt x="0" y="19"/>
                    <a:pt x="4" y="23"/>
                    <a:pt x="9" y="23"/>
                  </a:cubicBezTo>
                  <a:cubicBezTo>
                    <a:pt x="130" y="23"/>
                    <a:pt x="130" y="23"/>
                    <a:pt x="130" y="23"/>
                  </a:cubicBezTo>
                  <a:cubicBezTo>
                    <a:pt x="135" y="23"/>
                    <a:pt x="139" y="19"/>
                    <a:pt x="139" y="14"/>
                  </a:cubicBezTo>
                  <a:cubicBezTo>
                    <a:pt x="139" y="9"/>
                    <a:pt x="139" y="9"/>
                    <a:pt x="139" y="9"/>
                  </a:cubicBezTo>
                  <a:cubicBezTo>
                    <a:pt x="139" y="4"/>
                    <a:pt x="135" y="0"/>
                    <a:pt x="130" y="0"/>
                  </a:cubicBezTo>
                  <a:close/>
                </a:path>
              </a:pathLst>
            </a:custGeom>
            <a:grpFill/>
            <a:ln>
              <a:noFill/>
            </a:ln>
          </p:spPr>
          <p:txBody>
            <a:bodyPr anchor="ctr"/>
            <a:lstStyle/>
            <a:p>
              <a:pPr algn="ctr"/>
              <a:endParaRPr sz="1013">
                <a:latin typeface="+mn-lt"/>
                <a:ea typeface="+mn-ea"/>
                <a:cs typeface="+mn-ea"/>
                <a:sym typeface="+mn-lt"/>
              </a:endParaRPr>
            </a:p>
          </p:txBody>
        </p:sp>
        <p:sp>
          <p:nvSpPr>
            <p:cNvPr id="74" name="Freeform: Shape 8"/>
            <p:cNvSpPr>
              <a:spLocks/>
            </p:cNvSpPr>
            <p:nvPr/>
          </p:nvSpPr>
          <p:spPr bwMode="auto">
            <a:xfrm>
              <a:off x="5795282" y="5170787"/>
              <a:ext cx="710196" cy="119442"/>
            </a:xfrm>
            <a:custGeom>
              <a:avLst/>
              <a:gdLst>
                <a:gd name="T0" fmla="*/ 122 w 131"/>
                <a:gd name="T1" fmla="*/ 0 h 24"/>
                <a:gd name="T2" fmla="*/ 9 w 131"/>
                <a:gd name="T3" fmla="*/ 0 h 24"/>
                <a:gd name="T4" fmla="*/ 0 w 131"/>
                <a:gd name="T5" fmla="*/ 9 h 24"/>
                <a:gd name="T6" fmla="*/ 0 w 131"/>
                <a:gd name="T7" fmla="*/ 15 h 24"/>
                <a:gd name="T8" fmla="*/ 9 w 131"/>
                <a:gd name="T9" fmla="*/ 24 h 24"/>
                <a:gd name="T10" fmla="*/ 122 w 131"/>
                <a:gd name="T11" fmla="*/ 24 h 24"/>
                <a:gd name="T12" fmla="*/ 131 w 131"/>
                <a:gd name="T13" fmla="*/ 15 h 24"/>
                <a:gd name="T14" fmla="*/ 131 w 131"/>
                <a:gd name="T15" fmla="*/ 9 h 24"/>
                <a:gd name="T16" fmla="*/ 122 w 131"/>
                <a:gd name="T1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24">
                  <a:moveTo>
                    <a:pt x="122" y="0"/>
                  </a:moveTo>
                  <a:cubicBezTo>
                    <a:pt x="9" y="0"/>
                    <a:pt x="9" y="0"/>
                    <a:pt x="9" y="0"/>
                  </a:cubicBezTo>
                  <a:cubicBezTo>
                    <a:pt x="4" y="0"/>
                    <a:pt x="0" y="4"/>
                    <a:pt x="0" y="9"/>
                  </a:cubicBezTo>
                  <a:cubicBezTo>
                    <a:pt x="0" y="15"/>
                    <a:pt x="0" y="15"/>
                    <a:pt x="0" y="15"/>
                  </a:cubicBezTo>
                  <a:cubicBezTo>
                    <a:pt x="0" y="20"/>
                    <a:pt x="4" y="24"/>
                    <a:pt x="9" y="24"/>
                  </a:cubicBezTo>
                  <a:cubicBezTo>
                    <a:pt x="122" y="24"/>
                    <a:pt x="122" y="24"/>
                    <a:pt x="122" y="24"/>
                  </a:cubicBezTo>
                  <a:cubicBezTo>
                    <a:pt x="127" y="24"/>
                    <a:pt x="131" y="20"/>
                    <a:pt x="131" y="15"/>
                  </a:cubicBezTo>
                  <a:cubicBezTo>
                    <a:pt x="131" y="9"/>
                    <a:pt x="131" y="9"/>
                    <a:pt x="131" y="9"/>
                  </a:cubicBezTo>
                  <a:cubicBezTo>
                    <a:pt x="131" y="4"/>
                    <a:pt x="127" y="0"/>
                    <a:pt x="122" y="0"/>
                  </a:cubicBezTo>
                  <a:close/>
                </a:path>
              </a:pathLst>
            </a:custGeom>
            <a:grpFill/>
            <a:ln>
              <a:noFill/>
            </a:ln>
          </p:spPr>
          <p:txBody>
            <a:bodyPr anchor="ctr"/>
            <a:lstStyle/>
            <a:p>
              <a:pPr algn="ctr"/>
              <a:endParaRPr sz="1013">
                <a:latin typeface="+mn-lt"/>
                <a:ea typeface="+mn-ea"/>
                <a:cs typeface="+mn-ea"/>
                <a:sym typeface="+mn-lt"/>
              </a:endParaRPr>
            </a:p>
          </p:txBody>
        </p:sp>
        <p:sp>
          <p:nvSpPr>
            <p:cNvPr id="75" name="Freeform: Shape 9"/>
            <p:cNvSpPr>
              <a:spLocks/>
            </p:cNvSpPr>
            <p:nvPr/>
          </p:nvSpPr>
          <p:spPr bwMode="auto">
            <a:xfrm>
              <a:off x="5838325" y="5333271"/>
              <a:ext cx="624112" cy="100283"/>
            </a:xfrm>
            <a:custGeom>
              <a:avLst/>
              <a:gdLst>
                <a:gd name="T0" fmla="*/ 107 w 115"/>
                <a:gd name="T1" fmla="*/ 0 h 23"/>
                <a:gd name="T2" fmla="*/ 8 w 115"/>
                <a:gd name="T3" fmla="*/ 0 h 23"/>
                <a:gd name="T4" fmla="*/ 0 w 115"/>
                <a:gd name="T5" fmla="*/ 9 h 23"/>
                <a:gd name="T6" fmla="*/ 0 w 115"/>
                <a:gd name="T7" fmla="*/ 15 h 23"/>
                <a:gd name="T8" fmla="*/ 8 w 115"/>
                <a:gd name="T9" fmla="*/ 23 h 23"/>
                <a:gd name="T10" fmla="*/ 107 w 115"/>
                <a:gd name="T11" fmla="*/ 23 h 23"/>
                <a:gd name="T12" fmla="*/ 115 w 115"/>
                <a:gd name="T13" fmla="*/ 15 h 23"/>
                <a:gd name="T14" fmla="*/ 115 w 115"/>
                <a:gd name="T15" fmla="*/ 9 h 23"/>
                <a:gd name="T16" fmla="*/ 107 w 115"/>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23">
                  <a:moveTo>
                    <a:pt x="107" y="0"/>
                  </a:moveTo>
                  <a:cubicBezTo>
                    <a:pt x="8" y="0"/>
                    <a:pt x="8" y="0"/>
                    <a:pt x="8" y="0"/>
                  </a:cubicBezTo>
                  <a:cubicBezTo>
                    <a:pt x="4" y="0"/>
                    <a:pt x="0" y="4"/>
                    <a:pt x="0" y="9"/>
                  </a:cubicBezTo>
                  <a:cubicBezTo>
                    <a:pt x="0" y="15"/>
                    <a:pt x="0" y="15"/>
                    <a:pt x="0" y="15"/>
                  </a:cubicBezTo>
                  <a:cubicBezTo>
                    <a:pt x="0" y="19"/>
                    <a:pt x="4" y="23"/>
                    <a:pt x="8" y="23"/>
                  </a:cubicBezTo>
                  <a:cubicBezTo>
                    <a:pt x="107" y="23"/>
                    <a:pt x="107" y="23"/>
                    <a:pt x="107" y="23"/>
                  </a:cubicBezTo>
                  <a:cubicBezTo>
                    <a:pt x="111" y="23"/>
                    <a:pt x="115" y="19"/>
                    <a:pt x="115" y="15"/>
                  </a:cubicBezTo>
                  <a:cubicBezTo>
                    <a:pt x="115" y="9"/>
                    <a:pt x="115" y="9"/>
                    <a:pt x="115" y="9"/>
                  </a:cubicBezTo>
                  <a:cubicBezTo>
                    <a:pt x="115" y="4"/>
                    <a:pt x="111" y="0"/>
                    <a:pt x="107" y="0"/>
                  </a:cubicBezTo>
                  <a:close/>
                </a:path>
              </a:pathLst>
            </a:custGeom>
            <a:grpFill/>
            <a:ln>
              <a:noFill/>
            </a:ln>
          </p:spPr>
          <p:txBody>
            <a:bodyPr anchor="ctr"/>
            <a:lstStyle/>
            <a:p>
              <a:pPr algn="ctr"/>
              <a:endParaRPr sz="1013">
                <a:latin typeface="+mn-lt"/>
                <a:ea typeface="+mn-ea"/>
                <a:cs typeface="+mn-ea"/>
                <a:sym typeface="+mn-lt"/>
              </a:endParaRPr>
            </a:p>
          </p:txBody>
        </p:sp>
        <p:sp>
          <p:nvSpPr>
            <p:cNvPr id="76" name="Freeform: Shape 10"/>
            <p:cNvSpPr>
              <a:spLocks/>
            </p:cNvSpPr>
            <p:nvPr/>
          </p:nvSpPr>
          <p:spPr bwMode="auto">
            <a:xfrm>
              <a:off x="5952386" y="5476597"/>
              <a:ext cx="395988" cy="108681"/>
            </a:xfrm>
            <a:custGeom>
              <a:avLst/>
              <a:gdLst>
                <a:gd name="T0" fmla="*/ 0 w 73"/>
                <a:gd name="T1" fmla="*/ 0 h 20"/>
                <a:gd name="T2" fmla="*/ 73 w 73"/>
                <a:gd name="T3" fmla="*/ 0 h 20"/>
                <a:gd name="T4" fmla="*/ 36 w 73"/>
                <a:gd name="T5" fmla="*/ 20 h 20"/>
                <a:gd name="T6" fmla="*/ 0 w 73"/>
                <a:gd name="T7" fmla="*/ 0 h 20"/>
              </a:gdLst>
              <a:ahLst/>
              <a:cxnLst>
                <a:cxn ang="0">
                  <a:pos x="T0" y="T1"/>
                </a:cxn>
                <a:cxn ang="0">
                  <a:pos x="T2" y="T3"/>
                </a:cxn>
                <a:cxn ang="0">
                  <a:pos x="T4" y="T5"/>
                </a:cxn>
                <a:cxn ang="0">
                  <a:pos x="T6" y="T7"/>
                </a:cxn>
              </a:cxnLst>
              <a:rect l="0" t="0" r="r" b="b"/>
              <a:pathLst>
                <a:path w="73" h="20">
                  <a:moveTo>
                    <a:pt x="0" y="0"/>
                  </a:moveTo>
                  <a:cubicBezTo>
                    <a:pt x="73" y="0"/>
                    <a:pt x="73" y="0"/>
                    <a:pt x="73" y="0"/>
                  </a:cubicBezTo>
                  <a:cubicBezTo>
                    <a:pt x="73" y="12"/>
                    <a:pt x="54" y="20"/>
                    <a:pt x="36" y="20"/>
                  </a:cubicBezTo>
                  <a:cubicBezTo>
                    <a:pt x="19" y="20"/>
                    <a:pt x="0" y="12"/>
                    <a:pt x="0" y="0"/>
                  </a:cubicBezTo>
                  <a:close/>
                </a:path>
              </a:pathLst>
            </a:custGeom>
            <a:grpFill/>
            <a:ln>
              <a:noFill/>
            </a:ln>
          </p:spPr>
          <p:txBody>
            <a:bodyPr anchor="ctr"/>
            <a:lstStyle/>
            <a:p>
              <a:pPr algn="ctr"/>
              <a:endParaRPr sz="1013">
                <a:latin typeface="+mn-lt"/>
                <a:ea typeface="+mn-ea"/>
                <a:cs typeface="+mn-ea"/>
                <a:sym typeface="+mn-lt"/>
              </a:endParaRPr>
            </a:p>
          </p:txBody>
        </p:sp>
        <p:sp>
          <p:nvSpPr>
            <p:cNvPr id="77" name="Freeform: Shape 11"/>
            <p:cNvSpPr>
              <a:spLocks/>
            </p:cNvSpPr>
            <p:nvPr/>
          </p:nvSpPr>
          <p:spPr bwMode="auto">
            <a:xfrm>
              <a:off x="5740404" y="3781799"/>
              <a:ext cx="841475" cy="1133086"/>
            </a:xfrm>
            <a:custGeom>
              <a:avLst/>
              <a:gdLst>
                <a:gd name="T0" fmla="*/ 29 w 155"/>
                <a:gd name="T1" fmla="*/ 200 h 209"/>
                <a:gd name="T2" fmla="*/ 37 w 155"/>
                <a:gd name="T3" fmla="*/ 176 h 209"/>
                <a:gd name="T4" fmla="*/ 44 w 155"/>
                <a:gd name="T5" fmla="*/ 139 h 209"/>
                <a:gd name="T6" fmla="*/ 48 w 155"/>
                <a:gd name="T7" fmla="*/ 52 h 209"/>
                <a:gd name="T8" fmla="*/ 21 w 155"/>
                <a:gd name="T9" fmla="*/ 2 h 209"/>
                <a:gd name="T10" fmla="*/ 1 w 155"/>
                <a:gd name="T11" fmla="*/ 14 h 209"/>
                <a:gd name="T12" fmla="*/ 14 w 155"/>
                <a:gd name="T13" fmla="*/ 46 h 209"/>
                <a:gd name="T14" fmla="*/ 43 w 155"/>
                <a:gd name="T15" fmla="*/ 55 h 209"/>
                <a:gd name="T16" fmla="*/ 79 w 155"/>
                <a:gd name="T17" fmla="*/ 49 h 209"/>
                <a:gd name="T18" fmla="*/ 98 w 155"/>
                <a:gd name="T19" fmla="*/ 26 h 209"/>
                <a:gd name="T20" fmla="*/ 83 w 155"/>
                <a:gd name="T21" fmla="*/ 2 h 209"/>
                <a:gd name="T22" fmla="*/ 64 w 155"/>
                <a:gd name="T23" fmla="*/ 14 h 209"/>
                <a:gd name="T24" fmla="*/ 79 w 155"/>
                <a:gd name="T25" fmla="*/ 52 h 209"/>
                <a:gd name="T26" fmla="*/ 143 w 155"/>
                <a:gd name="T27" fmla="*/ 42 h 209"/>
                <a:gd name="T28" fmla="*/ 143 w 155"/>
                <a:gd name="T29" fmla="*/ 7 h 209"/>
                <a:gd name="T30" fmla="*/ 120 w 155"/>
                <a:gd name="T31" fmla="*/ 26 h 209"/>
                <a:gd name="T32" fmla="*/ 114 w 155"/>
                <a:gd name="T33" fmla="*/ 61 h 209"/>
                <a:gd name="T34" fmla="*/ 112 w 155"/>
                <a:gd name="T35" fmla="*/ 97 h 209"/>
                <a:gd name="T36" fmla="*/ 117 w 155"/>
                <a:gd name="T37" fmla="*/ 170 h 209"/>
                <a:gd name="T38" fmla="*/ 120 w 155"/>
                <a:gd name="T39" fmla="*/ 207 h 209"/>
                <a:gd name="T40" fmla="*/ 128 w 155"/>
                <a:gd name="T41" fmla="*/ 205 h 209"/>
                <a:gd name="T42" fmla="*/ 120 w 155"/>
                <a:gd name="T43" fmla="*/ 85 h 209"/>
                <a:gd name="T44" fmla="*/ 128 w 155"/>
                <a:gd name="T45" fmla="*/ 25 h 209"/>
                <a:gd name="T46" fmla="*/ 137 w 155"/>
                <a:gd name="T47" fmla="*/ 11 h 209"/>
                <a:gd name="T48" fmla="*/ 138 w 155"/>
                <a:gd name="T49" fmla="*/ 11 h 209"/>
                <a:gd name="T50" fmla="*/ 139 w 155"/>
                <a:gd name="T51" fmla="*/ 13 h 209"/>
                <a:gd name="T52" fmla="*/ 140 w 155"/>
                <a:gd name="T53" fmla="*/ 21 h 209"/>
                <a:gd name="T54" fmla="*/ 123 w 155"/>
                <a:gd name="T55" fmla="*/ 56 h 209"/>
                <a:gd name="T56" fmla="*/ 91 w 155"/>
                <a:gd name="T57" fmla="*/ 53 h 209"/>
                <a:gd name="T58" fmla="*/ 72 w 155"/>
                <a:gd name="T59" fmla="*/ 22 h 209"/>
                <a:gd name="T60" fmla="*/ 82 w 155"/>
                <a:gd name="T61" fmla="*/ 7 h 209"/>
                <a:gd name="T62" fmla="*/ 89 w 155"/>
                <a:gd name="T63" fmla="*/ 33 h 209"/>
                <a:gd name="T64" fmla="*/ 67 w 155"/>
                <a:gd name="T65" fmla="*/ 50 h 209"/>
                <a:gd name="T66" fmla="*/ 16 w 155"/>
                <a:gd name="T67" fmla="*/ 35 h 209"/>
                <a:gd name="T68" fmla="*/ 10 w 155"/>
                <a:gd name="T69" fmla="*/ 8 h 209"/>
                <a:gd name="T70" fmla="*/ 20 w 155"/>
                <a:gd name="T71" fmla="*/ 8 h 209"/>
                <a:gd name="T72" fmla="*/ 28 w 155"/>
                <a:gd name="T73" fmla="*/ 14 h 209"/>
                <a:gd name="T74" fmla="*/ 41 w 155"/>
                <a:gd name="T75" fmla="*/ 68 h 209"/>
                <a:gd name="T76" fmla="*/ 35 w 155"/>
                <a:gd name="T77" fmla="*/ 147 h 209"/>
                <a:gd name="T78" fmla="*/ 21 w 155"/>
                <a:gd name="T79" fmla="*/ 201 h 209"/>
                <a:gd name="T80" fmla="*/ 29 w 155"/>
                <a:gd name="T81" fmla="*/ 20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5" h="209">
                  <a:moveTo>
                    <a:pt x="29" y="200"/>
                  </a:moveTo>
                  <a:cubicBezTo>
                    <a:pt x="33" y="192"/>
                    <a:pt x="35" y="184"/>
                    <a:pt x="37" y="176"/>
                  </a:cubicBezTo>
                  <a:cubicBezTo>
                    <a:pt x="40" y="164"/>
                    <a:pt x="42" y="151"/>
                    <a:pt x="44" y="139"/>
                  </a:cubicBezTo>
                  <a:cubicBezTo>
                    <a:pt x="48" y="110"/>
                    <a:pt x="51" y="81"/>
                    <a:pt x="48" y="52"/>
                  </a:cubicBezTo>
                  <a:cubicBezTo>
                    <a:pt x="46" y="34"/>
                    <a:pt x="42" y="8"/>
                    <a:pt x="21" y="2"/>
                  </a:cubicBezTo>
                  <a:cubicBezTo>
                    <a:pt x="12" y="0"/>
                    <a:pt x="2" y="4"/>
                    <a:pt x="1" y="14"/>
                  </a:cubicBezTo>
                  <a:cubicBezTo>
                    <a:pt x="0" y="25"/>
                    <a:pt x="6" y="38"/>
                    <a:pt x="14" y="46"/>
                  </a:cubicBezTo>
                  <a:cubicBezTo>
                    <a:pt x="22" y="53"/>
                    <a:pt x="33" y="54"/>
                    <a:pt x="43" y="55"/>
                  </a:cubicBezTo>
                  <a:cubicBezTo>
                    <a:pt x="55" y="55"/>
                    <a:pt x="68" y="54"/>
                    <a:pt x="79" y="49"/>
                  </a:cubicBezTo>
                  <a:cubicBezTo>
                    <a:pt x="89" y="45"/>
                    <a:pt x="98" y="38"/>
                    <a:pt x="98" y="26"/>
                  </a:cubicBezTo>
                  <a:cubicBezTo>
                    <a:pt x="99" y="16"/>
                    <a:pt x="94" y="4"/>
                    <a:pt x="83" y="2"/>
                  </a:cubicBezTo>
                  <a:cubicBezTo>
                    <a:pt x="74" y="0"/>
                    <a:pt x="65" y="5"/>
                    <a:pt x="64" y="14"/>
                  </a:cubicBezTo>
                  <a:cubicBezTo>
                    <a:pt x="61" y="27"/>
                    <a:pt x="69" y="44"/>
                    <a:pt x="79" y="52"/>
                  </a:cubicBezTo>
                  <a:cubicBezTo>
                    <a:pt x="98" y="69"/>
                    <a:pt x="131" y="65"/>
                    <a:pt x="143" y="42"/>
                  </a:cubicBezTo>
                  <a:cubicBezTo>
                    <a:pt x="147" y="35"/>
                    <a:pt x="155" y="10"/>
                    <a:pt x="143" y="7"/>
                  </a:cubicBezTo>
                  <a:cubicBezTo>
                    <a:pt x="132" y="4"/>
                    <a:pt x="124" y="18"/>
                    <a:pt x="120" y="26"/>
                  </a:cubicBezTo>
                  <a:cubicBezTo>
                    <a:pt x="116" y="37"/>
                    <a:pt x="115" y="49"/>
                    <a:pt x="114" y="61"/>
                  </a:cubicBezTo>
                  <a:cubicBezTo>
                    <a:pt x="112" y="73"/>
                    <a:pt x="112" y="85"/>
                    <a:pt x="112" y="97"/>
                  </a:cubicBezTo>
                  <a:cubicBezTo>
                    <a:pt x="112" y="121"/>
                    <a:pt x="115" y="146"/>
                    <a:pt x="117" y="170"/>
                  </a:cubicBezTo>
                  <a:cubicBezTo>
                    <a:pt x="118" y="183"/>
                    <a:pt x="119" y="195"/>
                    <a:pt x="120" y="207"/>
                  </a:cubicBezTo>
                  <a:cubicBezTo>
                    <a:pt x="120" y="209"/>
                    <a:pt x="128" y="208"/>
                    <a:pt x="128" y="205"/>
                  </a:cubicBezTo>
                  <a:cubicBezTo>
                    <a:pt x="126" y="165"/>
                    <a:pt x="120" y="125"/>
                    <a:pt x="120" y="85"/>
                  </a:cubicBezTo>
                  <a:cubicBezTo>
                    <a:pt x="121" y="65"/>
                    <a:pt x="121" y="43"/>
                    <a:pt x="128" y="25"/>
                  </a:cubicBezTo>
                  <a:cubicBezTo>
                    <a:pt x="130" y="20"/>
                    <a:pt x="133" y="13"/>
                    <a:pt x="137" y="11"/>
                  </a:cubicBezTo>
                  <a:cubicBezTo>
                    <a:pt x="139" y="10"/>
                    <a:pt x="137" y="10"/>
                    <a:pt x="138" y="11"/>
                  </a:cubicBezTo>
                  <a:cubicBezTo>
                    <a:pt x="138" y="12"/>
                    <a:pt x="139" y="12"/>
                    <a:pt x="139" y="13"/>
                  </a:cubicBezTo>
                  <a:cubicBezTo>
                    <a:pt x="141" y="16"/>
                    <a:pt x="141" y="19"/>
                    <a:pt x="140" y="21"/>
                  </a:cubicBezTo>
                  <a:cubicBezTo>
                    <a:pt x="140" y="34"/>
                    <a:pt x="135" y="49"/>
                    <a:pt x="123" y="56"/>
                  </a:cubicBezTo>
                  <a:cubicBezTo>
                    <a:pt x="113" y="61"/>
                    <a:pt x="100" y="59"/>
                    <a:pt x="91" y="53"/>
                  </a:cubicBezTo>
                  <a:cubicBezTo>
                    <a:pt x="80" y="46"/>
                    <a:pt x="74" y="34"/>
                    <a:pt x="72" y="22"/>
                  </a:cubicBezTo>
                  <a:cubicBezTo>
                    <a:pt x="71" y="15"/>
                    <a:pt x="72" y="1"/>
                    <a:pt x="82" y="7"/>
                  </a:cubicBezTo>
                  <a:cubicBezTo>
                    <a:pt x="90" y="12"/>
                    <a:pt x="92" y="24"/>
                    <a:pt x="89" y="33"/>
                  </a:cubicBezTo>
                  <a:cubicBezTo>
                    <a:pt x="86" y="43"/>
                    <a:pt x="77" y="47"/>
                    <a:pt x="67" y="50"/>
                  </a:cubicBezTo>
                  <a:cubicBezTo>
                    <a:pt x="49" y="53"/>
                    <a:pt x="26" y="52"/>
                    <a:pt x="16" y="35"/>
                  </a:cubicBezTo>
                  <a:cubicBezTo>
                    <a:pt x="11" y="28"/>
                    <a:pt x="7" y="16"/>
                    <a:pt x="10" y="8"/>
                  </a:cubicBezTo>
                  <a:cubicBezTo>
                    <a:pt x="12" y="3"/>
                    <a:pt x="15" y="6"/>
                    <a:pt x="20" y="8"/>
                  </a:cubicBezTo>
                  <a:cubicBezTo>
                    <a:pt x="23" y="9"/>
                    <a:pt x="25" y="11"/>
                    <a:pt x="28" y="14"/>
                  </a:cubicBezTo>
                  <a:cubicBezTo>
                    <a:pt x="39" y="28"/>
                    <a:pt x="40" y="51"/>
                    <a:pt x="41" y="68"/>
                  </a:cubicBezTo>
                  <a:cubicBezTo>
                    <a:pt x="42" y="94"/>
                    <a:pt x="39" y="121"/>
                    <a:pt x="35" y="147"/>
                  </a:cubicBezTo>
                  <a:cubicBezTo>
                    <a:pt x="32" y="165"/>
                    <a:pt x="29" y="185"/>
                    <a:pt x="21" y="201"/>
                  </a:cubicBezTo>
                  <a:cubicBezTo>
                    <a:pt x="20" y="203"/>
                    <a:pt x="28" y="202"/>
                    <a:pt x="29" y="200"/>
                  </a:cubicBezTo>
                  <a:close/>
                </a:path>
              </a:pathLst>
            </a:custGeom>
            <a:grpFill/>
            <a:ln>
              <a:noFill/>
            </a:ln>
          </p:spPr>
          <p:txBody>
            <a:bodyPr anchor="ctr"/>
            <a:lstStyle/>
            <a:p>
              <a:pPr algn="ctr"/>
              <a:endParaRPr sz="1013">
                <a:latin typeface="+mn-lt"/>
                <a:ea typeface="+mn-ea"/>
                <a:cs typeface="+mn-ea"/>
                <a:sym typeface="+mn-lt"/>
              </a:endParaRPr>
            </a:p>
          </p:txBody>
        </p:sp>
        <p:grpSp>
          <p:nvGrpSpPr>
            <p:cNvPr id="78" name="Group 12"/>
            <p:cNvGrpSpPr/>
            <p:nvPr/>
          </p:nvGrpSpPr>
          <p:grpSpPr>
            <a:xfrm>
              <a:off x="4823608" y="2237050"/>
              <a:ext cx="2653553" cy="2000393"/>
              <a:chOff x="3525061" y="1210682"/>
              <a:chExt cx="2097079" cy="1580888"/>
            </a:xfrm>
            <a:grpFill/>
          </p:grpSpPr>
          <p:sp>
            <p:nvSpPr>
              <p:cNvPr id="80" name="Freeform: Shape 13"/>
              <p:cNvSpPr>
                <a:spLocks/>
              </p:cNvSpPr>
              <p:nvPr/>
            </p:nvSpPr>
            <p:spPr bwMode="auto">
              <a:xfrm>
                <a:off x="5347462" y="2255820"/>
                <a:ext cx="274678" cy="47622"/>
              </a:xfrm>
              <a:custGeom>
                <a:avLst/>
                <a:gdLst>
                  <a:gd name="T0" fmla="*/ 58 w 64"/>
                  <a:gd name="T1" fmla="*/ 0 h 11"/>
                  <a:gd name="T2" fmla="*/ 6 w 64"/>
                  <a:gd name="T3" fmla="*/ 0 h 11"/>
                  <a:gd name="T4" fmla="*/ 0 w 64"/>
                  <a:gd name="T5" fmla="*/ 5 h 11"/>
                  <a:gd name="T6" fmla="*/ 6 w 64"/>
                  <a:gd name="T7" fmla="*/ 11 h 11"/>
                  <a:gd name="T8" fmla="*/ 58 w 64"/>
                  <a:gd name="T9" fmla="*/ 11 h 11"/>
                  <a:gd name="T10" fmla="*/ 64 w 64"/>
                  <a:gd name="T11" fmla="*/ 5 h 11"/>
                  <a:gd name="T12" fmla="*/ 58 w 6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64" h="11">
                    <a:moveTo>
                      <a:pt x="58" y="0"/>
                    </a:moveTo>
                    <a:cubicBezTo>
                      <a:pt x="6" y="0"/>
                      <a:pt x="6" y="0"/>
                      <a:pt x="6" y="0"/>
                    </a:cubicBezTo>
                    <a:cubicBezTo>
                      <a:pt x="3" y="0"/>
                      <a:pt x="0" y="2"/>
                      <a:pt x="0" y="5"/>
                    </a:cubicBezTo>
                    <a:cubicBezTo>
                      <a:pt x="0" y="9"/>
                      <a:pt x="3" y="11"/>
                      <a:pt x="6" y="11"/>
                    </a:cubicBezTo>
                    <a:cubicBezTo>
                      <a:pt x="58" y="11"/>
                      <a:pt x="58" y="11"/>
                      <a:pt x="58" y="11"/>
                    </a:cubicBezTo>
                    <a:cubicBezTo>
                      <a:pt x="62" y="11"/>
                      <a:pt x="64" y="9"/>
                      <a:pt x="64" y="5"/>
                    </a:cubicBezTo>
                    <a:cubicBezTo>
                      <a:pt x="64" y="2"/>
                      <a:pt x="62" y="0"/>
                      <a:pt x="58" y="0"/>
                    </a:cubicBezTo>
                    <a:close/>
                  </a:path>
                </a:pathLst>
              </a:custGeom>
              <a:grpFill/>
              <a:ln>
                <a:noFill/>
              </a:ln>
            </p:spPr>
            <p:txBody>
              <a:bodyPr anchor="ctr"/>
              <a:lstStyle/>
              <a:p>
                <a:pPr algn="ctr"/>
                <a:endParaRPr sz="1013">
                  <a:latin typeface="+mn-lt"/>
                  <a:ea typeface="+mn-ea"/>
                  <a:cs typeface="+mn-ea"/>
                  <a:sym typeface="+mn-lt"/>
                </a:endParaRPr>
              </a:p>
            </p:txBody>
          </p:sp>
          <p:sp>
            <p:nvSpPr>
              <p:cNvPr id="81" name="Freeform: Shape 14"/>
              <p:cNvSpPr>
                <a:spLocks/>
              </p:cNvSpPr>
              <p:nvPr/>
            </p:nvSpPr>
            <p:spPr bwMode="auto">
              <a:xfrm>
                <a:off x="5275178" y="1763440"/>
                <a:ext cx="248316" cy="167528"/>
              </a:xfrm>
              <a:custGeom>
                <a:avLst/>
                <a:gdLst>
                  <a:gd name="T0" fmla="*/ 6 w 58"/>
                  <a:gd name="T1" fmla="*/ 39 h 39"/>
                  <a:gd name="T2" fmla="*/ 9 w 58"/>
                  <a:gd name="T3" fmla="*/ 38 h 39"/>
                  <a:gd name="T4" fmla="*/ 54 w 58"/>
                  <a:gd name="T5" fmla="*/ 12 h 39"/>
                  <a:gd name="T6" fmla="*/ 56 w 58"/>
                  <a:gd name="T7" fmla="*/ 4 h 39"/>
                  <a:gd name="T8" fmla="*/ 48 w 58"/>
                  <a:gd name="T9" fmla="*/ 2 h 39"/>
                  <a:gd name="T10" fmla="*/ 3 w 58"/>
                  <a:gd name="T11" fmla="*/ 28 h 39"/>
                  <a:gd name="T12" fmla="*/ 1 w 58"/>
                  <a:gd name="T13" fmla="*/ 36 h 39"/>
                  <a:gd name="T14" fmla="*/ 6 w 58"/>
                  <a:gd name="T15" fmla="*/ 39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9">
                    <a:moveTo>
                      <a:pt x="6" y="39"/>
                    </a:moveTo>
                    <a:cubicBezTo>
                      <a:pt x="7" y="39"/>
                      <a:pt x="8" y="38"/>
                      <a:pt x="9" y="38"/>
                    </a:cubicBezTo>
                    <a:cubicBezTo>
                      <a:pt x="54" y="12"/>
                      <a:pt x="54" y="12"/>
                      <a:pt x="54" y="12"/>
                    </a:cubicBezTo>
                    <a:cubicBezTo>
                      <a:pt x="57" y="10"/>
                      <a:pt x="58" y="6"/>
                      <a:pt x="56" y="4"/>
                    </a:cubicBezTo>
                    <a:cubicBezTo>
                      <a:pt x="55" y="1"/>
                      <a:pt x="51" y="0"/>
                      <a:pt x="48" y="2"/>
                    </a:cubicBezTo>
                    <a:cubicBezTo>
                      <a:pt x="3" y="28"/>
                      <a:pt x="3" y="28"/>
                      <a:pt x="3" y="28"/>
                    </a:cubicBezTo>
                    <a:cubicBezTo>
                      <a:pt x="0" y="30"/>
                      <a:pt x="0" y="33"/>
                      <a:pt x="1" y="36"/>
                    </a:cubicBezTo>
                    <a:cubicBezTo>
                      <a:pt x="2" y="38"/>
                      <a:pt x="4" y="39"/>
                      <a:pt x="6" y="39"/>
                    </a:cubicBezTo>
                    <a:close/>
                  </a:path>
                </a:pathLst>
              </a:custGeom>
              <a:grpFill/>
              <a:ln>
                <a:noFill/>
              </a:ln>
            </p:spPr>
            <p:txBody>
              <a:bodyPr anchor="ctr"/>
              <a:lstStyle/>
              <a:p>
                <a:pPr algn="ctr"/>
                <a:endParaRPr sz="1013">
                  <a:latin typeface="+mn-lt"/>
                  <a:ea typeface="+mn-ea"/>
                  <a:cs typeface="+mn-ea"/>
                  <a:sym typeface="+mn-lt"/>
                </a:endParaRPr>
              </a:p>
            </p:txBody>
          </p:sp>
          <p:sp>
            <p:nvSpPr>
              <p:cNvPr id="82" name="Freeform: Shape 15"/>
              <p:cNvSpPr>
                <a:spLocks/>
              </p:cNvSpPr>
              <p:nvPr/>
            </p:nvSpPr>
            <p:spPr bwMode="auto">
              <a:xfrm>
                <a:off x="4979240" y="1351848"/>
                <a:ext cx="166678" cy="249166"/>
              </a:xfrm>
              <a:custGeom>
                <a:avLst/>
                <a:gdLst>
                  <a:gd name="T0" fmla="*/ 3 w 39"/>
                  <a:gd name="T1" fmla="*/ 57 h 58"/>
                  <a:gd name="T2" fmla="*/ 6 w 39"/>
                  <a:gd name="T3" fmla="*/ 58 h 58"/>
                  <a:gd name="T4" fmla="*/ 11 w 39"/>
                  <a:gd name="T5" fmla="*/ 55 h 58"/>
                  <a:gd name="T6" fmla="*/ 37 w 39"/>
                  <a:gd name="T7" fmla="*/ 9 h 58"/>
                  <a:gd name="T8" fmla="*/ 35 w 39"/>
                  <a:gd name="T9" fmla="*/ 1 h 58"/>
                  <a:gd name="T10" fmla="*/ 27 w 39"/>
                  <a:gd name="T11" fmla="*/ 3 h 58"/>
                  <a:gd name="T12" fmla="*/ 1 w 39"/>
                  <a:gd name="T13" fmla="*/ 49 h 58"/>
                  <a:gd name="T14" fmla="*/ 3 w 39"/>
                  <a:gd name="T15" fmla="*/ 57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58">
                    <a:moveTo>
                      <a:pt x="3" y="57"/>
                    </a:moveTo>
                    <a:cubicBezTo>
                      <a:pt x="4" y="57"/>
                      <a:pt x="5" y="58"/>
                      <a:pt x="6" y="58"/>
                    </a:cubicBezTo>
                    <a:cubicBezTo>
                      <a:pt x="8" y="58"/>
                      <a:pt x="10" y="56"/>
                      <a:pt x="11" y="55"/>
                    </a:cubicBezTo>
                    <a:cubicBezTo>
                      <a:pt x="37" y="9"/>
                      <a:pt x="37" y="9"/>
                      <a:pt x="37" y="9"/>
                    </a:cubicBezTo>
                    <a:cubicBezTo>
                      <a:pt x="39" y="6"/>
                      <a:pt x="38" y="3"/>
                      <a:pt x="35" y="1"/>
                    </a:cubicBezTo>
                    <a:cubicBezTo>
                      <a:pt x="32" y="0"/>
                      <a:pt x="29" y="1"/>
                      <a:pt x="27" y="3"/>
                    </a:cubicBezTo>
                    <a:cubicBezTo>
                      <a:pt x="1" y="49"/>
                      <a:pt x="1" y="49"/>
                      <a:pt x="1" y="49"/>
                    </a:cubicBezTo>
                    <a:cubicBezTo>
                      <a:pt x="0" y="52"/>
                      <a:pt x="1" y="55"/>
                      <a:pt x="3" y="57"/>
                    </a:cubicBezTo>
                    <a:close/>
                  </a:path>
                </a:pathLst>
              </a:custGeom>
              <a:grpFill/>
              <a:ln>
                <a:noFill/>
              </a:ln>
            </p:spPr>
            <p:txBody>
              <a:bodyPr anchor="ctr"/>
              <a:lstStyle/>
              <a:p>
                <a:pPr algn="ctr"/>
                <a:endParaRPr sz="1013">
                  <a:latin typeface="+mn-lt"/>
                  <a:ea typeface="+mn-ea"/>
                  <a:cs typeface="+mn-ea"/>
                  <a:sym typeface="+mn-lt"/>
                </a:endParaRPr>
              </a:p>
            </p:txBody>
          </p:sp>
          <p:sp>
            <p:nvSpPr>
              <p:cNvPr id="83" name="Freeform: Shape 16"/>
              <p:cNvSpPr>
                <a:spLocks/>
              </p:cNvSpPr>
              <p:nvPr/>
            </p:nvSpPr>
            <p:spPr bwMode="auto">
              <a:xfrm>
                <a:off x="3576935" y="1742180"/>
                <a:ext cx="252568" cy="166678"/>
              </a:xfrm>
              <a:custGeom>
                <a:avLst/>
                <a:gdLst>
                  <a:gd name="T0" fmla="*/ 55 w 59"/>
                  <a:gd name="T1" fmla="*/ 28 h 39"/>
                  <a:gd name="T2" fmla="*/ 10 w 59"/>
                  <a:gd name="T3" fmla="*/ 1 h 39"/>
                  <a:gd name="T4" fmla="*/ 2 w 59"/>
                  <a:gd name="T5" fmla="*/ 4 h 39"/>
                  <a:gd name="T6" fmla="*/ 4 w 59"/>
                  <a:gd name="T7" fmla="*/ 11 h 39"/>
                  <a:gd name="T8" fmla="*/ 49 w 59"/>
                  <a:gd name="T9" fmla="*/ 38 h 39"/>
                  <a:gd name="T10" fmla="*/ 52 w 59"/>
                  <a:gd name="T11" fmla="*/ 39 h 39"/>
                  <a:gd name="T12" fmla="*/ 57 w 59"/>
                  <a:gd name="T13" fmla="*/ 36 h 39"/>
                  <a:gd name="T14" fmla="*/ 55 w 59"/>
                  <a:gd name="T15" fmla="*/ 28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39">
                    <a:moveTo>
                      <a:pt x="55" y="28"/>
                    </a:moveTo>
                    <a:cubicBezTo>
                      <a:pt x="10" y="1"/>
                      <a:pt x="10" y="1"/>
                      <a:pt x="10" y="1"/>
                    </a:cubicBezTo>
                    <a:cubicBezTo>
                      <a:pt x="7" y="0"/>
                      <a:pt x="4" y="1"/>
                      <a:pt x="2" y="4"/>
                    </a:cubicBezTo>
                    <a:cubicBezTo>
                      <a:pt x="0" y="6"/>
                      <a:pt x="1" y="10"/>
                      <a:pt x="4" y="11"/>
                    </a:cubicBezTo>
                    <a:cubicBezTo>
                      <a:pt x="49" y="38"/>
                      <a:pt x="49" y="38"/>
                      <a:pt x="49" y="38"/>
                    </a:cubicBezTo>
                    <a:cubicBezTo>
                      <a:pt x="50" y="38"/>
                      <a:pt x="51" y="39"/>
                      <a:pt x="52" y="39"/>
                    </a:cubicBezTo>
                    <a:cubicBezTo>
                      <a:pt x="54" y="39"/>
                      <a:pt x="56" y="38"/>
                      <a:pt x="57" y="36"/>
                    </a:cubicBezTo>
                    <a:cubicBezTo>
                      <a:pt x="59" y="33"/>
                      <a:pt x="58" y="29"/>
                      <a:pt x="55" y="28"/>
                    </a:cubicBezTo>
                    <a:close/>
                  </a:path>
                </a:pathLst>
              </a:custGeom>
              <a:grpFill/>
              <a:ln>
                <a:noFill/>
              </a:ln>
            </p:spPr>
            <p:txBody>
              <a:bodyPr anchor="ctr"/>
              <a:lstStyle/>
              <a:p>
                <a:pPr algn="ctr"/>
                <a:endParaRPr sz="1013">
                  <a:latin typeface="+mn-lt"/>
                  <a:ea typeface="+mn-ea"/>
                  <a:cs typeface="+mn-ea"/>
                  <a:sym typeface="+mn-lt"/>
                </a:endParaRPr>
              </a:p>
            </p:txBody>
          </p:sp>
          <p:sp>
            <p:nvSpPr>
              <p:cNvPr id="84" name="Freeform: Shape 17"/>
              <p:cNvSpPr>
                <a:spLocks/>
              </p:cNvSpPr>
              <p:nvPr/>
            </p:nvSpPr>
            <p:spPr bwMode="auto">
              <a:xfrm>
                <a:off x="5275178" y="2603632"/>
                <a:ext cx="248316" cy="166678"/>
              </a:xfrm>
              <a:custGeom>
                <a:avLst/>
                <a:gdLst>
                  <a:gd name="T0" fmla="*/ 54 w 58"/>
                  <a:gd name="T1" fmla="*/ 28 h 39"/>
                  <a:gd name="T2" fmla="*/ 9 w 58"/>
                  <a:gd name="T3" fmla="*/ 2 h 39"/>
                  <a:gd name="T4" fmla="*/ 1 w 58"/>
                  <a:gd name="T5" fmla="*/ 4 h 39"/>
                  <a:gd name="T6" fmla="*/ 3 w 58"/>
                  <a:gd name="T7" fmla="*/ 12 h 39"/>
                  <a:gd name="T8" fmla="*/ 48 w 58"/>
                  <a:gd name="T9" fmla="*/ 38 h 39"/>
                  <a:gd name="T10" fmla="*/ 51 w 58"/>
                  <a:gd name="T11" fmla="*/ 39 h 39"/>
                  <a:gd name="T12" fmla="*/ 56 w 58"/>
                  <a:gd name="T13" fmla="*/ 36 h 39"/>
                  <a:gd name="T14" fmla="*/ 54 w 58"/>
                  <a:gd name="T15" fmla="*/ 28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9">
                    <a:moveTo>
                      <a:pt x="54" y="28"/>
                    </a:moveTo>
                    <a:cubicBezTo>
                      <a:pt x="9" y="2"/>
                      <a:pt x="9" y="2"/>
                      <a:pt x="9" y="2"/>
                    </a:cubicBezTo>
                    <a:cubicBezTo>
                      <a:pt x="6" y="0"/>
                      <a:pt x="3" y="1"/>
                      <a:pt x="1" y="4"/>
                    </a:cubicBezTo>
                    <a:cubicBezTo>
                      <a:pt x="0" y="7"/>
                      <a:pt x="0" y="10"/>
                      <a:pt x="3" y="12"/>
                    </a:cubicBezTo>
                    <a:cubicBezTo>
                      <a:pt x="48" y="38"/>
                      <a:pt x="48" y="38"/>
                      <a:pt x="48" y="38"/>
                    </a:cubicBezTo>
                    <a:cubicBezTo>
                      <a:pt x="49" y="39"/>
                      <a:pt x="50" y="39"/>
                      <a:pt x="51" y="39"/>
                    </a:cubicBezTo>
                    <a:cubicBezTo>
                      <a:pt x="53" y="39"/>
                      <a:pt x="55" y="38"/>
                      <a:pt x="56" y="36"/>
                    </a:cubicBezTo>
                    <a:cubicBezTo>
                      <a:pt x="58" y="33"/>
                      <a:pt x="57" y="30"/>
                      <a:pt x="54" y="28"/>
                    </a:cubicBezTo>
                    <a:close/>
                  </a:path>
                </a:pathLst>
              </a:custGeom>
              <a:grpFill/>
              <a:ln>
                <a:noFill/>
              </a:ln>
            </p:spPr>
            <p:txBody>
              <a:bodyPr anchor="ctr"/>
              <a:lstStyle/>
              <a:p>
                <a:pPr algn="ctr"/>
                <a:endParaRPr sz="1013">
                  <a:latin typeface="+mn-lt"/>
                  <a:ea typeface="+mn-ea"/>
                  <a:cs typeface="+mn-ea"/>
                  <a:sym typeface="+mn-lt"/>
                </a:endParaRPr>
              </a:p>
            </p:txBody>
          </p:sp>
          <p:sp>
            <p:nvSpPr>
              <p:cNvPr id="85" name="Freeform: Shape 18"/>
              <p:cNvSpPr>
                <a:spLocks/>
              </p:cNvSpPr>
              <p:nvPr/>
            </p:nvSpPr>
            <p:spPr bwMode="auto">
              <a:xfrm>
                <a:off x="3576935" y="2629144"/>
                <a:ext cx="252568" cy="162426"/>
              </a:xfrm>
              <a:custGeom>
                <a:avLst/>
                <a:gdLst>
                  <a:gd name="T0" fmla="*/ 49 w 59"/>
                  <a:gd name="T1" fmla="*/ 1 h 38"/>
                  <a:gd name="T2" fmla="*/ 4 w 59"/>
                  <a:gd name="T3" fmla="*/ 27 h 38"/>
                  <a:gd name="T4" fmla="*/ 2 w 59"/>
                  <a:gd name="T5" fmla="*/ 35 h 38"/>
                  <a:gd name="T6" fmla="*/ 7 w 59"/>
                  <a:gd name="T7" fmla="*/ 38 h 38"/>
                  <a:gd name="T8" fmla="*/ 10 w 59"/>
                  <a:gd name="T9" fmla="*/ 37 h 38"/>
                  <a:gd name="T10" fmla="*/ 55 w 59"/>
                  <a:gd name="T11" fmla="*/ 11 h 38"/>
                  <a:gd name="T12" fmla="*/ 57 w 59"/>
                  <a:gd name="T13" fmla="*/ 3 h 38"/>
                  <a:gd name="T14" fmla="*/ 49 w 59"/>
                  <a:gd name="T15" fmla="*/ 1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38">
                    <a:moveTo>
                      <a:pt x="49" y="1"/>
                    </a:moveTo>
                    <a:cubicBezTo>
                      <a:pt x="4" y="27"/>
                      <a:pt x="4" y="27"/>
                      <a:pt x="4" y="27"/>
                    </a:cubicBezTo>
                    <a:cubicBezTo>
                      <a:pt x="1" y="29"/>
                      <a:pt x="0" y="33"/>
                      <a:pt x="2" y="35"/>
                    </a:cubicBezTo>
                    <a:cubicBezTo>
                      <a:pt x="3" y="37"/>
                      <a:pt x="5" y="38"/>
                      <a:pt x="7" y="38"/>
                    </a:cubicBezTo>
                    <a:cubicBezTo>
                      <a:pt x="8" y="38"/>
                      <a:pt x="9" y="38"/>
                      <a:pt x="10" y="37"/>
                    </a:cubicBezTo>
                    <a:cubicBezTo>
                      <a:pt x="55" y="11"/>
                      <a:pt x="55" y="11"/>
                      <a:pt x="55" y="11"/>
                    </a:cubicBezTo>
                    <a:cubicBezTo>
                      <a:pt x="58" y="9"/>
                      <a:pt x="59" y="6"/>
                      <a:pt x="57" y="3"/>
                    </a:cubicBezTo>
                    <a:cubicBezTo>
                      <a:pt x="56" y="0"/>
                      <a:pt x="52" y="0"/>
                      <a:pt x="49" y="1"/>
                    </a:cubicBezTo>
                    <a:close/>
                  </a:path>
                </a:pathLst>
              </a:custGeom>
              <a:grpFill/>
              <a:ln>
                <a:noFill/>
              </a:ln>
            </p:spPr>
            <p:txBody>
              <a:bodyPr anchor="ctr"/>
              <a:lstStyle/>
              <a:p>
                <a:pPr algn="ctr"/>
                <a:endParaRPr sz="1013">
                  <a:latin typeface="+mn-lt"/>
                  <a:ea typeface="+mn-ea"/>
                  <a:cs typeface="+mn-ea"/>
                  <a:sym typeface="+mn-lt"/>
                </a:endParaRPr>
              </a:p>
            </p:txBody>
          </p:sp>
          <p:sp>
            <p:nvSpPr>
              <p:cNvPr id="86" name="Freeform: Shape 19"/>
              <p:cNvSpPr>
                <a:spLocks/>
              </p:cNvSpPr>
              <p:nvPr/>
            </p:nvSpPr>
            <p:spPr bwMode="auto">
              <a:xfrm>
                <a:off x="3953661" y="1330588"/>
                <a:ext cx="171780" cy="244064"/>
              </a:xfrm>
              <a:custGeom>
                <a:avLst/>
                <a:gdLst>
                  <a:gd name="T0" fmla="*/ 28 w 40"/>
                  <a:gd name="T1" fmla="*/ 55 h 57"/>
                  <a:gd name="T2" fmla="*/ 33 w 40"/>
                  <a:gd name="T3" fmla="*/ 57 h 57"/>
                  <a:gd name="T4" fmla="*/ 36 w 40"/>
                  <a:gd name="T5" fmla="*/ 57 h 57"/>
                  <a:gd name="T6" fmla="*/ 38 w 40"/>
                  <a:gd name="T7" fmla="*/ 49 h 57"/>
                  <a:gd name="T8" fmla="*/ 12 w 40"/>
                  <a:gd name="T9" fmla="*/ 3 h 57"/>
                  <a:gd name="T10" fmla="*/ 4 w 40"/>
                  <a:gd name="T11" fmla="*/ 1 h 57"/>
                  <a:gd name="T12" fmla="*/ 2 w 40"/>
                  <a:gd name="T13" fmla="*/ 9 h 57"/>
                  <a:gd name="T14" fmla="*/ 28 w 40"/>
                  <a:gd name="T15" fmla="*/ 55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 h="57">
                    <a:moveTo>
                      <a:pt x="28" y="55"/>
                    </a:moveTo>
                    <a:cubicBezTo>
                      <a:pt x="29" y="56"/>
                      <a:pt x="31" y="57"/>
                      <a:pt x="33" y="57"/>
                    </a:cubicBezTo>
                    <a:cubicBezTo>
                      <a:pt x="34" y="57"/>
                      <a:pt x="35" y="57"/>
                      <a:pt x="36" y="57"/>
                    </a:cubicBezTo>
                    <a:cubicBezTo>
                      <a:pt x="39" y="55"/>
                      <a:pt x="40" y="52"/>
                      <a:pt x="38" y="49"/>
                    </a:cubicBezTo>
                    <a:cubicBezTo>
                      <a:pt x="12" y="3"/>
                      <a:pt x="12" y="3"/>
                      <a:pt x="12" y="3"/>
                    </a:cubicBezTo>
                    <a:cubicBezTo>
                      <a:pt x="10" y="1"/>
                      <a:pt x="7" y="0"/>
                      <a:pt x="4" y="1"/>
                    </a:cubicBezTo>
                    <a:cubicBezTo>
                      <a:pt x="1" y="3"/>
                      <a:pt x="0" y="6"/>
                      <a:pt x="2" y="9"/>
                    </a:cubicBezTo>
                    <a:lnTo>
                      <a:pt x="28" y="55"/>
                    </a:lnTo>
                    <a:close/>
                  </a:path>
                </a:pathLst>
              </a:custGeom>
              <a:grpFill/>
              <a:ln>
                <a:noFill/>
              </a:ln>
            </p:spPr>
            <p:txBody>
              <a:bodyPr anchor="ctr"/>
              <a:lstStyle/>
              <a:p>
                <a:pPr algn="ctr"/>
                <a:endParaRPr sz="1013">
                  <a:latin typeface="+mn-lt"/>
                  <a:ea typeface="+mn-ea"/>
                  <a:cs typeface="+mn-ea"/>
                  <a:sym typeface="+mn-lt"/>
                </a:endParaRPr>
              </a:p>
            </p:txBody>
          </p:sp>
          <p:sp>
            <p:nvSpPr>
              <p:cNvPr id="87" name="Freeform: Shape 20"/>
              <p:cNvSpPr>
                <a:spLocks/>
              </p:cNvSpPr>
              <p:nvPr/>
            </p:nvSpPr>
            <p:spPr bwMode="auto">
              <a:xfrm>
                <a:off x="4537033" y="1210682"/>
                <a:ext cx="47622" cy="274678"/>
              </a:xfrm>
              <a:custGeom>
                <a:avLst/>
                <a:gdLst>
                  <a:gd name="T0" fmla="*/ 5 w 11"/>
                  <a:gd name="T1" fmla="*/ 64 h 64"/>
                  <a:gd name="T2" fmla="*/ 11 w 11"/>
                  <a:gd name="T3" fmla="*/ 58 h 64"/>
                  <a:gd name="T4" fmla="*/ 11 w 11"/>
                  <a:gd name="T5" fmla="*/ 6 h 64"/>
                  <a:gd name="T6" fmla="*/ 5 w 11"/>
                  <a:gd name="T7" fmla="*/ 0 h 64"/>
                  <a:gd name="T8" fmla="*/ 0 w 11"/>
                  <a:gd name="T9" fmla="*/ 6 h 64"/>
                  <a:gd name="T10" fmla="*/ 0 w 11"/>
                  <a:gd name="T11" fmla="*/ 58 h 64"/>
                  <a:gd name="T12" fmla="*/ 5 w 11"/>
                  <a:gd name="T13" fmla="*/ 64 h 64"/>
                </a:gdLst>
                <a:ahLst/>
                <a:cxnLst>
                  <a:cxn ang="0">
                    <a:pos x="T0" y="T1"/>
                  </a:cxn>
                  <a:cxn ang="0">
                    <a:pos x="T2" y="T3"/>
                  </a:cxn>
                  <a:cxn ang="0">
                    <a:pos x="T4" y="T5"/>
                  </a:cxn>
                  <a:cxn ang="0">
                    <a:pos x="T6" y="T7"/>
                  </a:cxn>
                  <a:cxn ang="0">
                    <a:pos x="T8" y="T9"/>
                  </a:cxn>
                  <a:cxn ang="0">
                    <a:pos x="T10" y="T11"/>
                  </a:cxn>
                  <a:cxn ang="0">
                    <a:pos x="T12" y="T13"/>
                  </a:cxn>
                </a:cxnLst>
                <a:rect l="0" t="0" r="r" b="b"/>
                <a:pathLst>
                  <a:path w="11" h="64">
                    <a:moveTo>
                      <a:pt x="5" y="64"/>
                    </a:moveTo>
                    <a:cubicBezTo>
                      <a:pt x="8" y="64"/>
                      <a:pt x="11" y="61"/>
                      <a:pt x="11" y="58"/>
                    </a:cubicBezTo>
                    <a:cubicBezTo>
                      <a:pt x="11" y="6"/>
                      <a:pt x="11" y="6"/>
                      <a:pt x="11" y="6"/>
                    </a:cubicBezTo>
                    <a:cubicBezTo>
                      <a:pt x="11" y="3"/>
                      <a:pt x="8" y="0"/>
                      <a:pt x="5" y="0"/>
                    </a:cubicBezTo>
                    <a:cubicBezTo>
                      <a:pt x="2" y="0"/>
                      <a:pt x="0" y="3"/>
                      <a:pt x="0" y="6"/>
                    </a:cubicBezTo>
                    <a:cubicBezTo>
                      <a:pt x="0" y="58"/>
                      <a:pt x="0" y="58"/>
                      <a:pt x="0" y="58"/>
                    </a:cubicBezTo>
                    <a:cubicBezTo>
                      <a:pt x="0" y="61"/>
                      <a:pt x="2" y="64"/>
                      <a:pt x="5" y="64"/>
                    </a:cubicBezTo>
                    <a:close/>
                  </a:path>
                </a:pathLst>
              </a:custGeom>
              <a:grpFill/>
              <a:ln>
                <a:noFill/>
              </a:ln>
            </p:spPr>
            <p:txBody>
              <a:bodyPr anchor="ctr"/>
              <a:lstStyle/>
              <a:p>
                <a:pPr algn="ctr"/>
                <a:endParaRPr sz="1013">
                  <a:latin typeface="+mn-lt"/>
                  <a:ea typeface="+mn-ea"/>
                  <a:cs typeface="+mn-ea"/>
                  <a:sym typeface="+mn-lt"/>
                </a:endParaRPr>
              </a:p>
            </p:txBody>
          </p:sp>
          <p:sp>
            <p:nvSpPr>
              <p:cNvPr id="88" name="Freeform: Shape 21"/>
              <p:cNvSpPr>
                <a:spLocks/>
              </p:cNvSpPr>
              <p:nvPr/>
            </p:nvSpPr>
            <p:spPr bwMode="auto">
              <a:xfrm>
                <a:off x="3525061" y="2255820"/>
                <a:ext cx="274678" cy="47622"/>
              </a:xfrm>
              <a:custGeom>
                <a:avLst/>
                <a:gdLst>
                  <a:gd name="T0" fmla="*/ 64 w 64"/>
                  <a:gd name="T1" fmla="*/ 5 h 11"/>
                  <a:gd name="T2" fmla="*/ 58 w 64"/>
                  <a:gd name="T3" fmla="*/ 0 h 11"/>
                  <a:gd name="T4" fmla="*/ 6 w 64"/>
                  <a:gd name="T5" fmla="*/ 0 h 11"/>
                  <a:gd name="T6" fmla="*/ 0 w 64"/>
                  <a:gd name="T7" fmla="*/ 5 h 11"/>
                  <a:gd name="T8" fmla="*/ 6 w 64"/>
                  <a:gd name="T9" fmla="*/ 11 h 11"/>
                  <a:gd name="T10" fmla="*/ 58 w 64"/>
                  <a:gd name="T11" fmla="*/ 11 h 11"/>
                  <a:gd name="T12" fmla="*/ 64 w 64"/>
                  <a:gd name="T13" fmla="*/ 5 h 11"/>
                </a:gdLst>
                <a:ahLst/>
                <a:cxnLst>
                  <a:cxn ang="0">
                    <a:pos x="T0" y="T1"/>
                  </a:cxn>
                  <a:cxn ang="0">
                    <a:pos x="T2" y="T3"/>
                  </a:cxn>
                  <a:cxn ang="0">
                    <a:pos x="T4" y="T5"/>
                  </a:cxn>
                  <a:cxn ang="0">
                    <a:pos x="T6" y="T7"/>
                  </a:cxn>
                  <a:cxn ang="0">
                    <a:pos x="T8" y="T9"/>
                  </a:cxn>
                  <a:cxn ang="0">
                    <a:pos x="T10" y="T11"/>
                  </a:cxn>
                  <a:cxn ang="0">
                    <a:pos x="T12" y="T13"/>
                  </a:cxn>
                </a:cxnLst>
                <a:rect l="0" t="0" r="r" b="b"/>
                <a:pathLst>
                  <a:path w="64" h="11">
                    <a:moveTo>
                      <a:pt x="64" y="5"/>
                    </a:moveTo>
                    <a:cubicBezTo>
                      <a:pt x="64" y="2"/>
                      <a:pt x="61" y="0"/>
                      <a:pt x="58" y="0"/>
                    </a:cubicBezTo>
                    <a:cubicBezTo>
                      <a:pt x="6" y="0"/>
                      <a:pt x="6" y="0"/>
                      <a:pt x="6" y="0"/>
                    </a:cubicBezTo>
                    <a:cubicBezTo>
                      <a:pt x="2" y="0"/>
                      <a:pt x="0" y="2"/>
                      <a:pt x="0" y="5"/>
                    </a:cubicBezTo>
                    <a:cubicBezTo>
                      <a:pt x="0" y="9"/>
                      <a:pt x="2" y="11"/>
                      <a:pt x="6" y="11"/>
                    </a:cubicBezTo>
                    <a:cubicBezTo>
                      <a:pt x="58" y="11"/>
                      <a:pt x="58" y="11"/>
                      <a:pt x="58" y="11"/>
                    </a:cubicBezTo>
                    <a:cubicBezTo>
                      <a:pt x="61" y="11"/>
                      <a:pt x="64" y="9"/>
                      <a:pt x="64" y="5"/>
                    </a:cubicBezTo>
                    <a:close/>
                  </a:path>
                </a:pathLst>
              </a:custGeom>
              <a:grpFill/>
              <a:ln>
                <a:noFill/>
              </a:ln>
            </p:spPr>
            <p:txBody>
              <a:bodyPr anchor="ctr"/>
              <a:lstStyle/>
              <a:p>
                <a:pPr algn="ctr"/>
                <a:endParaRPr sz="1013">
                  <a:latin typeface="+mn-lt"/>
                  <a:ea typeface="+mn-ea"/>
                  <a:cs typeface="+mn-ea"/>
                  <a:sym typeface="+mn-lt"/>
                </a:endParaRPr>
              </a:p>
            </p:txBody>
          </p:sp>
        </p:grpSp>
        <p:sp>
          <p:nvSpPr>
            <p:cNvPr id="79" name="Freeform: Shape 22"/>
            <p:cNvSpPr>
              <a:spLocks/>
            </p:cNvSpPr>
            <p:nvPr/>
          </p:nvSpPr>
          <p:spPr bwMode="auto">
            <a:xfrm>
              <a:off x="5353024" y="3209502"/>
              <a:ext cx="314208" cy="744655"/>
            </a:xfrm>
            <a:custGeom>
              <a:avLst/>
              <a:gdLst>
                <a:gd name="T0" fmla="*/ 54 w 58"/>
                <a:gd name="T1" fmla="*/ 14 h 108"/>
                <a:gd name="T2" fmla="*/ 50 w 58"/>
                <a:gd name="T3" fmla="*/ 96 h 108"/>
                <a:gd name="T4" fmla="*/ 48 w 58"/>
                <a:gd name="T5" fmla="*/ 107 h 108"/>
                <a:gd name="T6" fmla="*/ 44 w 58"/>
                <a:gd name="T7" fmla="*/ 108 h 108"/>
                <a:gd name="T8" fmla="*/ 38 w 58"/>
                <a:gd name="T9" fmla="*/ 104 h 108"/>
                <a:gd name="T10" fmla="*/ 45 w 58"/>
                <a:gd name="T11" fmla="*/ 3 h 108"/>
                <a:gd name="T12" fmla="*/ 55 w 58"/>
                <a:gd name="T13" fmla="*/ 4 h 108"/>
                <a:gd name="T14" fmla="*/ 54 w 58"/>
                <a:gd name="T15" fmla="*/ 14 h 1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108">
                  <a:moveTo>
                    <a:pt x="54" y="14"/>
                  </a:moveTo>
                  <a:cubicBezTo>
                    <a:pt x="48" y="19"/>
                    <a:pt x="19" y="47"/>
                    <a:pt x="50" y="96"/>
                  </a:cubicBezTo>
                  <a:cubicBezTo>
                    <a:pt x="53" y="100"/>
                    <a:pt x="51" y="104"/>
                    <a:pt x="48" y="107"/>
                  </a:cubicBezTo>
                  <a:cubicBezTo>
                    <a:pt x="47" y="107"/>
                    <a:pt x="45" y="108"/>
                    <a:pt x="44" y="108"/>
                  </a:cubicBezTo>
                  <a:cubicBezTo>
                    <a:pt x="42" y="108"/>
                    <a:pt x="39" y="106"/>
                    <a:pt x="38" y="104"/>
                  </a:cubicBezTo>
                  <a:cubicBezTo>
                    <a:pt x="0" y="45"/>
                    <a:pt x="37" y="9"/>
                    <a:pt x="45" y="3"/>
                  </a:cubicBezTo>
                  <a:cubicBezTo>
                    <a:pt x="48" y="0"/>
                    <a:pt x="53" y="1"/>
                    <a:pt x="55" y="4"/>
                  </a:cubicBezTo>
                  <a:cubicBezTo>
                    <a:pt x="58" y="7"/>
                    <a:pt x="58" y="12"/>
                    <a:pt x="54" y="14"/>
                  </a:cubicBezTo>
                  <a:close/>
                </a:path>
              </a:pathLst>
            </a:custGeom>
            <a:grpFill/>
            <a:ln>
              <a:noFill/>
            </a:ln>
          </p:spPr>
          <p:txBody>
            <a:bodyPr anchor="ctr"/>
            <a:lstStyle/>
            <a:p>
              <a:pPr algn="ctr"/>
              <a:endParaRPr sz="1013">
                <a:latin typeface="+mn-lt"/>
                <a:ea typeface="+mn-ea"/>
                <a:cs typeface="+mn-ea"/>
                <a:sym typeface="+mn-lt"/>
              </a:endParaRPr>
            </a:p>
          </p:txBody>
        </p:sp>
      </p:grpSp>
      <p:sp>
        <p:nvSpPr>
          <p:cNvPr id="89" name="Oval 26"/>
          <p:cNvSpPr>
            <a:spLocks noChangeAspect="1"/>
          </p:cNvSpPr>
          <p:nvPr/>
        </p:nvSpPr>
        <p:spPr>
          <a:xfrm>
            <a:off x="5148977" y="1570027"/>
            <a:ext cx="510152" cy="510152"/>
          </a:xfrm>
          <a:prstGeom prst="ellipse">
            <a:avLst/>
          </a:prstGeom>
          <a:solidFill>
            <a:schemeClr val="accent3"/>
          </a:solidFill>
          <a:ln w="12700">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013">
              <a:cs typeface="+mn-ea"/>
              <a:sym typeface="+mn-lt"/>
            </a:endParaRPr>
          </a:p>
        </p:txBody>
      </p:sp>
      <p:sp>
        <p:nvSpPr>
          <p:cNvPr id="90" name="Freeform: Shape 25"/>
          <p:cNvSpPr>
            <a:spLocks/>
          </p:cNvSpPr>
          <p:nvPr/>
        </p:nvSpPr>
        <p:spPr bwMode="auto">
          <a:xfrm>
            <a:off x="5291628" y="1732318"/>
            <a:ext cx="228915" cy="185570"/>
          </a:xfrm>
          <a:custGeom>
            <a:avLst/>
            <a:gdLst>
              <a:gd name="T0" fmla="*/ 68 w 186"/>
              <a:gd name="T1" fmla="*/ 84 h 151"/>
              <a:gd name="T2" fmla="*/ 118 w 186"/>
              <a:gd name="T3" fmla="*/ 84 h 151"/>
              <a:gd name="T4" fmla="*/ 93 w 186"/>
              <a:gd name="T5" fmla="*/ 101 h 151"/>
              <a:gd name="T6" fmla="*/ 93 w 186"/>
              <a:gd name="T7" fmla="*/ 67 h 151"/>
              <a:gd name="T8" fmla="*/ 93 w 186"/>
              <a:gd name="T9" fmla="*/ 101 h 151"/>
              <a:gd name="T10" fmla="*/ 114 w 186"/>
              <a:gd name="T11" fmla="*/ 25 h 151"/>
              <a:gd name="T12" fmla="*/ 114 w 186"/>
              <a:gd name="T13" fmla="*/ 16 h 151"/>
              <a:gd name="T14" fmla="*/ 68 w 186"/>
              <a:gd name="T15" fmla="*/ 21 h 151"/>
              <a:gd name="T16" fmla="*/ 156 w 186"/>
              <a:gd name="T17" fmla="*/ 33 h 151"/>
              <a:gd name="T18" fmla="*/ 156 w 186"/>
              <a:gd name="T19" fmla="*/ 59 h 151"/>
              <a:gd name="T20" fmla="*/ 156 w 186"/>
              <a:gd name="T21" fmla="*/ 33 h 151"/>
              <a:gd name="T22" fmla="*/ 152 w 186"/>
              <a:gd name="T23" fmla="*/ 46 h 151"/>
              <a:gd name="T24" fmla="*/ 160 w 186"/>
              <a:gd name="T25" fmla="*/ 46 h 151"/>
              <a:gd name="T26" fmla="*/ 169 w 186"/>
              <a:gd name="T27" fmla="*/ 16 h 151"/>
              <a:gd name="T28" fmla="*/ 122 w 186"/>
              <a:gd name="T29" fmla="*/ 0 h 151"/>
              <a:gd name="T30" fmla="*/ 63 w 186"/>
              <a:gd name="T31" fmla="*/ 0 h 151"/>
              <a:gd name="T32" fmla="*/ 17 w 186"/>
              <a:gd name="T33" fmla="*/ 16 h 151"/>
              <a:gd name="T34" fmla="*/ 0 w 186"/>
              <a:gd name="T35" fmla="*/ 135 h 151"/>
              <a:gd name="T36" fmla="*/ 169 w 186"/>
              <a:gd name="T37" fmla="*/ 151 h 151"/>
              <a:gd name="T38" fmla="*/ 186 w 186"/>
              <a:gd name="T39" fmla="*/ 33 h 151"/>
              <a:gd name="T40" fmla="*/ 177 w 186"/>
              <a:gd name="T41" fmla="*/ 101 h 151"/>
              <a:gd name="T42" fmla="*/ 137 w 186"/>
              <a:gd name="T43" fmla="*/ 109 h 151"/>
              <a:gd name="T44" fmla="*/ 177 w 186"/>
              <a:gd name="T45" fmla="*/ 135 h 151"/>
              <a:gd name="T46" fmla="*/ 17 w 186"/>
              <a:gd name="T47" fmla="*/ 143 h 151"/>
              <a:gd name="T48" fmla="*/ 9 w 186"/>
              <a:gd name="T49" fmla="*/ 109 h 151"/>
              <a:gd name="T50" fmla="*/ 45 w 186"/>
              <a:gd name="T51" fmla="*/ 101 h 151"/>
              <a:gd name="T52" fmla="*/ 9 w 186"/>
              <a:gd name="T53" fmla="*/ 33 h 151"/>
              <a:gd name="T54" fmla="*/ 34 w 186"/>
              <a:gd name="T55" fmla="*/ 25 h 151"/>
              <a:gd name="T56" fmla="*/ 93 w 186"/>
              <a:gd name="T57" fmla="*/ 8 h 151"/>
              <a:gd name="T58" fmla="*/ 152 w 186"/>
              <a:gd name="T59" fmla="*/ 25 h 151"/>
              <a:gd name="T60" fmla="*/ 177 w 186"/>
              <a:gd name="T61" fmla="*/ 33 h 151"/>
              <a:gd name="T62" fmla="*/ 156 w 186"/>
              <a:gd name="T63" fmla="*/ 67 h 151"/>
              <a:gd name="T64" fmla="*/ 156 w 186"/>
              <a:gd name="T65" fmla="*/ 75 h 151"/>
              <a:gd name="T66" fmla="*/ 156 w 186"/>
              <a:gd name="T67" fmla="*/ 67 h 151"/>
              <a:gd name="T68" fmla="*/ 51 w 186"/>
              <a:gd name="T69" fmla="*/ 84 h 151"/>
              <a:gd name="T70" fmla="*/ 135 w 186"/>
              <a:gd name="T71" fmla="*/ 84 h 151"/>
              <a:gd name="T72" fmla="*/ 93 w 186"/>
              <a:gd name="T73" fmla="*/ 118 h 151"/>
              <a:gd name="T74" fmla="*/ 93 w 186"/>
              <a:gd name="T75" fmla="*/ 50 h 151"/>
              <a:gd name="T76" fmla="*/ 93 w 186"/>
              <a:gd name="T77" fmla="*/ 118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6" h="151">
                <a:moveTo>
                  <a:pt x="93" y="59"/>
                </a:moveTo>
                <a:cubicBezTo>
                  <a:pt x="79" y="59"/>
                  <a:pt x="68" y="70"/>
                  <a:pt x="68" y="84"/>
                </a:cubicBezTo>
                <a:cubicBezTo>
                  <a:pt x="68" y="98"/>
                  <a:pt x="79" y="109"/>
                  <a:pt x="93" y="109"/>
                </a:cubicBezTo>
                <a:cubicBezTo>
                  <a:pt x="107" y="109"/>
                  <a:pt x="118" y="98"/>
                  <a:pt x="118" y="84"/>
                </a:cubicBezTo>
                <a:cubicBezTo>
                  <a:pt x="118" y="70"/>
                  <a:pt x="107" y="59"/>
                  <a:pt x="93" y="59"/>
                </a:cubicBezTo>
                <a:close/>
                <a:moveTo>
                  <a:pt x="93" y="101"/>
                </a:moveTo>
                <a:cubicBezTo>
                  <a:pt x="84" y="101"/>
                  <a:pt x="76" y="93"/>
                  <a:pt x="76" y="84"/>
                </a:cubicBezTo>
                <a:cubicBezTo>
                  <a:pt x="76" y="75"/>
                  <a:pt x="84" y="67"/>
                  <a:pt x="93" y="67"/>
                </a:cubicBezTo>
                <a:cubicBezTo>
                  <a:pt x="102" y="67"/>
                  <a:pt x="110" y="75"/>
                  <a:pt x="110" y="84"/>
                </a:cubicBezTo>
                <a:cubicBezTo>
                  <a:pt x="110" y="93"/>
                  <a:pt x="102" y="101"/>
                  <a:pt x="93" y="101"/>
                </a:cubicBezTo>
                <a:close/>
                <a:moveTo>
                  <a:pt x="72" y="25"/>
                </a:moveTo>
                <a:cubicBezTo>
                  <a:pt x="114" y="25"/>
                  <a:pt x="114" y="25"/>
                  <a:pt x="114" y="25"/>
                </a:cubicBezTo>
                <a:cubicBezTo>
                  <a:pt x="116" y="25"/>
                  <a:pt x="118" y="23"/>
                  <a:pt x="118" y="21"/>
                </a:cubicBezTo>
                <a:cubicBezTo>
                  <a:pt x="118" y="18"/>
                  <a:pt x="116" y="16"/>
                  <a:pt x="114" y="16"/>
                </a:cubicBezTo>
                <a:cubicBezTo>
                  <a:pt x="72" y="16"/>
                  <a:pt x="72" y="16"/>
                  <a:pt x="72" y="16"/>
                </a:cubicBezTo>
                <a:cubicBezTo>
                  <a:pt x="70" y="16"/>
                  <a:pt x="68" y="18"/>
                  <a:pt x="68" y="21"/>
                </a:cubicBezTo>
                <a:cubicBezTo>
                  <a:pt x="68" y="23"/>
                  <a:pt x="70" y="25"/>
                  <a:pt x="72" y="25"/>
                </a:cubicBezTo>
                <a:close/>
                <a:moveTo>
                  <a:pt x="156" y="33"/>
                </a:moveTo>
                <a:cubicBezTo>
                  <a:pt x="149" y="33"/>
                  <a:pt x="144" y="39"/>
                  <a:pt x="144" y="46"/>
                </a:cubicBezTo>
                <a:cubicBezTo>
                  <a:pt x="144" y="53"/>
                  <a:pt x="149" y="59"/>
                  <a:pt x="156" y="59"/>
                </a:cubicBezTo>
                <a:cubicBezTo>
                  <a:pt x="163" y="59"/>
                  <a:pt x="169" y="53"/>
                  <a:pt x="169" y="46"/>
                </a:cubicBezTo>
                <a:cubicBezTo>
                  <a:pt x="169" y="39"/>
                  <a:pt x="163" y="33"/>
                  <a:pt x="156" y="33"/>
                </a:cubicBezTo>
                <a:close/>
                <a:moveTo>
                  <a:pt x="156" y="50"/>
                </a:moveTo>
                <a:cubicBezTo>
                  <a:pt x="154" y="50"/>
                  <a:pt x="152" y="48"/>
                  <a:pt x="152" y="46"/>
                </a:cubicBezTo>
                <a:cubicBezTo>
                  <a:pt x="152" y="44"/>
                  <a:pt x="154" y="42"/>
                  <a:pt x="156" y="42"/>
                </a:cubicBezTo>
                <a:cubicBezTo>
                  <a:pt x="159" y="42"/>
                  <a:pt x="160" y="44"/>
                  <a:pt x="160" y="46"/>
                </a:cubicBezTo>
                <a:cubicBezTo>
                  <a:pt x="160" y="48"/>
                  <a:pt x="159" y="50"/>
                  <a:pt x="156" y="50"/>
                </a:cubicBezTo>
                <a:close/>
                <a:moveTo>
                  <a:pt x="169" y="16"/>
                </a:moveTo>
                <a:cubicBezTo>
                  <a:pt x="152" y="16"/>
                  <a:pt x="152" y="16"/>
                  <a:pt x="152" y="16"/>
                </a:cubicBezTo>
                <a:cubicBezTo>
                  <a:pt x="139" y="16"/>
                  <a:pt x="139" y="0"/>
                  <a:pt x="122" y="0"/>
                </a:cubicBezTo>
                <a:cubicBezTo>
                  <a:pt x="106" y="0"/>
                  <a:pt x="93" y="0"/>
                  <a:pt x="93" y="0"/>
                </a:cubicBezTo>
                <a:cubicBezTo>
                  <a:pt x="93" y="0"/>
                  <a:pt x="80" y="0"/>
                  <a:pt x="63" y="0"/>
                </a:cubicBezTo>
                <a:cubicBezTo>
                  <a:pt x="47" y="0"/>
                  <a:pt x="47" y="16"/>
                  <a:pt x="34" y="16"/>
                </a:cubicBezTo>
                <a:cubicBezTo>
                  <a:pt x="17" y="16"/>
                  <a:pt x="17" y="16"/>
                  <a:pt x="17" y="16"/>
                </a:cubicBezTo>
                <a:cubicBezTo>
                  <a:pt x="8" y="16"/>
                  <a:pt x="0" y="24"/>
                  <a:pt x="0" y="33"/>
                </a:cubicBezTo>
                <a:cubicBezTo>
                  <a:pt x="0" y="135"/>
                  <a:pt x="0" y="135"/>
                  <a:pt x="0" y="135"/>
                </a:cubicBezTo>
                <a:cubicBezTo>
                  <a:pt x="0" y="144"/>
                  <a:pt x="8" y="151"/>
                  <a:pt x="17" y="151"/>
                </a:cubicBezTo>
                <a:cubicBezTo>
                  <a:pt x="169" y="151"/>
                  <a:pt x="169" y="151"/>
                  <a:pt x="169" y="151"/>
                </a:cubicBezTo>
                <a:cubicBezTo>
                  <a:pt x="178" y="151"/>
                  <a:pt x="186" y="144"/>
                  <a:pt x="186" y="135"/>
                </a:cubicBezTo>
                <a:cubicBezTo>
                  <a:pt x="186" y="33"/>
                  <a:pt x="186" y="33"/>
                  <a:pt x="186" y="33"/>
                </a:cubicBezTo>
                <a:cubicBezTo>
                  <a:pt x="186" y="24"/>
                  <a:pt x="178" y="16"/>
                  <a:pt x="169" y="16"/>
                </a:cubicBezTo>
                <a:close/>
                <a:moveTo>
                  <a:pt x="177" y="101"/>
                </a:moveTo>
                <a:cubicBezTo>
                  <a:pt x="141" y="101"/>
                  <a:pt x="141" y="101"/>
                  <a:pt x="141" y="101"/>
                </a:cubicBezTo>
                <a:cubicBezTo>
                  <a:pt x="140" y="104"/>
                  <a:pt x="138" y="107"/>
                  <a:pt x="137" y="109"/>
                </a:cubicBezTo>
                <a:cubicBezTo>
                  <a:pt x="177" y="109"/>
                  <a:pt x="177" y="109"/>
                  <a:pt x="177" y="109"/>
                </a:cubicBezTo>
                <a:cubicBezTo>
                  <a:pt x="177" y="135"/>
                  <a:pt x="177" y="135"/>
                  <a:pt x="177" y="135"/>
                </a:cubicBezTo>
                <a:cubicBezTo>
                  <a:pt x="177" y="139"/>
                  <a:pt x="174" y="143"/>
                  <a:pt x="169" y="143"/>
                </a:cubicBezTo>
                <a:cubicBezTo>
                  <a:pt x="17" y="143"/>
                  <a:pt x="17" y="143"/>
                  <a:pt x="17" y="143"/>
                </a:cubicBezTo>
                <a:cubicBezTo>
                  <a:pt x="12" y="143"/>
                  <a:pt x="9" y="139"/>
                  <a:pt x="9" y="135"/>
                </a:cubicBezTo>
                <a:cubicBezTo>
                  <a:pt x="9" y="109"/>
                  <a:pt x="9" y="109"/>
                  <a:pt x="9" y="109"/>
                </a:cubicBezTo>
                <a:cubicBezTo>
                  <a:pt x="49" y="109"/>
                  <a:pt x="49" y="109"/>
                  <a:pt x="49" y="109"/>
                </a:cubicBezTo>
                <a:cubicBezTo>
                  <a:pt x="48" y="107"/>
                  <a:pt x="46" y="104"/>
                  <a:pt x="45" y="101"/>
                </a:cubicBezTo>
                <a:cubicBezTo>
                  <a:pt x="9" y="101"/>
                  <a:pt x="9" y="101"/>
                  <a:pt x="9" y="101"/>
                </a:cubicBezTo>
                <a:cubicBezTo>
                  <a:pt x="9" y="33"/>
                  <a:pt x="9" y="33"/>
                  <a:pt x="9" y="33"/>
                </a:cubicBezTo>
                <a:cubicBezTo>
                  <a:pt x="9" y="29"/>
                  <a:pt x="12" y="25"/>
                  <a:pt x="17" y="25"/>
                </a:cubicBezTo>
                <a:cubicBezTo>
                  <a:pt x="34" y="25"/>
                  <a:pt x="34" y="25"/>
                  <a:pt x="34" y="25"/>
                </a:cubicBezTo>
                <a:cubicBezTo>
                  <a:pt x="51" y="25"/>
                  <a:pt x="51" y="8"/>
                  <a:pt x="63" y="8"/>
                </a:cubicBezTo>
                <a:cubicBezTo>
                  <a:pt x="72" y="8"/>
                  <a:pt x="93" y="8"/>
                  <a:pt x="93" y="8"/>
                </a:cubicBezTo>
                <a:cubicBezTo>
                  <a:pt x="93" y="8"/>
                  <a:pt x="114" y="8"/>
                  <a:pt x="122" y="8"/>
                </a:cubicBezTo>
                <a:cubicBezTo>
                  <a:pt x="135" y="8"/>
                  <a:pt x="135" y="25"/>
                  <a:pt x="152" y="25"/>
                </a:cubicBezTo>
                <a:cubicBezTo>
                  <a:pt x="169" y="25"/>
                  <a:pt x="169" y="25"/>
                  <a:pt x="169" y="25"/>
                </a:cubicBezTo>
                <a:cubicBezTo>
                  <a:pt x="174" y="25"/>
                  <a:pt x="177" y="29"/>
                  <a:pt x="177" y="33"/>
                </a:cubicBezTo>
                <a:lnTo>
                  <a:pt x="177" y="101"/>
                </a:lnTo>
                <a:close/>
                <a:moveTo>
                  <a:pt x="156" y="67"/>
                </a:moveTo>
                <a:cubicBezTo>
                  <a:pt x="154" y="67"/>
                  <a:pt x="152" y="69"/>
                  <a:pt x="152" y="71"/>
                </a:cubicBezTo>
                <a:cubicBezTo>
                  <a:pt x="152" y="74"/>
                  <a:pt x="154" y="75"/>
                  <a:pt x="156" y="75"/>
                </a:cubicBezTo>
                <a:cubicBezTo>
                  <a:pt x="159" y="75"/>
                  <a:pt x="160" y="74"/>
                  <a:pt x="160" y="71"/>
                </a:cubicBezTo>
                <a:cubicBezTo>
                  <a:pt x="160" y="69"/>
                  <a:pt x="159" y="67"/>
                  <a:pt x="156" y="67"/>
                </a:cubicBezTo>
                <a:close/>
                <a:moveTo>
                  <a:pt x="93" y="42"/>
                </a:moveTo>
                <a:cubicBezTo>
                  <a:pt x="70" y="42"/>
                  <a:pt x="51" y="61"/>
                  <a:pt x="51" y="84"/>
                </a:cubicBezTo>
                <a:cubicBezTo>
                  <a:pt x="51" y="107"/>
                  <a:pt x="70" y="126"/>
                  <a:pt x="93" y="126"/>
                </a:cubicBezTo>
                <a:cubicBezTo>
                  <a:pt x="116" y="126"/>
                  <a:pt x="135" y="107"/>
                  <a:pt x="135" y="84"/>
                </a:cubicBezTo>
                <a:cubicBezTo>
                  <a:pt x="135" y="61"/>
                  <a:pt x="116" y="42"/>
                  <a:pt x="93" y="42"/>
                </a:cubicBezTo>
                <a:close/>
                <a:moveTo>
                  <a:pt x="93" y="118"/>
                </a:moveTo>
                <a:cubicBezTo>
                  <a:pt x="74" y="118"/>
                  <a:pt x="59" y="103"/>
                  <a:pt x="59" y="84"/>
                </a:cubicBezTo>
                <a:cubicBezTo>
                  <a:pt x="59" y="65"/>
                  <a:pt x="74" y="50"/>
                  <a:pt x="93" y="50"/>
                </a:cubicBezTo>
                <a:cubicBezTo>
                  <a:pt x="112" y="50"/>
                  <a:pt x="127" y="65"/>
                  <a:pt x="127" y="84"/>
                </a:cubicBezTo>
                <a:cubicBezTo>
                  <a:pt x="127" y="103"/>
                  <a:pt x="112" y="118"/>
                  <a:pt x="93" y="118"/>
                </a:cubicBezTo>
                <a:close/>
              </a:path>
            </a:pathLst>
          </a:custGeom>
          <a:solidFill>
            <a:schemeClr val="bg1">
              <a:lumMod val="95000"/>
            </a:schemeClr>
          </a:solidFill>
          <a:ln>
            <a:solidFill>
              <a:schemeClr val="bg1"/>
            </a:solidFill>
          </a:ln>
        </p:spPr>
        <p:txBody>
          <a:bodyPr anchor="ctr"/>
          <a:lstStyle/>
          <a:p>
            <a:pPr algn="ctr"/>
            <a:endParaRPr sz="1013">
              <a:latin typeface="+mn-lt"/>
              <a:ea typeface="+mn-ea"/>
              <a:cs typeface="+mn-ea"/>
              <a:sym typeface="+mn-lt"/>
            </a:endParaRPr>
          </a:p>
        </p:txBody>
      </p:sp>
      <p:sp>
        <p:nvSpPr>
          <p:cNvPr id="91" name="Oval 28"/>
          <p:cNvSpPr>
            <a:spLocks noChangeAspect="1"/>
          </p:cNvSpPr>
          <p:nvPr/>
        </p:nvSpPr>
        <p:spPr>
          <a:xfrm>
            <a:off x="5582514" y="2588073"/>
            <a:ext cx="510152" cy="510152"/>
          </a:xfrm>
          <a:prstGeom prst="ellipse">
            <a:avLst/>
          </a:prstGeom>
          <a:solidFill>
            <a:schemeClr val="accent2"/>
          </a:solidFill>
          <a:ln w="12700">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013">
              <a:cs typeface="+mn-ea"/>
              <a:sym typeface="+mn-lt"/>
            </a:endParaRPr>
          </a:p>
        </p:txBody>
      </p:sp>
      <p:sp>
        <p:nvSpPr>
          <p:cNvPr id="92" name="Freeform: Shape 27"/>
          <p:cNvSpPr>
            <a:spLocks/>
          </p:cNvSpPr>
          <p:nvPr/>
        </p:nvSpPr>
        <p:spPr bwMode="auto">
          <a:xfrm>
            <a:off x="5725166" y="2770683"/>
            <a:ext cx="229592" cy="144935"/>
          </a:xfrm>
          <a:custGeom>
            <a:avLst/>
            <a:gdLst>
              <a:gd name="T0" fmla="*/ 118 w 186"/>
              <a:gd name="T1" fmla="*/ 21 h 118"/>
              <a:gd name="T2" fmla="*/ 127 w 186"/>
              <a:gd name="T3" fmla="*/ 21 h 118"/>
              <a:gd name="T4" fmla="*/ 182 w 186"/>
              <a:gd name="T5" fmla="*/ 17 h 118"/>
              <a:gd name="T6" fmla="*/ 180 w 186"/>
              <a:gd name="T7" fmla="*/ 17 h 118"/>
              <a:gd name="T8" fmla="*/ 144 w 186"/>
              <a:gd name="T9" fmla="*/ 17 h 118"/>
              <a:gd name="T10" fmla="*/ 17 w 186"/>
              <a:gd name="T11" fmla="*/ 0 h 118"/>
              <a:gd name="T12" fmla="*/ 0 w 186"/>
              <a:gd name="T13" fmla="*/ 101 h 118"/>
              <a:gd name="T14" fmla="*/ 127 w 186"/>
              <a:gd name="T15" fmla="*/ 118 h 118"/>
              <a:gd name="T16" fmla="*/ 144 w 186"/>
              <a:gd name="T17" fmla="*/ 83 h 118"/>
              <a:gd name="T18" fmla="*/ 180 w 186"/>
              <a:gd name="T19" fmla="*/ 101 h 118"/>
              <a:gd name="T20" fmla="*/ 186 w 186"/>
              <a:gd name="T21" fmla="*/ 97 h 118"/>
              <a:gd name="T22" fmla="*/ 182 w 186"/>
              <a:gd name="T23" fmla="*/ 17 h 118"/>
              <a:gd name="T24" fmla="*/ 127 w 186"/>
              <a:gd name="T25" fmla="*/ 110 h 118"/>
              <a:gd name="T26" fmla="*/ 9 w 186"/>
              <a:gd name="T27" fmla="*/ 101 h 118"/>
              <a:gd name="T28" fmla="*/ 135 w 186"/>
              <a:gd name="T29" fmla="*/ 42 h 118"/>
              <a:gd name="T30" fmla="*/ 135 w 186"/>
              <a:gd name="T31" fmla="*/ 34 h 118"/>
              <a:gd name="T32" fmla="*/ 9 w 186"/>
              <a:gd name="T33" fmla="*/ 17 h 118"/>
              <a:gd name="T34" fmla="*/ 127 w 186"/>
              <a:gd name="T35" fmla="*/ 8 h 118"/>
              <a:gd name="T36" fmla="*/ 135 w 186"/>
              <a:gd name="T37" fmla="*/ 34 h 118"/>
              <a:gd name="T38" fmla="*/ 144 w 186"/>
              <a:gd name="T39" fmla="*/ 73 h 118"/>
              <a:gd name="T40" fmla="*/ 161 w 186"/>
              <a:gd name="T41" fmla="*/ 36 h 118"/>
              <a:gd name="T42" fmla="*/ 177 w 186"/>
              <a:gd name="T43" fmla="*/ 90 h 118"/>
              <a:gd name="T44" fmla="*/ 169 w 186"/>
              <a:gd name="T45" fmla="*/ 32 h 118"/>
              <a:gd name="T46" fmla="*/ 177 w 186"/>
              <a:gd name="T47" fmla="*/ 90 h 118"/>
              <a:gd name="T48" fmla="*/ 97 w 186"/>
              <a:gd name="T49" fmla="*/ 93 h 118"/>
              <a:gd name="T50" fmla="*/ 97 w 186"/>
              <a:gd name="T51" fmla="*/ 51 h 118"/>
              <a:gd name="T52" fmla="*/ 81 w 186"/>
              <a:gd name="T53" fmla="*/ 84 h 118"/>
              <a:gd name="T54" fmla="*/ 68 w 186"/>
              <a:gd name="T55" fmla="*/ 72 h 118"/>
              <a:gd name="T56" fmla="*/ 26 w 186"/>
              <a:gd name="T57" fmla="*/ 72 h 118"/>
              <a:gd name="T58" fmla="*/ 97 w 186"/>
              <a:gd name="T59" fmla="*/ 59 h 118"/>
              <a:gd name="T60" fmla="*/ 97 w 186"/>
              <a:gd name="T61" fmla="*/ 84 h 118"/>
              <a:gd name="T62" fmla="*/ 97 w 186"/>
              <a:gd name="T63" fmla="*/ 59 h 118"/>
              <a:gd name="T64" fmla="*/ 59 w 186"/>
              <a:gd name="T65" fmla="*/ 72 h 118"/>
              <a:gd name="T66" fmla="*/ 34 w 186"/>
              <a:gd name="T67" fmla="*/ 72 h 118"/>
              <a:gd name="T68" fmla="*/ 106 w 186"/>
              <a:gd name="T69" fmla="*/ 17 h 118"/>
              <a:gd name="T70" fmla="*/ 106 w 186"/>
              <a:gd name="T71" fmla="*/ 25 h 118"/>
              <a:gd name="T72" fmla="*/ 106 w 186"/>
              <a:gd name="T73" fmla="*/ 1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6" h="118">
                <a:moveTo>
                  <a:pt x="123" y="17"/>
                </a:moveTo>
                <a:cubicBezTo>
                  <a:pt x="120" y="17"/>
                  <a:pt x="118" y="19"/>
                  <a:pt x="118" y="21"/>
                </a:cubicBezTo>
                <a:cubicBezTo>
                  <a:pt x="118" y="23"/>
                  <a:pt x="120" y="25"/>
                  <a:pt x="123" y="25"/>
                </a:cubicBezTo>
                <a:cubicBezTo>
                  <a:pt x="125" y="25"/>
                  <a:pt x="127" y="23"/>
                  <a:pt x="127" y="21"/>
                </a:cubicBezTo>
                <a:cubicBezTo>
                  <a:pt x="127" y="19"/>
                  <a:pt x="125" y="17"/>
                  <a:pt x="123" y="17"/>
                </a:cubicBezTo>
                <a:close/>
                <a:moveTo>
                  <a:pt x="182" y="17"/>
                </a:moveTo>
                <a:cubicBezTo>
                  <a:pt x="181" y="17"/>
                  <a:pt x="180" y="17"/>
                  <a:pt x="180" y="17"/>
                </a:cubicBezTo>
                <a:cubicBezTo>
                  <a:pt x="180" y="17"/>
                  <a:pt x="180" y="17"/>
                  <a:pt x="180" y="17"/>
                </a:cubicBezTo>
                <a:cubicBezTo>
                  <a:pt x="144" y="35"/>
                  <a:pt x="144" y="35"/>
                  <a:pt x="144" y="35"/>
                </a:cubicBezTo>
                <a:cubicBezTo>
                  <a:pt x="144" y="17"/>
                  <a:pt x="144" y="17"/>
                  <a:pt x="144" y="17"/>
                </a:cubicBezTo>
                <a:cubicBezTo>
                  <a:pt x="144" y="8"/>
                  <a:pt x="136" y="0"/>
                  <a:pt x="127" y="0"/>
                </a:cubicBezTo>
                <a:cubicBezTo>
                  <a:pt x="17" y="0"/>
                  <a:pt x="17" y="0"/>
                  <a:pt x="17" y="0"/>
                </a:cubicBezTo>
                <a:cubicBezTo>
                  <a:pt x="8" y="0"/>
                  <a:pt x="0" y="8"/>
                  <a:pt x="0" y="17"/>
                </a:cubicBezTo>
                <a:cubicBezTo>
                  <a:pt x="0" y="101"/>
                  <a:pt x="0" y="101"/>
                  <a:pt x="0" y="101"/>
                </a:cubicBezTo>
                <a:cubicBezTo>
                  <a:pt x="0" y="111"/>
                  <a:pt x="8" y="118"/>
                  <a:pt x="17" y="118"/>
                </a:cubicBezTo>
                <a:cubicBezTo>
                  <a:pt x="127" y="118"/>
                  <a:pt x="127" y="118"/>
                  <a:pt x="127" y="118"/>
                </a:cubicBezTo>
                <a:cubicBezTo>
                  <a:pt x="136" y="118"/>
                  <a:pt x="144" y="111"/>
                  <a:pt x="144" y="101"/>
                </a:cubicBezTo>
                <a:cubicBezTo>
                  <a:pt x="144" y="83"/>
                  <a:pt x="144" y="83"/>
                  <a:pt x="144" y="83"/>
                </a:cubicBezTo>
                <a:cubicBezTo>
                  <a:pt x="180" y="101"/>
                  <a:pt x="180" y="101"/>
                  <a:pt x="180" y="101"/>
                </a:cubicBezTo>
                <a:cubicBezTo>
                  <a:pt x="180" y="101"/>
                  <a:pt x="180" y="101"/>
                  <a:pt x="180" y="101"/>
                </a:cubicBezTo>
                <a:cubicBezTo>
                  <a:pt x="180" y="101"/>
                  <a:pt x="181" y="101"/>
                  <a:pt x="182" y="101"/>
                </a:cubicBezTo>
                <a:cubicBezTo>
                  <a:pt x="184" y="101"/>
                  <a:pt x="186" y="99"/>
                  <a:pt x="186" y="97"/>
                </a:cubicBezTo>
                <a:cubicBezTo>
                  <a:pt x="186" y="21"/>
                  <a:pt x="186" y="21"/>
                  <a:pt x="186" y="21"/>
                </a:cubicBezTo>
                <a:cubicBezTo>
                  <a:pt x="186" y="19"/>
                  <a:pt x="184" y="17"/>
                  <a:pt x="182" y="17"/>
                </a:cubicBezTo>
                <a:close/>
                <a:moveTo>
                  <a:pt x="135" y="101"/>
                </a:moveTo>
                <a:cubicBezTo>
                  <a:pt x="135" y="106"/>
                  <a:pt x="132" y="110"/>
                  <a:pt x="127" y="110"/>
                </a:cubicBezTo>
                <a:cubicBezTo>
                  <a:pt x="17" y="110"/>
                  <a:pt x="17" y="110"/>
                  <a:pt x="17" y="110"/>
                </a:cubicBezTo>
                <a:cubicBezTo>
                  <a:pt x="13" y="110"/>
                  <a:pt x="9" y="106"/>
                  <a:pt x="9" y="101"/>
                </a:cubicBezTo>
                <a:cubicBezTo>
                  <a:pt x="9" y="42"/>
                  <a:pt x="9" y="42"/>
                  <a:pt x="9" y="42"/>
                </a:cubicBezTo>
                <a:cubicBezTo>
                  <a:pt x="135" y="42"/>
                  <a:pt x="135" y="42"/>
                  <a:pt x="135" y="42"/>
                </a:cubicBezTo>
                <a:lnTo>
                  <a:pt x="135" y="101"/>
                </a:lnTo>
                <a:close/>
                <a:moveTo>
                  <a:pt x="135" y="34"/>
                </a:moveTo>
                <a:cubicBezTo>
                  <a:pt x="9" y="34"/>
                  <a:pt x="9" y="34"/>
                  <a:pt x="9" y="34"/>
                </a:cubicBezTo>
                <a:cubicBezTo>
                  <a:pt x="9" y="17"/>
                  <a:pt x="9" y="17"/>
                  <a:pt x="9" y="17"/>
                </a:cubicBezTo>
                <a:cubicBezTo>
                  <a:pt x="9" y="12"/>
                  <a:pt x="13" y="8"/>
                  <a:pt x="17" y="8"/>
                </a:cubicBezTo>
                <a:cubicBezTo>
                  <a:pt x="127" y="8"/>
                  <a:pt x="127" y="8"/>
                  <a:pt x="127" y="8"/>
                </a:cubicBezTo>
                <a:cubicBezTo>
                  <a:pt x="132" y="8"/>
                  <a:pt x="135" y="12"/>
                  <a:pt x="135" y="17"/>
                </a:cubicBezTo>
                <a:lnTo>
                  <a:pt x="135" y="34"/>
                </a:lnTo>
                <a:close/>
                <a:moveTo>
                  <a:pt x="161" y="82"/>
                </a:moveTo>
                <a:cubicBezTo>
                  <a:pt x="144" y="73"/>
                  <a:pt x="144" y="73"/>
                  <a:pt x="144" y="73"/>
                </a:cubicBezTo>
                <a:cubicBezTo>
                  <a:pt x="144" y="45"/>
                  <a:pt x="144" y="45"/>
                  <a:pt x="144" y="45"/>
                </a:cubicBezTo>
                <a:cubicBezTo>
                  <a:pt x="161" y="36"/>
                  <a:pt x="161" y="36"/>
                  <a:pt x="161" y="36"/>
                </a:cubicBezTo>
                <a:lnTo>
                  <a:pt x="161" y="82"/>
                </a:lnTo>
                <a:close/>
                <a:moveTo>
                  <a:pt x="177" y="90"/>
                </a:moveTo>
                <a:cubicBezTo>
                  <a:pt x="169" y="86"/>
                  <a:pt x="169" y="86"/>
                  <a:pt x="169" y="86"/>
                </a:cubicBezTo>
                <a:cubicBezTo>
                  <a:pt x="169" y="32"/>
                  <a:pt x="169" y="32"/>
                  <a:pt x="169" y="32"/>
                </a:cubicBezTo>
                <a:cubicBezTo>
                  <a:pt x="177" y="28"/>
                  <a:pt x="177" y="28"/>
                  <a:pt x="177" y="28"/>
                </a:cubicBezTo>
                <a:lnTo>
                  <a:pt x="177" y="90"/>
                </a:lnTo>
                <a:close/>
                <a:moveTo>
                  <a:pt x="47" y="93"/>
                </a:moveTo>
                <a:cubicBezTo>
                  <a:pt x="97" y="93"/>
                  <a:pt x="97" y="93"/>
                  <a:pt x="97" y="93"/>
                </a:cubicBezTo>
                <a:cubicBezTo>
                  <a:pt x="109" y="93"/>
                  <a:pt x="118" y="83"/>
                  <a:pt x="118" y="72"/>
                </a:cubicBezTo>
                <a:cubicBezTo>
                  <a:pt x="118" y="60"/>
                  <a:pt x="109" y="51"/>
                  <a:pt x="97" y="51"/>
                </a:cubicBezTo>
                <a:cubicBezTo>
                  <a:pt x="86" y="51"/>
                  <a:pt x="76" y="60"/>
                  <a:pt x="76" y="72"/>
                </a:cubicBezTo>
                <a:cubicBezTo>
                  <a:pt x="76" y="77"/>
                  <a:pt x="78" y="81"/>
                  <a:pt x="81" y="84"/>
                </a:cubicBezTo>
                <a:cubicBezTo>
                  <a:pt x="63" y="84"/>
                  <a:pt x="63" y="84"/>
                  <a:pt x="63" y="84"/>
                </a:cubicBezTo>
                <a:cubicBezTo>
                  <a:pt x="66" y="81"/>
                  <a:pt x="68" y="77"/>
                  <a:pt x="68" y="72"/>
                </a:cubicBezTo>
                <a:cubicBezTo>
                  <a:pt x="68" y="60"/>
                  <a:pt x="58" y="51"/>
                  <a:pt x="47" y="51"/>
                </a:cubicBezTo>
                <a:cubicBezTo>
                  <a:pt x="35" y="51"/>
                  <a:pt x="26" y="60"/>
                  <a:pt x="26" y="72"/>
                </a:cubicBezTo>
                <a:cubicBezTo>
                  <a:pt x="26" y="83"/>
                  <a:pt x="35" y="93"/>
                  <a:pt x="47" y="93"/>
                </a:cubicBezTo>
                <a:close/>
                <a:moveTo>
                  <a:pt x="97" y="59"/>
                </a:moveTo>
                <a:cubicBezTo>
                  <a:pt x="104" y="59"/>
                  <a:pt x="110" y="65"/>
                  <a:pt x="110" y="72"/>
                </a:cubicBezTo>
                <a:cubicBezTo>
                  <a:pt x="110" y="79"/>
                  <a:pt x="104" y="84"/>
                  <a:pt x="97" y="84"/>
                </a:cubicBezTo>
                <a:cubicBezTo>
                  <a:pt x="90" y="84"/>
                  <a:pt x="85" y="79"/>
                  <a:pt x="85" y="72"/>
                </a:cubicBezTo>
                <a:cubicBezTo>
                  <a:pt x="85" y="65"/>
                  <a:pt x="90" y="59"/>
                  <a:pt x="97" y="59"/>
                </a:cubicBezTo>
                <a:close/>
                <a:moveTo>
                  <a:pt x="47" y="59"/>
                </a:moveTo>
                <a:cubicBezTo>
                  <a:pt x="54" y="59"/>
                  <a:pt x="59" y="65"/>
                  <a:pt x="59" y="72"/>
                </a:cubicBezTo>
                <a:cubicBezTo>
                  <a:pt x="59" y="79"/>
                  <a:pt x="54" y="84"/>
                  <a:pt x="47" y="84"/>
                </a:cubicBezTo>
                <a:cubicBezTo>
                  <a:pt x="40" y="84"/>
                  <a:pt x="34" y="79"/>
                  <a:pt x="34" y="72"/>
                </a:cubicBezTo>
                <a:cubicBezTo>
                  <a:pt x="34" y="65"/>
                  <a:pt x="40" y="59"/>
                  <a:pt x="47" y="59"/>
                </a:cubicBezTo>
                <a:close/>
                <a:moveTo>
                  <a:pt x="106" y="17"/>
                </a:moveTo>
                <a:cubicBezTo>
                  <a:pt x="103" y="17"/>
                  <a:pt x="102" y="19"/>
                  <a:pt x="102" y="21"/>
                </a:cubicBezTo>
                <a:cubicBezTo>
                  <a:pt x="102" y="23"/>
                  <a:pt x="103" y="25"/>
                  <a:pt x="106" y="25"/>
                </a:cubicBezTo>
                <a:cubicBezTo>
                  <a:pt x="108" y="25"/>
                  <a:pt x="110" y="23"/>
                  <a:pt x="110" y="21"/>
                </a:cubicBezTo>
                <a:cubicBezTo>
                  <a:pt x="110" y="19"/>
                  <a:pt x="108" y="17"/>
                  <a:pt x="106" y="17"/>
                </a:cubicBezTo>
                <a:close/>
              </a:path>
            </a:pathLst>
          </a:custGeom>
          <a:solidFill>
            <a:schemeClr val="bg1"/>
          </a:solidFill>
          <a:ln>
            <a:noFill/>
          </a:ln>
        </p:spPr>
        <p:txBody>
          <a:bodyPr anchor="ctr"/>
          <a:lstStyle/>
          <a:p>
            <a:pPr algn="ctr"/>
            <a:endParaRPr sz="1013">
              <a:latin typeface="+mn-lt"/>
              <a:ea typeface="+mn-ea"/>
              <a:cs typeface="+mn-ea"/>
              <a:sym typeface="+mn-lt"/>
            </a:endParaRPr>
          </a:p>
        </p:txBody>
      </p:sp>
      <p:sp>
        <p:nvSpPr>
          <p:cNvPr id="93" name="Oval 32"/>
          <p:cNvSpPr>
            <a:spLocks noChangeAspect="1"/>
          </p:cNvSpPr>
          <p:nvPr/>
        </p:nvSpPr>
        <p:spPr>
          <a:xfrm>
            <a:off x="2848748" y="2595669"/>
            <a:ext cx="510152" cy="510152"/>
          </a:xfrm>
          <a:prstGeom prst="ellipse">
            <a:avLst/>
          </a:prstGeom>
          <a:solidFill>
            <a:schemeClr val="accent3"/>
          </a:solidFill>
          <a:ln w="12700">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013">
              <a:cs typeface="+mn-ea"/>
              <a:sym typeface="+mn-lt"/>
            </a:endParaRPr>
          </a:p>
        </p:txBody>
      </p:sp>
      <p:sp>
        <p:nvSpPr>
          <p:cNvPr id="94" name="Freeform: Shape 33"/>
          <p:cNvSpPr>
            <a:spLocks/>
          </p:cNvSpPr>
          <p:nvPr/>
        </p:nvSpPr>
        <p:spPr bwMode="auto">
          <a:xfrm>
            <a:off x="2989991" y="2759779"/>
            <a:ext cx="225621" cy="185451"/>
          </a:xfrm>
          <a:custGeom>
            <a:avLst/>
            <a:gdLst>
              <a:gd name="T0" fmla="*/ 17 w 185"/>
              <a:gd name="T1" fmla="*/ 109 h 152"/>
              <a:gd name="T2" fmla="*/ 25 w 185"/>
              <a:gd name="T3" fmla="*/ 109 h 152"/>
              <a:gd name="T4" fmla="*/ 46 w 185"/>
              <a:gd name="T5" fmla="*/ 88 h 152"/>
              <a:gd name="T6" fmla="*/ 181 w 185"/>
              <a:gd name="T7" fmla="*/ 91 h 152"/>
              <a:gd name="T8" fmla="*/ 150 w 185"/>
              <a:gd name="T9" fmla="*/ 17 h 152"/>
              <a:gd name="T10" fmla="*/ 101 w 185"/>
              <a:gd name="T11" fmla="*/ 25 h 152"/>
              <a:gd name="T12" fmla="*/ 59 w 185"/>
              <a:gd name="T13" fmla="*/ 0 h 152"/>
              <a:gd name="T14" fmla="*/ 35 w 185"/>
              <a:gd name="T15" fmla="*/ 17 h 152"/>
              <a:gd name="T16" fmla="*/ 0 w 185"/>
              <a:gd name="T17" fmla="*/ 109 h 152"/>
              <a:gd name="T18" fmla="*/ 83 w 185"/>
              <a:gd name="T19" fmla="*/ 118 h 152"/>
              <a:gd name="T20" fmla="*/ 143 w 185"/>
              <a:gd name="T21" fmla="*/ 152 h 152"/>
              <a:gd name="T22" fmla="*/ 181 w 185"/>
              <a:gd name="T23" fmla="*/ 91 h 152"/>
              <a:gd name="T24" fmla="*/ 8 w 185"/>
              <a:gd name="T25" fmla="*/ 109 h 152"/>
              <a:gd name="T26" fmla="*/ 76 w 185"/>
              <a:gd name="T27" fmla="*/ 109 h 152"/>
              <a:gd name="T28" fmla="*/ 76 w 185"/>
              <a:gd name="T29" fmla="*/ 84 h 152"/>
              <a:gd name="T30" fmla="*/ 21 w 185"/>
              <a:gd name="T31" fmla="*/ 73 h 152"/>
              <a:gd name="T32" fmla="*/ 44 w 185"/>
              <a:gd name="T33" fmla="*/ 18 h 152"/>
              <a:gd name="T34" fmla="*/ 76 w 185"/>
              <a:gd name="T35" fmla="*/ 24 h 152"/>
              <a:gd name="T36" fmla="*/ 76 w 185"/>
              <a:gd name="T37" fmla="*/ 84 h 152"/>
              <a:gd name="T38" fmla="*/ 84 w 185"/>
              <a:gd name="T39" fmla="*/ 109 h 152"/>
              <a:gd name="T40" fmla="*/ 101 w 185"/>
              <a:gd name="T41" fmla="*/ 101 h 152"/>
              <a:gd name="T42" fmla="*/ 101 w 185"/>
              <a:gd name="T43" fmla="*/ 93 h 152"/>
              <a:gd name="T44" fmla="*/ 84 w 185"/>
              <a:gd name="T45" fmla="*/ 33 h 152"/>
              <a:gd name="T46" fmla="*/ 101 w 185"/>
              <a:gd name="T47" fmla="*/ 93 h 152"/>
              <a:gd name="T48" fmla="*/ 110 w 185"/>
              <a:gd name="T49" fmla="*/ 24 h 152"/>
              <a:gd name="T50" fmla="*/ 142 w 185"/>
              <a:gd name="T51" fmla="*/ 18 h 152"/>
              <a:gd name="T52" fmla="*/ 164 w 185"/>
              <a:gd name="T53" fmla="*/ 73 h 152"/>
              <a:gd name="T54" fmla="*/ 109 w 185"/>
              <a:gd name="T55" fmla="*/ 84 h 152"/>
              <a:gd name="T56" fmla="*/ 143 w 185"/>
              <a:gd name="T57" fmla="*/ 143 h 152"/>
              <a:gd name="T58" fmla="*/ 143 w 185"/>
              <a:gd name="T59" fmla="*/ 76 h 152"/>
              <a:gd name="T60" fmla="*/ 143 w 185"/>
              <a:gd name="T61" fmla="*/ 143 h 152"/>
              <a:gd name="T62" fmla="*/ 118 w 185"/>
              <a:gd name="T63" fmla="*/ 109 h 152"/>
              <a:gd name="T64" fmla="*/ 126 w 185"/>
              <a:gd name="T65" fmla="*/ 109 h 152"/>
              <a:gd name="T66" fmla="*/ 147 w 185"/>
              <a:gd name="T67" fmla="*/ 8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52">
                <a:moveTo>
                  <a:pt x="42" y="84"/>
                </a:moveTo>
                <a:cubicBezTo>
                  <a:pt x="28" y="84"/>
                  <a:pt x="17" y="95"/>
                  <a:pt x="17" y="109"/>
                </a:cubicBezTo>
                <a:cubicBezTo>
                  <a:pt x="17" y="112"/>
                  <a:pt x="19" y="114"/>
                  <a:pt x="21" y="114"/>
                </a:cubicBezTo>
                <a:cubicBezTo>
                  <a:pt x="23" y="114"/>
                  <a:pt x="25" y="112"/>
                  <a:pt x="25" y="109"/>
                </a:cubicBezTo>
                <a:cubicBezTo>
                  <a:pt x="25" y="100"/>
                  <a:pt x="33" y="93"/>
                  <a:pt x="42" y="93"/>
                </a:cubicBezTo>
                <a:cubicBezTo>
                  <a:pt x="44" y="93"/>
                  <a:pt x="46" y="91"/>
                  <a:pt x="46" y="88"/>
                </a:cubicBezTo>
                <a:cubicBezTo>
                  <a:pt x="46" y="86"/>
                  <a:pt x="44" y="84"/>
                  <a:pt x="42" y="84"/>
                </a:cubicBezTo>
                <a:close/>
                <a:moveTo>
                  <a:pt x="181" y="91"/>
                </a:moveTo>
                <a:cubicBezTo>
                  <a:pt x="150" y="17"/>
                  <a:pt x="150" y="17"/>
                  <a:pt x="150" y="17"/>
                </a:cubicBezTo>
                <a:cubicBezTo>
                  <a:pt x="150" y="17"/>
                  <a:pt x="150" y="17"/>
                  <a:pt x="150" y="17"/>
                </a:cubicBezTo>
                <a:cubicBezTo>
                  <a:pt x="147" y="7"/>
                  <a:pt x="137" y="0"/>
                  <a:pt x="126" y="0"/>
                </a:cubicBezTo>
                <a:cubicBezTo>
                  <a:pt x="112" y="0"/>
                  <a:pt x="101" y="11"/>
                  <a:pt x="101" y="25"/>
                </a:cubicBezTo>
                <a:cubicBezTo>
                  <a:pt x="84" y="25"/>
                  <a:pt x="84" y="25"/>
                  <a:pt x="84" y="25"/>
                </a:cubicBezTo>
                <a:cubicBezTo>
                  <a:pt x="84" y="11"/>
                  <a:pt x="73" y="0"/>
                  <a:pt x="59" y="0"/>
                </a:cubicBezTo>
                <a:cubicBezTo>
                  <a:pt x="48" y="0"/>
                  <a:pt x="39" y="7"/>
                  <a:pt x="35" y="17"/>
                </a:cubicBezTo>
                <a:cubicBezTo>
                  <a:pt x="35" y="17"/>
                  <a:pt x="35" y="17"/>
                  <a:pt x="35" y="17"/>
                </a:cubicBezTo>
                <a:cubicBezTo>
                  <a:pt x="4" y="91"/>
                  <a:pt x="4" y="91"/>
                  <a:pt x="4" y="91"/>
                </a:cubicBezTo>
                <a:cubicBezTo>
                  <a:pt x="1" y="97"/>
                  <a:pt x="0" y="103"/>
                  <a:pt x="0" y="109"/>
                </a:cubicBezTo>
                <a:cubicBezTo>
                  <a:pt x="0" y="133"/>
                  <a:pt x="19" y="152"/>
                  <a:pt x="42" y="152"/>
                </a:cubicBezTo>
                <a:cubicBezTo>
                  <a:pt x="62" y="152"/>
                  <a:pt x="79" y="137"/>
                  <a:pt x="83" y="118"/>
                </a:cubicBezTo>
                <a:cubicBezTo>
                  <a:pt x="102" y="118"/>
                  <a:pt x="102" y="118"/>
                  <a:pt x="102" y="118"/>
                </a:cubicBezTo>
                <a:cubicBezTo>
                  <a:pt x="106" y="137"/>
                  <a:pt x="123" y="152"/>
                  <a:pt x="143" y="152"/>
                </a:cubicBezTo>
                <a:cubicBezTo>
                  <a:pt x="167" y="152"/>
                  <a:pt x="185" y="133"/>
                  <a:pt x="185" y="109"/>
                </a:cubicBezTo>
                <a:cubicBezTo>
                  <a:pt x="185" y="103"/>
                  <a:pt x="184" y="97"/>
                  <a:pt x="181" y="91"/>
                </a:cubicBezTo>
                <a:close/>
                <a:moveTo>
                  <a:pt x="42" y="143"/>
                </a:moveTo>
                <a:cubicBezTo>
                  <a:pt x="23" y="143"/>
                  <a:pt x="8" y="128"/>
                  <a:pt x="8" y="109"/>
                </a:cubicBezTo>
                <a:cubicBezTo>
                  <a:pt x="8" y="91"/>
                  <a:pt x="23" y="76"/>
                  <a:pt x="42" y="76"/>
                </a:cubicBezTo>
                <a:cubicBezTo>
                  <a:pt x="61" y="76"/>
                  <a:pt x="76" y="91"/>
                  <a:pt x="76" y="109"/>
                </a:cubicBezTo>
                <a:cubicBezTo>
                  <a:pt x="76" y="128"/>
                  <a:pt x="61" y="143"/>
                  <a:pt x="42" y="143"/>
                </a:cubicBezTo>
                <a:close/>
                <a:moveTo>
                  <a:pt x="76" y="84"/>
                </a:moveTo>
                <a:cubicBezTo>
                  <a:pt x="68" y="74"/>
                  <a:pt x="56" y="67"/>
                  <a:pt x="42" y="67"/>
                </a:cubicBezTo>
                <a:cubicBezTo>
                  <a:pt x="34" y="67"/>
                  <a:pt x="27" y="69"/>
                  <a:pt x="21" y="73"/>
                </a:cubicBezTo>
                <a:cubicBezTo>
                  <a:pt x="44" y="18"/>
                  <a:pt x="44" y="18"/>
                  <a:pt x="44" y="18"/>
                </a:cubicBezTo>
                <a:cubicBezTo>
                  <a:pt x="44" y="18"/>
                  <a:pt x="44" y="18"/>
                  <a:pt x="44" y="18"/>
                </a:cubicBezTo>
                <a:cubicBezTo>
                  <a:pt x="46" y="12"/>
                  <a:pt x="52" y="8"/>
                  <a:pt x="59" y="8"/>
                </a:cubicBezTo>
                <a:cubicBezTo>
                  <a:pt x="68" y="8"/>
                  <a:pt x="75" y="15"/>
                  <a:pt x="76" y="24"/>
                </a:cubicBezTo>
                <a:cubicBezTo>
                  <a:pt x="76" y="24"/>
                  <a:pt x="76" y="24"/>
                  <a:pt x="76" y="24"/>
                </a:cubicBezTo>
                <a:lnTo>
                  <a:pt x="76" y="84"/>
                </a:lnTo>
                <a:close/>
                <a:moveTo>
                  <a:pt x="101" y="109"/>
                </a:moveTo>
                <a:cubicBezTo>
                  <a:pt x="84" y="109"/>
                  <a:pt x="84" y="109"/>
                  <a:pt x="84" y="109"/>
                </a:cubicBezTo>
                <a:cubicBezTo>
                  <a:pt x="84" y="101"/>
                  <a:pt x="84" y="101"/>
                  <a:pt x="84" y="101"/>
                </a:cubicBezTo>
                <a:cubicBezTo>
                  <a:pt x="101" y="101"/>
                  <a:pt x="101" y="101"/>
                  <a:pt x="101" y="101"/>
                </a:cubicBezTo>
                <a:lnTo>
                  <a:pt x="101" y="109"/>
                </a:lnTo>
                <a:close/>
                <a:moveTo>
                  <a:pt x="101" y="93"/>
                </a:moveTo>
                <a:cubicBezTo>
                  <a:pt x="84" y="93"/>
                  <a:pt x="84" y="93"/>
                  <a:pt x="84" y="93"/>
                </a:cubicBezTo>
                <a:cubicBezTo>
                  <a:pt x="84" y="33"/>
                  <a:pt x="84" y="33"/>
                  <a:pt x="84" y="33"/>
                </a:cubicBezTo>
                <a:cubicBezTo>
                  <a:pt x="101" y="33"/>
                  <a:pt x="101" y="33"/>
                  <a:pt x="101" y="33"/>
                </a:cubicBezTo>
                <a:lnTo>
                  <a:pt x="101" y="93"/>
                </a:lnTo>
                <a:close/>
                <a:moveTo>
                  <a:pt x="109" y="24"/>
                </a:moveTo>
                <a:cubicBezTo>
                  <a:pt x="110" y="24"/>
                  <a:pt x="110" y="24"/>
                  <a:pt x="110" y="24"/>
                </a:cubicBezTo>
                <a:cubicBezTo>
                  <a:pt x="110" y="15"/>
                  <a:pt x="118" y="8"/>
                  <a:pt x="126" y="8"/>
                </a:cubicBezTo>
                <a:cubicBezTo>
                  <a:pt x="133" y="8"/>
                  <a:pt x="139" y="12"/>
                  <a:pt x="142" y="18"/>
                </a:cubicBezTo>
                <a:cubicBezTo>
                  <a:pt x="142" y="18"/>
                  <a:pt x="142" y="18"/>
                  <a:pt x="142" y="18"/>
                </a:cubicBezTo>
                <a:cubicBezTo>
                  <a:pt x="164" y="73"/>
                  <a:pt x="164" y="73"/>
                  <a:pt x="164" y="73"/>
                </a:cubicBezTo>
                <a:cubicBezTo>
                  <a:pt x="158" y="69"/>
                  <a:pt x="151" y="67"/>
                  <a:pt x="143" y="67"/>
                </a:cubicBezTo>
                <a:cubicBezTo>
                  <a:pt x="129" y="67"/>
                  <a:pt x="117" y="74"/>
                  <a:pt x="109" y="84"/>
                </a:cubicBezTo>
                <a:lnTo>
                  <a:pt x="109" y="24"/>
                </a:lnTo>
                <a:close/>
                <a:moveTo>
                  <a:pt x="143" y="143"/>
                </a:moveTo>
                <a:cubicBezTo>
                  <a:pt x="125" y="143"/>
                  <a:pt x="109" y="128"/>
                  <a:pt x="109" y="109"/>
                </a:cubicBezTo>
                <a:cubicBezTo>
                  <a:pt x="109" y="91"/>
                  <a:pt x="125" y="76"/>
                  <a:pt x="143" y="76"/>
                </a:cubicBezTo>
                <a:cubicBezTo>
                  <a:pt x="162" y="76"/>
                  <a:pt x="177" y="91"/>
                  <a:pt x="177" y="109"/>
                </a:cubicBezTo>
                <a:cubicBezTo>
                  <a:pt x="177" y="128"/>
                  <a:pt x="162" y="143"/>
                  <a:pt x="143" y="143"/>
                </a:cubicBezTo>
                <a:close/>
                <a:moveTo>
                  <a:pt x="143" y="84"/>
                </a:moveTo>
                <a:cubicBezTo>
                  <a:pt x="129" y="84"/>
                  <a:pt x="118" y="95"/>
                  <a:pt x="118" y="109"/>
                </a:cubicBezTo>
                <a:cubicBezTo>
                  <a:pt x="118" y="112"/>
                  <a:pt x="120" y="114"/>
                  <a:pt x="122" y="114"/>
                </a:cubicBezTo>
                <a:cubicBezTo>
                  <a:pt x="124" y="114"/>
                  <a:pt x="126" y="112"/>
                  <a:pt x="126" y="109"/>
                </a:cubicBezTo>
                <a:cubicBezTo>
                  <a:pt x="126" y="100"/>
                  <a:pt x="134" y="93"/>
                  <a:pt x="143" y="93"/>
                </a:cubicBezTo>
                <a:cubicBezTo>
                  <a:pt x="146" y="93"/>
                  <a:pt x="147" y="91"/>
                  <a:pt x="147" y="88"/>
                </a:cubicBezTo>
                <a:cubicBezTo>
                  <a:pt x="147" y="86"/>
                  <a:pt x="146" y="84"/>
                  <a:pt x="143" y="84"/>
                </a:cubicBezTo>
                <a:close/>
              </a:path>
            </a:pathLst>
          </a:custGeom>
          <a:solidFill>
            <a:schemeClr val="bg1"/>
          </a:solidFill>
          <a:ln>
            <a:noFill/>
          </a:ln>
        </p:spPr>
        <p:txBody>
          <a:bodyPr anchor="ctr"/>
          <a:lstStyle/>
          <a:p>
            <a:pPr algn="ctr"/>
            <a:endParaRPr sz="1013">
              <a:latin typeface="+mn-lt"/>
              <a:ea typeface="+mn-ea"/>
              <a:cs typeface="+mn-ea"/>
              <a:sym typeface="+mn-lt"/>
            </a:endParaRPr>
          </a:p>
        </p:txBody>
      </p:sp>
      <p:sp>
        <p:nvSpPr>
          <p:cNvPr id="95" name="Oval 31"/>
          <p:cNvSpPr>
            <a:spLocks noChangeAspect="1"/>
          </p:cNvSpPr>
          <p:nvPr/>
        </p:nvSpPr>
        <p:spPr>
          <a:xfrm>
            <a:off x="3270673" y="1570027"/>
            <a:ext cx="510152" cy="510152"/>
          </a:xfrm>
          <a:prstGeom prst="ellipse">
            <a:avLst/>
          </a:prstGeom>
          <a:solidFill>
            <a:schemeClr val="accent2"/>
          </a:solidFill>
          <a:ln w="12700">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013">
              <a:cs typeface="+mn-ea"/>
              <a:sym typeface="+mn-lt"/>
            </a:endParaRPr>
          </a:p>
        </p:txBody>
      </p:sp>
      <p:sp>
        <p:nvSpPr>
          <p:cNvPr id="96" name="Freeform: Shape 34"/>
          <p:cNvSpPr>
            <a:spLocks/>
          </p:cNvSpPr>
          <p:nvPr/>
        </p:nvSpPr>
        <p:spPr bwMode="auto">
          <a:xfrm>
            <a:off x="3412269" y="1722662"/>
            <a:ext cx="226960" cy="225621"/>
          </a:xfrm>
          <a:custGeom>
            <a:avLst/>
            <a:gdLst>
              <a:gd name="T0" fmla="*/ 85 w 186"/>
              <a:gd name="T1" fmla="*/ 93 h 185"/>
              <a:gd name="T2" fmla="*/ 101 w 186"/>
              <a:gd name="T3" fmla="*/ 93 h 185"/>
              <a:gd name="T4" fmla="*/ 186 w 186"/>
              <a:gd name="T5" fmla="*/ 93 h 185"/>
              <a:gd name="T6" fmla="*/ 159 w 186"/>
              <a:gd name="T7" fmla="*/ 27 h 185"/>
              <a:gd name="T8" fmla="*/ 93 w 186"/>
              <a:gd name="T9" fmla="*/ 0 h 185"/>
              <a:gd name="T10" fmla="*/ 27 w 186"/>
              <a:gd name="T11" fmla="*/ 27 h 185"/>
              <a:gd name="T12" fmla="*/ 0 w 186"/>
              <a:gd name="T13" fmla="*/ 93 h 185"/>
              <a:gd name="T14" fmla="*/ 27 w 186"/>
              <a:gd name="T15" fmla="*/ 158 h 185"/>
              <a:gd name="T16" fmla="*/ 93 w 186"/>
              <a:gd name="T17" fmla="*/ 185 h 185"/>
              <a:gd name="T18" fmla="*/ 159 w 186"/>
              <a:gd name="T19" fmla="*/ 158 h 185"/>
              <a:gd name="T20" fmla="*/ 186 w 186"/>
              <a:gd name="T21" fmla="*/ 93 h 185"/>
              <a:gd name="T22" fmla="*/ 36 w 186"/>
              <a:gd name="T23" fmla="*/ 74 h 185"/>
              <a:gd name="T24" fmla="*/ 36 w 186"/>
              <a:gd name="T25" fmla="*/ 111 h 185"/>
              <a:gd name="T26" fmla="*/ 60 w 186"/>
              <a:gd name="T27" fmla="*/ 79 h 185"/>
              <a:gd name="T28" fmla="*/ 44 w 186"/>
              <a:gd name="T29" fmla="*/ 72 h 185"/>
              <a:gd name="T30" fmla="*/ 60 w 186"/>
              <a:gd name="T31" fmla="*/ 79 h 185"/>
              <a:gd name="T32" fmla="*/ 44 w 186"/>
              <a:gd name="T33" fmla="*/ 113 h 185"/>
              <a:gd name="T34" fmla="*/ 60 w 186"/>
              <a:gd name="T35" fmla="*/ 107 h 185"/>
              <a:gd name="T36" fmla="*/ 33 w 186"/>
              <a:gd name="T37" fmla="*/ 152 h 185"/>
              <a:gd name="T38" fmla="*/ 61 w 186"/>
              <a:gd name="T39" fmla="*/ 124 h 185"/>
              <a:gd name="T40" fmla="*/ 33 w 186"/>
              <a:gd name="T41" fmla="*/ 152 h 185"/>
              <a:gd name="T42" fmla="*/ 39 w 186"/>
              <a:gd name="T43" fmla="*/ 65 h 185"/>
              <a:gd name="T44" fmla="*/ 66 w 186"/>
              <a:gd name="T45" fmla="*/ 39 h 185"/>
              <a:gd name="T46" fmla="*/ 116 w 186"/>
              <a:gd name="T47" fmla="*/ 60 h 185"/>
              <a:gd name="T48" fmla="*/ 100 w 186"/>
              <a:gd name="T49" fmla="*/ 53 h 185"/>
              <a:gd name="T50" fmla="*/ 116 w 186"/>
              <a:gd name="T51" fmla="*/ 60 h 185"/>
              <a:gd name="T52" fmla="*/ 112 w 186"/>
              <a:gd name="T53" fmla="*/ 35 h 185"/>
              <a:gd name="T54" fmla="*/ 74 w 186"/>
              <a:gd name="T55" fmla="*/ 35 h 185"/>
              <a:gd name="T56" fmla="*/ 73 w 186"/>
              <a:gd name="T57" fmla="*/ 43 h 185"/>
              <a:gd name="T58" fmla="*/ 79 w 186"/>
              <a:gd name="T59" fmla="*/ 59 h 185"/>
              <a:gd name="T60" fmla="*/ 73 w 186"/>
              <a:gd name="T61" fmla="*/ 43 h 185"/>
              <a:gd name="T62" fmla="*/ 79 w 186"/>
              <a:gd name="T63" fmla="*/ 126 h 185"/>
              <a:gd name="T64" fmla="*/ 73 w 186"/>
              <a:gd name="T65" fmla="*/ 142 h 185"/>
              <a:gd name="T66" fmla="*/ 93 w 186"/>
              <a:gd name="T67" fmla="*/ 177 h 185"/>
              <a:gd name="T68" fmla="*/ 93 w 186"/>
              <a:gd name="T69" fmla="*/ 137 h 185"/>
              <a:gd name="T70" fmla="*/ 93 w 186"/>
              <a:gd name="T71" fmla="*/ 177 h 185"/>
              <a:gd name="T72" fmla="*/ 100 w 186"/>
              <a:gd name="T73" fmla="*/ 132 h 185"/>
              <a:gd name="T74" fmla="*/ 116 w 186"/>
              <a:gd name="T75" fmla="*/ 125 h 185"/>
              <a:gd name="T76" fmla="*/ 118 w 186"/>
              <a:gd name="T77" fmla="*/ 103 h 185"/>
              <a:gd name="T78" fmla="*/ 103 w 186"/>
              <a:gd name="T79" fmla="*/ 118 h 185"/>
              <a:gd name="T80" fmla="*/ 83 w 186"/>
              <a:gd name="T81" fmla="*/ 118 h 185"/>
              <a:gd name="T82" fmla="*/ 68 w 186"/>
              <a:gd name="T83" fmla="*/ 103 h 185"/>
              <a:gd name="T84" fmla="*/ 68 w 186"/>
              <a:gd name="T85" fmla="*/ 82 h 185"/>
              <a:gd name="T86" fmla="*/ 83 w 186"/>
              <a:gd name="T87" fmla="*/ 68 h 185"/>
              <a:gd name="T88" fmla="*/ 103 w 186"/>
              <a:gd name="T89" fmla="*/ 68 h 185"/>
              <a:gd name="T90" fmla="*/ 118 w 186"/>
              <a:gd name="T91" fmla="*/ 82 h 185"/>
              <a:gd name="T92" fmla="*/ 118 w 186"/>
              <a:gd name="T93" fmla="*/ 103 h 185"/>
              <a:gd name="T94" fmla="*/ 147 w 186"/>
              <a:gd name="T95" fmla="*/ 65 h 185"/>
              <a:gd name="T96" fmla="*/ 120 w 186"/>
              <a:gd name="T97" fmla="*/ 39 h 185"/>
              <a:gd name="T98" fmla="*/ 133 w 186"/>
              <a:gd name="T99" fmla="*/ 86 h 185"/>
              <a:gd name="T100" fmla="*/ 126 w 186"/>
              <a:gd name="T101" fmla="*/ 69 h 185"/>
              <a:gd name="T102" fmla="*/ 133 w 186"/>
              <a:gd name="T103" fmla="*/ 86 h 185"/>
              <a:gd name="T104" fmla="*/ 142 w 186"/>
              <a:gd name="T105" fmla="*/ 113 h 185"/>
              <a:gd name="T106" fmla="*/ 126 w 186"/>
              <a:gd name="T107" fmla="*/ 107 h 185"/>
              <a:gd name="T108" fmla="*/ 153 w 186"/>
              <a:gd name="T109" fmla="*/ 152 h 185"/>
              <a:gd name="T110" fmla="*/ 125 w 186"/>
              <a:gd name="T111" fmla="*/ 124 h 185"/>
              <a:gd name="T112" fmla="*/ 153 w 186"/>
              <a:gd name="T113" fmla="*/ 152 h 185"/>
              <a:gd name="T114" fmla="*/ 138 w 186"/>
              <a:gd name="T115" fmla="*/ 93 h 185"/>
              <a:gd name="T116" fmla="*/ 177 w 186"/>
              <a:gd name="T117" fmla="*/ 9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86" h="185">
                <a:moveTo>
                  <a:pt x="93" y="84"/>
                </a:moveTo>
                <a:cubicBezTo>
                  <a:pt x="88" y="84"/>
                  <a:pt x="85" y="88"/>
                  <a:pt x="85" y="93"/>
                </a:cubicBezTo>
                <a:cubicBezTo>
                  <a:pt x="85" y="97"/>
                  <a:pt x="88" y="101"/>
                  <a:pt x="93" y="101"/>
                </a:cubicBezTo>
                <a:cubicBezTo>
                  <a:pt x="98" y="101"/>
                  <a:pt x="101" y="97"/>
                  <a:pt x="101" y="93"/>
                </a:cubicBezTo>
                <a:cubicBezTo>
                  <a:pt x="101" y="88"/>
                  <a:pt x="98" y="84"/>
                  <a:pt x="93" y="84"/>
                </a:cubicBezTo>
                <a:close/>
                <a:moveTo>
                  <a:pt x="186" y="93"/>
                </a:moveTo>
                <a:cubicBezTo>
                  <a:pt x="186" y="83"/>
                  <a:pt x="174" y="74"/>
                  <a:pt x="154" y="67"/>
                </a:cubicBezTo>
                <a:cubicBezTo>
                  <a:pt x="163" y="49"/>
                  <a:pt x="166" y="34"/>
                  <a:pt x="159" y="27"/>
                </a:cubicBezTo>
                <a:cubicBezTo>
                  <a:pt x="151" y="20"/>
                  <a:pt x="136" y="22"/>
                  <a:pt x="118" y="32"/>
                </a:cubicBezTo>
                <a:cubicBezTo>
                  <a:pt x="112" y="12"/>
                  <a:pt x="103" y="0"/>
                  <a:pt x="93" y="0"/>
                </a:cubicBezTo>
                <a:cubicBezTo>
                  <a:pt x="83" y="0"/>
                  <a:pt x="74" y="12"/>
                  <a:pt x="68" y="32"/>
                </a:cubicBezTo>
                <a:cubicBezTo>
                  <a:pt x="50" y="22"/>
                  <a:pt x="35" y="20"/>
                  <a:pt x="27" y="27"/>
                </a:cubicBezTo>
                <a:cubicBezTo>
                  <a:pt x="20" y="34"/>
                  <a:pt x="23" y="49"/>
                  <a:pt x="32" y="67"/>
                </a:cubicBezTo>
                <a:cubicBezTo>
                  <a:pt x="12" y="74"/>
                  <a:pt x="0" y="83"/>
                  <a:pt x="0" y="93"/>
                </a:cubicBezTo>
                <a:cubicBezTo>
                  <a:pt x="0" y="103"/>
                  <a:pt x="12" y="112"/>
                  <a:pt x="32" y="118"/>
                </a:cubicBezTo>
                <a:cubicBezTo>
                  <a:pt x="23" y="136"/>
                  <a:pt x="20" y="151"/>
                  <a:pt x="27" y="158"/>
                </a:cubicBezTo>
                <a:cubicBezTo>
                  <a:pt x="35" y="165"/>
                  <a:pt x="50" y="163"/>
                  <a:pt x="68" y="154"/>
                </a:cubicBezTo>
                <a:cubicBezTo>
                  <a:pt x="74" y="173"/>
                  <a:pt x="83" y="185"/>
                  <a:pt x="93" y="185"/>
                </a:cubicBezTo>
                <a:cubicBezTo>
                  <a:pt x="103" y="185"/>
                  <a:pt x="112" y="173"/>
                  <a:pt x="118" y="154"/>
                </a:cubicBezTo>
                <a:cubicBezTo>
                  <a:pt x="136" y="163"/>
                  <a:pt x="151" y="165"/>
                  <a:pt x="159" y="158"/>
                </a:cubicBezTo>
                <a:cubicBezTo>
                  <a:pt x="166" y="151"/>
                  <a:pt x="163" y="136"/>
                  <a:pt x="154" y="118"/>
                </a:cubicBezTo>
                <a:cubicBezTo>
                  <a:pt x="174" y="112"/>
                  <a:pt x="186" y="103"/>
                  <a:pt x="186" y="93"/>
                </a:cubicBezTo>
                <a:close/>
                <a:moveTo>
                  <a:pt x="9" y="93"/>
                </a:moveTo>
                <a:cubicBezTo>
                  <a:pt x="9" y="85"/>
                  <a:pt x="19" y="79"/>
                  <a:pt x="36" y="74"/>
                </a:cubicBezTo>
                <a:cubicBezTo>
                  <a:pt x="39" y="80"/>
                  <a:pt x="43" y="86"/>
                  <a:pt x="48" y="93"/>
                </a:cubicBezTo>
                <a:cubicBezTo>
                  <a:pt x="43" y="99"/>
                  <a:pt x="39" y="105"/>
                  <a:pt x="36" y="111"/>
                </a:cubicBezTo>
                <a:cubicBezTo>
                  <a:pt x="19" y="107"/>
                  <a:pt x="9" y="100"/>
                  <a:pt x="9" y="93"/>
                </a:cubicBezTo>
                <a:close/>
                <a:moveTo>
                  <a:pt x="60" y="79"/>
                </a:moveTo>
                <a:cubicBezTo>
                  <a:pt x="58" y="81"/>
                  <a:pt x="55" y="84"/>
                  <a:pt x="53" y="86"/>
                </a:cubicBezTo>
                <a:cubicBezTo>
                  <a:pt x="50" y="81"/>
                  <a:pt x="46" y="77"/>
                  <a:pt x="44" y="72"/>
                </a:cubicBezTo>
                <a:cubicBezTo>
                  <a:pt x="49" y="71"/>
                  <a:pt x="54" y="70"/>
                  <a:pt x="60" y="69"/>
                </a:cubicBezTo>
                <a:cubicBezTo>
                  <a:pt x="60" y="72"/>
                  <a:pt x="60" y="76"/>
                  <a:pt x="60" y="79"/>
                </a:cubicBezTo>
                <a:close/>
                <a:moveTo>
                  <a:pt x="60" y="116"/>
                </a:moveTo>
                <a:cubicBezTo>
                  <a:pt x="54" y="115"/>
                  <a:pt x="49" y="114"/>
                  <a:pt x="44" y="113"/>
                </a:cubicBezTo>
                <a:cubicBezTo>
                  <a:pt x="46" y="109"/>
                  <a:pt x="50" y="104"/>
                  <a:pt x="53" y="99"/>
                </a:cubicBezTo>
                <a:cubicBezTo>
                  <a:pt x="55" y="102"/>
                  <a:pt x="58" y="104"/>
                  <a:pt x="60" y="107"/>
                </a:cubicBezTo>
                <a:cubicBezTo>
                  <a:pt x="60" y="110"/>
                  <a:pt x="60" y="113"/>
                  <a:pt x="60" y="116"/>
                </a:cubicBezTo>
                <a:close/>
                <a:moveTo>
                  <a:pt x="33" y="152"/>
                </a:moveTo>
                <a:cubicBezTo>
                  <a:pt x="28" y="147"/>
                  <a:pt x="31" y="135"/>
                  <a:pt x="39" y="120"/>
                </a:cubicBezTo>
                <a:cubicBezTo>
                  <a:pt x="46" y="122"/>
                  <a:pt x="53" y="123"/>
                  <a:pt x="61" y="124"/>
                </a:cubicBezTo>
                <a:cubicBezTo>
                  <a:pt x="62" y="132"/>
                  <a:pt x="64" y="140"/>
                  <a:pt x="66" y="146"/>
                </a:cubicBezTo>
                <a:cubicBezTo>
                  <a:pt x="51" y="155"/>
                  <a:pt x="39" y="158"/>
                  <a:pt x="33" y="152"/>
                </a:cubicBezTo>
                <a:close/>
                <a:moveTo>
                  <a:pt x="61" y="61"/>
                </a:moveTo>
                <a:cubicBezTo>
                  <a:pt x="53" y="62"/>
                  <a:pt x="46" y="63"/>
                  <a:pt x="39" y="65"/>
                </a:cubicBezTo>
                <a:cubicBezTo>
                  <a:pt x="31" y="50"/>
                  <a:pt x="28" y="38"/>
                  <a:pt x="33" y="33"/>
                </a:cubicBezTo>
                <a:cubicBezTo>
                  <a:pt x="39" y="28"/>
                  <a:pt x="51" y="31"/>
                  <a:pt x="66" y="39"/>
                </a:cubicBezTo>
                <a:cubicBezTo>
                  <a:pt x="64" y="46"/>
                  <a:pt x="62" y="53"/>
                  <a:pt x="61" y="61"/>
                </a:cubicBezTo>
                <a:close/>
                <a:moveTo>
                  <a:pt x="116" y="60"/>
                </a:moveTo>
                <a:cubicBezTo>
                  <a:pt x="113" y="60"/>
                  <a:pt x="110" y="60"/>
                  <a:pt x="107" y="59"/>
                </a:cubicBezTo>
                <a:cubicBezTo>
                  <a:pt x="104" y="57"/>
                  <a:pt x="102" y="55"/>
                  <a:pt x="100" y="53"/>
                </a:cubicBezTo>
                <a:cubicBezTo>
                  <a:pt x="104" y="49"/>
                  <a:pt x="109" y="46"/>
                  <a:pt x="114" y="43"/>
                </a:cubicBezTo>
                <a:cubicBezTo>
                  <a:pt x="115" y="48"/>
                  <a:pt x="116" y="54"/>
                  <a:pt x="116" y="60"/>
                </a:cubicBezTo>
                <a:close/>
                <a:moveTo>
                  <a:pt x="93" y="8"/>
                </a:moveTo>
                <a:cubicBezTo>
                  <a:pt x="100" y="8"/>
                  <a:pt x="107" y="19"/>
                  <a:pt x="112" y="35"/>
                </a:cubicBezTo>
                <a:cubicBezTo>
                  <a:pt x="106" y="39"/>
                  <a:pt x="99" y="43"/>
                  <a:pt x="93" y="48"/>
                </a:cubicBezTo>
                <a:cubicBezTo>
                  <a:pt x="87" y="43"/>
                  <a:pt x="80" y="39"/>
                  <a:pt x="74" y="35"/>
                </a:cubicBezTo>
                <a:cubicBezTo>
                  <a:pt x="79" y="19"/>
                  <a:pt x="86" y="8"/>
                  <a:pt x="93" y="8"/>
                </a:cubicBezTo>
                <a:close/>
                <a:moveTo>
                  <a:pt x="73" y="43"/>
                </a:moveTo>
                <a:cubicBezTo>
                  <a:pt x="77" y="46"/>
                  <a:pt x="82" y="49"/>
                  <a:pt x="86" y="53"/>
                </a:cubicBezTo>
                <a:cubicBezTo>
                  <a:pt x="84" y="55"/>
                  <a:pt x="82" y="57"/>
                  <a:pt x="79" y="59"/>
                </a:cubicBezTo>
                <a:cubicBezTo>
                  <a:pt x="76" y="60"/>
                  <a:pt x="73" y="60"/>
                  <a:pt x="70" y="60"/>
                </a:cubicBezTo>
                <a:cubicBezTo>
                  <a:pt x="70" y="54"/>
                  <a:pt x="71" y="48"/>
                  <a:pt x="73" y="43"/>
                </a:cubicBezTo>
                <a:close/>
                <a:moveTo>
                  <a:pt x="70" y="125"/>
                </a:moveTo>
                <a:cubicBezTo>
                  <a:pt x="73" y="126"/>
                  <a:pt x="76" y="126"/>
                  <a:pt x="79" y="126"/>
                </a:cubicBezTo>
                <a:cubicBezTo>
                  <a:pt x="82" y="128"/>
                  <a:pt x="84" y="130"/>
                  <a:pt x="86" y="132"/>
                </a:cubicBezTo>
                <a:cubicBezTo>
                  <a:pt x="82" y="136"/>
                  <a:pt x="77" y="139"/>
                  <a:pt x="73" y="142"/>
                </a:cubicBezTo>
                <a:cubicBezTo>
                  <a:pt x="71" y="137"/>
                  <a:pt x="70" y="131"/>
                  <a:pt x="70" y="125"/>
                </a:cubicBezTo>
                <a:close/>
                <a:moveTo>
                  <a:pt x="93" y="177"/>
                </a:moveTo>
                <a:cubicBezTo>
                  <a:pt x="86" y="177"/>
                  <a:pt x="79" y="167"/>
                  <a:pt x="74" y="150"/>
                </a:cubicBezTo>
                <a:cubicBezTo>
                  <a:pt x="80" y="147"/>
                  <a:pt x="87" y="142"/>
                  <a:pt x="93" y="137"/>
                </a:cubicBezTo>
                <a:cubicBezTo>
                  <a:pt x="99" y="142"/>
                  <a:pt x="106" y="147"/>
                  <a:pt x="112" y="150"/>
                </a:cubicBezTo>
                <a:cubicBezTo>
                  <a:pt x="107" y="167"/>
                  <a:pt x="100" y="177"/>
                  <a:pt x="93" y="177"/>
                </a:cubicBezTo>
                <a:close/>
                <a:moveTo>
                  <a:pt x="114" y="142"/>
                </a:moveTo>
                <a:cubicBezTo>
                  <a:pt x="109" y="139"/>
                  <a:pt x="104" y="136"/>
                  <a:pt x="100" y="132"/>
                </a:cubicBezTo>
                <a:cubicBezTo>
                  <a:pt x="102" y="130"/>
                  <a:pt x="104" y="128"/>
                  <a:pt x="107" y="126"/>
                </a:cubicBezTo>
                <a:cubicBezTo>
                  <a:pt x="110" y="126"/>
                  <a:pt x="113" y="126"/>
                  <a:pt x="116" y="125"/>
                </a:cubicBezTo>
                <a:cubicBezTo>
                  <a:pt x="116" y="131"/>
                  <a:pt x="115" y="137"/>
                  <a:pt x="114" y="142"/>
                </a:cubicBezTo>
                <a:close/>
                <a:moveTo>
                  <a:pt x="118" y="103"/>
                </a:moveTo>
                <a:cubicBezTo>
                  <a:pt x="116" y="106"/>
                  <a:pt x="113" y="108"/>
                  <a:pt x="111" y="111"/>
                </a:cubicBezTo>
                <a:cubicBezTo>
                  <a:pt x="108" y="113"/>
                  <a:pt x="106" y="115"/>
                  <a:pt x="103" y="118"/>
                </a:cubicBezTo>
                <a:cubicBezTo>
                  <a:pt x="100" y="118"/>
                  <a:pt x="97" y="118"/>
                  <a:pt x="93" y="118"/>
                </a:cubicBezTo>
                <a:cubicBezTo>
                  <a:pt x="89" y="118"/>
                  <a:pt x="86" y="118"/>
                  <a:pt x="83" y="118"/>
                </a:cubicBezTo>
                <a:cubicBezTo>
                  <a:pt x="80" y="115"/>
                  <a:pt x="78" y="113"/>
                  <a:pt x="75" y="111"/>
                </a:cubicBezTo>
                <a:cubicBezTo>
                  <a:pt x="73" y="108"/>
                  <a:pt x="70" y="106"/>
                  <a:pt x="68" y="103"/>
                </a:cubicBezTo>
                <a:cubicBezTo>
                  <a:pt x="68" y="100"/>
                  <a:pt x="68" y="96"/>
                  <a:pt x="68" y="93"/>
                </a:cubicBezTo>
                <a:cubicBezTo>
                  <a:pt x="68" y="89"/>
                  <a:pt x="68" y="86"/>
                  <a:pt x="68" y="82"/>
                </a:cubicBezTo>
                <a:cubicBezTo>
                  <a:pt x="70" y="80"/>
                  <a:pt x="73" y="77"/>
                  <a:pt x="75" y="75"/>
                </a:cubicBezTo>
                <a:cubicBezTo>
                  <a:pt x="78" y="72"/>
                  <a:pt x="80" y="70"/>
                  <a:pt x="83" y="68"/>
                </a:cubicBezTo>
                <a:cubicBezTo>
                  <a:pt x="86" y="67"/>
                  <a:pt x="89" y="67"/>
                  <a:pt x="93" y="67"/>
                </a:cubicBezTo>
                <a:cubicBezTo>
                  <a:pt x="97" y="67"/>
                  <a:pt x="100" y="67"/>
                  <a:pt x="103" y="68"/>
                </a:cubicBezTo>
                <a:cubicBezTo>
                  <a:pt x="106" y="70"/>
                  <a:pt x="108" y="72"/>
                  <a:pt x="111" y="75"/>
                </a:cubicBezTo>
                <a:cubicBezTo>
                  <a:pt x="113" y="77"/>
                  <a:pt x="116" y="80"/>
                  <a:pt x="118" y="82"/>
                </a:cubicBezTo>
                <a:cubicBezTo>
                  <a:pt x="118" y="86"/>
                  <a:pt x="118" y="89"/>
                  <a:pt x="118" y="93"/>
                </a:cubicBezTo>
                <a:cubicBezTo>
                  <a:pt x="118" y="96"/>
                  <a:pt x="118" y="100"/>
                  <a:pt x="118" y="103"/>
                </a:cubicBezTo>
                <a:close/>
                <a:moveTo>
                  <a:pt x="153" y="33"/>
                </a:moveTo>
                <a:cubicBezTo>
                  <a:pt x="158" y="38"/>
                  <a:pt x="155" y="50"/>
                  <a:pt x="147" y="65"/>
                </a:cubicBezTo>
                <a:cubicBezTo>
                  <a:pt x="140" y="63"/>
                  <a:pt x="133" y="62"/>
                  <a:pt x="125" y="61"/>
                </a:cubicBezTo>
                <a:cubicBezTo>
                  <a:pt x="124" y="53"/>
                  <a:pt x="122" y="46"/>
                  <a:pt x="120" y="39"/>
                </a:cubicBezTo>
                <a:cubicBezTo>
                  <a:pt x="135" y="31"/>
                  <a:pt x="147" y="28"/>
                  <a:pt x="153" y="33"/>
                </a:cubicBezTo>
                <a:close/>
                <a:moveTo>
                  <a:pt x="133" y="86"/>
                </a:moveTo>
                <a:cubicBezTo>
                  <a:pt x="131" y="84"/>
                  <a:pt x="128" y="81"/>
                  <a:pt x="126" y="79"/>
                </a:cubicBezTo>
                <a:cubicBezTo>
                  <a:pt x="126" y="76"/>
                  <a:pt x="126" y="72"/>
                  <a:pt x="126" y="69"/>
                </a:cubicBezTo>
                <a:cubicBezTo>
                  <a:pt x="132" y="70"/>
                  <a:pt x="137" y="71"/>
                  <a:pt x="142" y="72"/>
                </a:cubicBezTo>
                <a:cubicBezTo>
                  <a:pt x="140" y="77"/>
                  <a:pt x="136" y="81"/>
                  <a:pt x="133" y="86"/>
                </a:cubicBezTo>
                <a:close/>
                <a:moveTo>
                  <a:pt x="133" y="99"/>
                </a:moveTo>
                <a:cubicBezTo>
                  <a:pt x="136" y="104"/>
                  <a:pt x="140" y="109"/>
                  <a:pt x="142" y="113"/>
                </a:cubicBezTo>
                <a:cubicBezTo>
                  <a:pt x="137" y="114"/>
                  <a:pt x="132" y="115"/>
                  <a:pt x="126" y="116"/>
                </a:cubicBezTo>
                <a:cubicBezTo>
                  <a:pt x="126" y="113"/>
                  <a:pt x="126" y="110"/>
                  <a:pt x="126" y="107"/>
                </a:cubicBezTo>
                <a:cubicBezTo>
                  <a:pt x="129" y="104"/>
                  <a:pt x="131" y="102"/>
                  <a:pt x="133" y="99"/>
                </a:cubicBezTo>
                <a:close/>
                <a:moveTo>
                  <a:pt x="153" y="152"/>
                </a:moveTo>
                <a:cubicBezTo>
                  <a:pt x="147" y="158"/>
                  <a:pt x="135" y="155"/>
                  <a:pt x="120" y="146"/>
                </a:cubicBezTo>
                <a:cubicBezTo>
                  <a:pt x="122" y="140"/>
                  <a:pt x="124" y="132"/>
                  <a:pt x="125" y="124"/>
                </a:cubicBezTo>
                <a:cubicBezTo>
                  <a:pt x="133" y="123"/>
                  <a:pt x="140" y="122"/>
                  <a:pt x="147" y="120"/>
                </a:cubicBezTo>
                <a:cubicBezTo>
                  <a:pt x="155" y="135"/>
                  <a:pt x="158" y="147"/>
                  <a:pt x="153" y="152"/>
                </a:cubicBezTo>
                <a:close/>
                <a:moveTo>
                  <a:pt x="150" y="111"/>
                </a:moveTo>
                <a:cubicBezTo>
                  <a:pt x="147" y="105"/>
                  <a:pt x="143" y="99"/>
                  <a:pt x="138" y="93"/>
                </a:cubicBezTo>
                <a:cubicBezTo>
                  <a:pt x="143" y="86"/>
                  <a:pt x="147" y="80"/>
                  <a:pt x="150" y="74"/>
                </a:cubicBezTo>
                <a:cubicBezTo>
                  <a:pt x="167" y="79"/>
                  <a:pt x="177" y="85"/>
                  <a:pt x="177" y="93"/>
                </a:cubicBezTo>
                <a:cubicBezTo>
                  <a:pt x="177" y="100"/>
                  <a:pt x="167" y="107"/>
                  <a:pt x="150" y="111"/>
                </a:cubicBezTo>
                <a:close/>
              </a:path>
            </a:pathLst>
          </a:custGeom>
          <a:solidFill>
            <a:schemeClr val="bg1"/>
          </a:solidFill>
          <a:ln>
            <a:noFill/>
          </a:ln>
        </p:spPr>
        <p:txBody>
          <a:bodyPr anchor="ctr"/>
          <a:lstStyle/>
          <a:p>
            <a:pPr algn="ctr"/>
            <a:endParaRPr sz="1013">
              <a:latin typeface="+mn-lt"/>
              <a:ea typeface="+mn-ea"/>
              <a:cs typeface="+mn-ea"/>
              <a:sym typeface="+mn-lt"/>
            </a:endParaRPr>
          </a:p>
        </p:txBody>
      </p:sp>
      <p:sp>
        <p:nvSpPr>
          <p:cNvPr id="97" name="Oval 37"/>
          <p:cNvSpPr>
            <a:spLocks noChangeAspect="1"/>
          </p:cNvSpPr>
          <p:nvPr/>
        </p:nvSpPr>
        <p:spPr>
          <a:xfrm>
            <a:off x="5148977" y="3603864"/>
            <a:ext cx="510152" cy="510152"/>
          </a:xfrm>
          <a:prstGeom prst="ellipse">
            <a:avLst/>
          </a:prstGeom>
          <a:solidFill>
            <a:schemeClr val="accent3"/>
          </a:solidFill>
          <a:ln w="12700">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013">
              <a:cs typeface="+mn-ea"/>
              <a:sym typeface="+mn-lt"/>
            </a:endParaRPr>
          </a:p>
        </p:txBody>
      </p:sp>
      <p:sp>
        <p:nvSpPr>
          <p:cNvPr id="98" name="Freeform: Shape 36"/>
          <p:cNvSpPr>
            <a:spLocks/>
          </p:cNvSpPr>
          <p:nvPr/>
        </p:nvSpPr>
        <p:spPr bwMode="auto">
          <a:xfrm>
            <a:off x="5287565" y="3741775"/>
            <a:ext cx="232979" cy="234332"/>
          </a:xfrm>
          <a:custGeom>
            <a:avLst/>
            <a:gdLst>
              <a:gd name="T0" fmla="*/ 173 w 189"/>
              <a:gd name="T1" fmla="*/ 17 h 190"/>
              <a:gd name="T2" fmla="*/ 113 w 189"/>
              <a:gd name="T3" fmla="*/ 17 h 190"/>
              <a:gd name="T4" fmla="*/ 101 w 189"/>
              <a:gd name="T5" fmla="*/ 45 h 190"/>
              <a:gd name="T6" fmla="*/ 37 w 189"/>
              <a:gd name="T7" fmla="*/ 117 h 190"/>
              <a:gd name="T8" fmla="*/ 29 w 189"/>
              <a:gd name="T9" fmla="*/ 135 h 190"/>
              <a:gd name="T10" fmla="*/ 33 w 189"/>
              <a:gd name="T11" fmla="*/ 148 h 190"/>
              <a:gd name="T12" fmla="*/ 21 w 189"/>
              <a:gd name="T13" fmla="*/ 174 h 190"/>
              <a:gd name="T14" fmla="*/ 21 w 189"/>
              <a:gd name="T15" fmla="*/ 177 h 190"/>
              <a:gd name="T16" fmla="*/ 4 w 189"/>
              <a:gd name="T17" fmla="*/ 182 h 190"/>
              <a:gd name="T18" fmla="*/ 4 w 189"/>
              <a:gd name="T19" fmla="*/ 181 h 190"/>
              <a:gd name="T20" fmla="*/ 0 w 189"/>
              <a:gd name="T21" fmla="*/ 186 h 190"/>
              <a:gd name="T22" fmla="*/ 4 w 189"/>
              <a:gd name="T23" fmla="*/ 190 h 190"/>
              <a:gd name="T24" fmla="*/ 4 w 189"/>
              <a:gd name="T25" fmla="*/ 190 h 190"/>
              <a:gd name="T26" fmla="*/ 28 w 189"/>
              <a:gd name="T27" fmla="*/ 182 h 190"/>
              <a:gd name="T28" fmla="*/ 29 w 189"/>
              <a:gd name="T29" fmla="*/ 172 h 190"/>
              <a:gd name="T30" fmla="*/ 38 w 189"/>
              <a:gd name="T31" fmla="*/ 154 h 190"/>
              <a:gd name="T32" fmla="*/ 54 w 189"/>
              <a:gd name="T33" fmla="*/ 160 h 190"/>
              <a:gd name="T34" fmla="*/ 72 w 189"/>
              <a:gd name="T35" fmla="*/ 153 h 190"/>
              <a:gd name="T36" fmla="*/ 144 w 189"/>
              <a:gd name="T37" fmla="*/ 89 h 190"/>
              <a:gd name="T38" fmla="*/ 173 w 189"/>
              <a:gd name="T39" fmla="*/ 76 h 190"/>
              <a:gd name="T40" fmla="*/ 173 w 189"/>
              <a:gd name="T41" fmla="*/ 17 h 190"/>
              <a:gd name="T42" fmla="*/ 66 w 189"/>
              <a:gd name="T43" fmla="*/ 147 h 190"/>
              <a:gd name="T44" fmla="*/ 54 w 189"/>
              <a:gd name="T45" fmla="*/ 152 h 190"/>
              <a:gd name="T46" fmla="*/ 38 w 189"/>
              <a:gd name="T47" fmla="*/ 135 h 190"/>
              <a:gd name="T48" fmla="*/ 42 w 189"/>
              <a:gd name="T49" fmla="*/ 123 h 190"/>
              <a:gd name="T50" fmla="*/ 102 w 189"/>
              <a:gd name="T51" fmla="*/ 57 h 190"/>
              <a:gd name="T52" fmla="*/ 113 w 189"/>
              <a:gd name="T53" fmla="*/ 76 h 190"/>
              <a:gd name="T54" fmla="*/ 133 w 189"/>
              <a:gd name="T55" fmla="*/ 87 h 190"/>
              <a:gd name="T56" fmla="*/ 66 w 189"/>
              <a:gd name="T57" fmla="*/ 147 h 190"/>
              <a:gd name="T58" fmla="*/ 167 w 189"/>
              <a:gd name="T59" fmla="*/ 70 h 190"/>
              <a:gd name="T60" fmla="*/ 119 w 189"/>
              <a:gd name="T61" fmla="*/ 70 h 190"/>
              <a:gd name="T62" fmla="*/ 119 w 189"/>
              <a:gd name="T63" fmla="*/ 23 h 190"/>
              <a:gd name="T64" fmla="*/ 167 w 189"/>
              <a:gd name="T65" fmla="*/ 23 h 190"/>
              <a:gd name="T66" fmla="*/ 167 w 189"/>
              <a:gd name="T67" fmla="*/ 70 h 190"/>
              <a:gd name="T68" fmla="*/ 78 w 189"/>
              <a:gd name="T69" fmla="*/ 105 h 190"/>
              <a:gd name="T70" fmla="*/ 84 w 189"/>
              <a:gd name="T71" fmla="*/ 111 h 190"/>
              <a:gd name="T72" fmla="*/ 111 w 189"/>
              <a:gd name="T73" fmla="*/ 90 h 190"/>
              <a:gd name="T74" fmla="*/ 99 w 189"/>
              <a:gd name="T75" fmla="*/ 78 h 190"/>
              <a:gd name="T76" fmla="*/ 78 w 189"/>
              <a:gd name="T77" fmla="*/ 105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9" h="190">
                <a:moveTo>
                  <a:pt x="173" y="17"/>
                </a:moveTo>
                <a:cubicBezTo>
                  <a:pt x="156" y="0"/>
                  <a:pt x="130" y="0"/>
                  <a:pt x="113" y="17"/>
                </a:cubicBezTo>
                <a:cubicBezTo>
                  <a:pt x="105" y="25"/>
                  <a:pt x="101" y="35"/>
                  <a:pt x="101" y="45"/>
                </a:cubicBezTo>
                <a:cubicBezTo>
                  <a:pt x="37" y="117"/>
                  <a:pt x="37" y="117"/>
                  <a:pt x="37" y="117"/>
                </a:cubicBezTo>
                <a:cubicBezTo>
                  <a:pt x="32" y="122"/>
                  <a:pt x="29" y="128"/>
                  <a:pt x="29" y="135"/>
                </a:cubicBezTo>
                <a:cubicBezTo>
                  <a:pt x="29" y="140"/>
                  <a:pt x="30" y="144"/>
                  <a:pt x="33" y="148"/>
                </a:cubicBezTo>
                <a:cubicBezTo>
                  <a:pt x="21" y="155"/>
                  <a:pt x="16" y="161"/>
                  <a:pt x="21" y="174"/>
                </a:cubicBezTo>
                <a:cubicBezTo>
                  <a:pt x="21" y="176"/>
                  <a:pt x="21" y="177"/>
                  <a:pt x="21" y="177"/>
                </a:cubicBezTo>
                <a:cubicBezTo>
                  <a:pt x="19" y="180"/>
                  <a:pt x="10" y="181"/>
                  <a:pt x="4" y="182"/>
                </a:cubicBezTo>
                <a:cubicBezTo>
                  <a:pt x="4" y="182"/>
                  <a:pt x="4" y="181"/>
                  <a:pt x="4" y="181"/>
                </a:cubicBezTo>
                <a:cubicBezTo>
                  <a:pt x="1" y="181"/>
                  <a:pt x="0" y="183"/>
                  <a:pt x="0" y="186"/>
                </a:cubicBezTo>
                <a:cubicBezTo>
                  <a:pt x="0" y="188"/>
                  <a:pt x="1" y="190"/>
                  <a:pt x="4" y="190"/>
                </a:cubicBezTo>
                <a:cubicBezTo>
                  <a:pt x="4" y="190"/>
                  <a:pt x="4" y="190"/>
                  <a:pt x="4" y="190"/>
                </a:cubicBezTo>
                <a:cubicBezTo>
                  <a:pt x="7" y="190"/>
                  <a:pt x="22" y="190"/>
                  <a:pt x="28" y="182"/>
                </a:cubicBezTo>
                <a:cubicBezTo>
                  <a:pt x="29" y="180"/>
                  <a:pt x="30" y="176"/>
                  <a:pt x="29" y="172"/>
                </a:cubicBezTo>
                <a:cubicBezTo>
                  <a:pt x="26" y="164"/>
                  <a:pt x="27" y="161"/>
                  <a:pt x="38" y="154"/>
                </a:cubicBezTo>
                <a:cubicBezTo>
                  <a:pt x="43" y="158"/>
                  <a:pt x="48" y="160"/>
                  <a:pt x="54" y="160"/>
                </a:cubicBezTo>
                <a:cubicBezTo>
                  <a:pt x="61" y="160"/>
                  <a:pt x="68" y="158"/>
                  <a:pt x="72" y="153"/>
                </a:cubicBezTo>
                <a:cubicBezTo>
                  <a:pt x="144" y="89"/>
                  <a:pt x="144" y="89"/>
                  <a:pt x="144" y="89"/>
                </a:cubicBezTo>
                <a:cubicBezTo>
                  <a:pt x="155" y="88"/>
                  <a:pt x="165" y="84"/>
                  <a:pt x="173" y="76"/>
                </a:cubicBezTo>
                <a:cubicBezTo>
                  <a:pt x="189" y="60"/>
                  <a:pt x="189" y="33"/>
                  <a:pt x="173" y="17"/>
                </a:cubicBezTo>
                <a:close/>
                <a:moveTo>
                  <a:pt x="66" y="147"/>
                </a:moveTo>
                <a:cubicBezTo>
                  <a:pt x="63" y="150"/>
                  <a:pt x="59" y="152"/>
                  <a:pt x="54" y="152"/>
                </a:cubicBezTo>
                <a:cubicBezTo>
                  <a:pt x="45" y="152"/>
                  <a:pt x="38" y="144"/>
                  <a:pt x="38" y="135"/>
                </a:cubicBezTo>
                <a:cubicBezTo>
                  <a:pt x="38" y="130"/>
                  <a:pt x="39" y="126"/>
                  <a:pt x="42" y="123"/>
                </a:cubicBezTo>
                <a:cubicBezTo>
                  <a:pt x="102" y="57"/>
                  <a:pt x="102" y="57"/>
                  <a:pt x="102" y="57"/>
                </a:cubicBezTo>
                <a:cubicBezTo>
                  <a:pt x="104" y="64"/>
                  <a:pt x="108" y="71"/>
                  <a:pt x="113" y="76"/>
                </a:cubicBezTo>
                <a:cubicBezTo>
                  <a:pt x="119" y="82"/>
                  <a:pt x="126" y="86"/>
                  <a:pt x="133" y="87"/>
                </a:cubicBezTo>
                <a:lnTo>
                  <a:pt x="66" y="147"/>
                </a:lnTo>
                <a:close/>
                <a:moveTo>
                  <a:pt x="167" y="70"/>
                </a:moveTo>
                <a:cubicBezTo>
                  <a:pt x="154" y="84"/>
                  <a:pt x="132" y="84"/>
                  <a:pt x="119" y="70"/>
                </a:cubicBezTo>
                <a:cubicBezTo>
                  <a:pt x="106" y="57"/>
                  <a:pt x="106" y="36"/>
                  <a:pt x="119" y="23"/>
                </a:cubicBezTo>
                <a:cubicBezTo>
                  <a:pt x="132" y="10"/>
                  <a:pt x="154" y="10"/>
                  <a:pt x="167" y="23"/>
                </a:cubicBezTo>
                <a:cubicBezTo>
                  <a:pt x="180" y="36"/>
                  <a:pt x="180" y="57"/>
                  <a:pt x="167" y="70"/>
                </a:cubicBezTo>
                <a:close/>
                <a:moveTo>
                  <a:pt x="78" y="105"/>
                </a:moveTo>
                <a:cubicBezTo>
                  <a:pt x="84" y="111"/>
                  <a:pt x="84" y="111"/>
                  <a:pt x="84" y="111"/>
                </a:cubicBezTo>
                <a:cubicBezTo>
                  <a:pt x="111" y="90"/>
                  <a:pt x="111" y="90"/>
                  <a:pt x="111" y="90"/>
                </a:cubicBezTo>
                <a:cubicBezTo>
                  <a:pt x="99" y="78"/>
                  <a:pt x="99" y="78"/>
                  <a:pt x="99" y="78"/>
                </a:cubicBezTo>
                <a:lnTo>
                  <a:pt x="78" y="105"/>
                </a:lnTo>
                <a:close/>
              </a:path>
            </a:pathLst>
          </a:custGeom>
          <a:solidFill>
            <a:schemeClr val="bg1"/>
          </a:solidFill>
          <a:ln>
            <a:noFill/>
          </a:ln>
        </p:spPr>
        <p:txBody>
          <a:bodyPr anchor="ctr"/>
          <a:lstStyle/>
          <a:p>
            <a:pPr algn="ctr"/>
            <a:endParaRPr sz="1013">
              <a:latin typeface="+mn-lt"/>
              <a:ea typeface="+mn-ea"/>
              <a:cs typeface="+mn-ea"/>
              <a:sym typeface="+mn-lt"/>
            </a:endParaRPr>
          </a:p>
        </p:txBody>
      </p:sp>
      <p:sp>
        <p:nvSpPr>
          <p:cNvPr id="99" name="Oval 39"/>
          <p:cNvSpPr>
            <a:spLocks noChangeAspect="1"/>
          </p:cNvSpPr>
          <p:nvPr/>
        </p:nvSpPr>
        <p:spPr>
          <a:xfrm>
            <a:off x="3270673" y="3603864"/>
            <a:ext cx="510152" cy="510152"/>
          </a:xfrm>
          <a:prstGeom prst="ellipse">
            <a:avLst/>
          </a:prstGeom>
          <a:solidFill>
            <a:schemeClr val="accent2"/>
          </a:solidFill>
          <a:ln w="12700">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013">
              <a:cs typeface="+mn-ea"/>
              <a:sym typeface="+mn-lt"/>
            </a:endParaRPr>
          </a:p>
        </p:txBody>
      </p:sp>
      <p:sp>
        <p:nvSpPr>
          <p:cNvPr id="100" name="Freeform: Shape 40"/>
          <p:cNvSpPr>
            <a:spLocks/>
          </p:cNvSpPr>
          <p:nvPr/>
        </p:nvSpPr>
        <p:spPr bwMode="auto">
          <a:xfrm>
            <a:off x="3453778" y="3746602"/>
            <a:ext cx="143942" cy="224951"/>
          </a:xfrm>
          <a:custGeom>
            <a:avLst/>
            <a:gdLst>
              <a:gd name="T0" fmla="*/ 55 w 118"/>
              <a:gd name="T1" fmla="*/ 118 h 185"/>
              <a:gd name="T2" fmla="*/ 51 w 118"/>
              <a:gd name="T3" fmla="*/ 122 h 185"/>
              <a:gd name="T4" fmla="*/ 55 w 118"/>
              <a:gd name="T5" fmla="*/ 126 h 185"/>
              <a:gd name="T6" fmla="*/ 59 w 118"/>
              <a:gd name="T7" fmla="*/ 122 h 185"/>
              <a:gd name="T8" fmla="*/ 55 w 118"/>
              <a:gd name="T9" fmla="*/ 118 h 185"/>
              <a:gd name="T10" fmla="*/ 46 w 118"/>
              <a:gd name="T11" fmla="*/ 152 h 185"/>
              <a:gd name="T12" fmla="*/ 42 w 118"/>
              <a:gd name="T13" fmla="*/ 156 h 185"/>
              <a:gd name="T14" fmla="*/ 46 w 118"/>
              <a:gd name="T15" fmla="*/ 160 h 185"/>
              <a:gd name="T16" fmla="*/ 51 w 118"/>
              <a:gd name="T17" fmla="*/ 156 h 185"/>
              <a:gd name="T18" fmla="*/ 46 w 118"/>
              <a:gd name="T19" fmla="*/ 152 h 185"/>
              <a:gd name="T20" fmla="*/ 51 w 118"/>
              <a:gd name="T21" fmla="*/ 93 h 185"/>
              <a:gd name="T22" fmla="*/ 42 w 118"/>
              <a:gd name="T23" fmla="*/ 84 h 185"/>
              <a:gd name="T24" fmla="*/ 34 w 118"/>
              <a:gd name="T25" fmla="*/ 93 h 185"/>
              <a:gd name="T26" fmla="*/ 42 w 118"/>
              <a:gd name="T27" fmla="*/ 101 h 185"/>
              <a:gd name="T28" fmla="*/ 51 w 118"/>
              <a:gd name="T29" fmla="*/ 93 h 185"/>
              <a:gd name="T30" fmla="*/ 110 w 118"/>
              <a:gd name="T31" fmla="*/ 0 h 185"/>
              <a:gd name="T32" fmla="*/ 8 w 118"/>
              <a:gd name="T33" fmla="*/ 0 h 185"/>
              <a:gd name="T34" fmla="*/ 0 w 118"/>
              <a:gd name="T35" fmla="*/ 8 h 185"/>
              <a:gd name="T36" fmla="*/ 0 w 118"/>
              <a:gd name="T37" fmla="*/ 17 h 185"/>
              <a:gd name="T38" fmla="*/ 8 w 118"/>
              <a:gd name="T39" fmla="*/ 25 h 185"/>
              <a:gd name="T40" fmla="*/ 17 w 118"/>
              <a:gd name="T41" fmla="*/ 25 h 185"/>
              <a:gd name="T42" fmla="*/ 17 w 118"/>
              <a:gd name="T43" fmla="*/ 143 h 185"/>
              <a:gd name="T44" fmla="*/ 59 w 118"/>
              <a:gd name="T45" fmla="*/ 185 h 185"/>
              <a:gd name="T46" fmla="*/ 101 w 118"/>
              <a:gd name="T47" fmla="*/ 143 h 185"/>
              <a:gd name="T48" fmla="*/ 101 w 118"/>
              <a:gd name="T49" fmla="*/ 25 h 185"/>
              <a:gd name="T50" fmla="*/ 110 w 118"/>
              <a:gd name="T51" fmla="*/ 25 h 185"/>
              <a:gd name="T52" fmla="*/ 118 w 118"/>
              <a:gd name="T53" fmla="*/ 17 h 185"/>
              <a:gd name="T54" fmla="*/ 118 w 118"/>
              <a:gd name="T55" fmla="*/ 8 h 185"/>
              <a:gd name="T56" fmla="*/ 110 w 118"/>
              <a:gd name="T57" fmla="*/ 0 h 185"/>
              <a:gd name="T58" fmla="*/ 93 w 118"/>
              <a:gd name="T59" fmla="*/ 143 h 185"/>
              <a:gd name="T60" fmla="*/ 59 w 118"/>
              <a:gd name="T61" fmla="*/ 177 h 185"/>
              <a:gd name="T62" fmla="*/ 25 w 118"/>
              <a:gd name="T63" fmla="*/ 143 h 185"/>
              <a:gd name="T64" fmla="*/ 25 w 118"/>
              <a:gd name="T65" fmla="*/ 55 h 185"/>
              <a:gd name="T66" fmla="*/ 45 w 118"/>
              <a:gd name="T67" fmla="*/ 59 h 185"/>
              <a:gd name="T68" fmla="*/ 57 w 118"/>
              <a:gd name="T69" fmla="*/ 57 h 185"/>
              <a:gd name="T70" fmla="*/ 82 w 118"/>
              <a:gd name="T71" fmla="*/ 47 h 185"/>
              <a:gd name="T72" fmla="*/ 93 w 118"/>
              <a:gd name="T73" fmla="*/ 43 h 185"/>
              <a:gd name="T74" fmla="*/ 93 w 118"/>
              <a:gd name="T75" fmla="*/ 143 h 185"/>
              <a:gd name="T76" fmla="*/ 93 w 118"/>
              <a:gd name="T77" fmla="*/ 34 h 185"/>
              <a:gd name="T78" fmla="*/ 79 w 118"/>
              <a:gd name="T79" fmla="*/ 40 h 185"/>
              <a:gd name="T80" fmla="*/ 55 w 118"/>
              <a:gd name="T81" fmla="*/ 50 h 185"/>
              <a:gd name="T82" fmla="*/ 25 w 118"/>
              <a:gd name="T83" fmla="*/ 46 h 185"/>
              <a:gd name="T84" fmla="*/ 25 w 118"/>
              <a:gd name="T85" fmla="*/ 25 h 185"/>
              <a:gd name="T86" fmla="*/ 93 w 118"/>
              <a:gd name="T87" fmla="*/ 25 h 185"/>
              <a:gd name="T88" fmla="*/ 93 w 118"/>
              <a:gd name="T89" fmla="*/ 34 h 185"/>
              <a:gd name="T90" fmla="*/ 110 w 118"/>
              <a:gd name="T91" fmla="*/ 17 h 185"/>
              <a:gd name="T92" fmla="*/ 8 w 118"/>
              <a:gd name="T93" fmla="*/ 17 h 185"/>
              <a:gd name="T94" fmla="*/ 8 w 118"/>
              <a:gd name="T95" fmla="*/ 8 h 185"/>
              <a:gd name="T96" fmla="*/ 110 w 118"/>
              <a:gd name="T97" fmla="*/ 8 h 185"/>
              <a:gd name="T98" fmla="*/ 110 w 118"/>
              <a:gd name="T99" fmla="*/ 17 h 185"/>
              <a:gd name="T100" fmla="*/ 72 w 118"/>
              <a:gd name="T101" fmla="*/ 135 h 185"/>
              <a:gd name="T102" fmla="*/ 68 w 118"/>
              <a:gd name="T103" fmla="*/ 139 h 185"/>
              <a:gd name="T104" fmla="*/ 72 w 118"/>
              <a:gd name="T105" fmla="*/ 143 h 185"/>
              <a:gd name="T106" fmla="*/ 76 w 118"/>
              <a:gd name="T107" fmla="*/ 139 h 185"/>
              <a:gd name="T108" fmla="*/ 72 w 118"/>
              <a:gd name="T109" fmla="*/ 135 h 185"/>
              <a:gd name="T110" fmla="*/ 76 w 118"/>
              <a:gd name="T111" fmla="*/ 67 h 185"/>
              <a:gd name="T112" fmla="*/ 68 w 118"/>
              <a:gd name="T113" fmla="*/ 76 h 185"/>
              <a:gd name="T114" fmla="*/ 76 w 118"/>
              <a:gd name="T115" fmla="*/ 84 h 185"/>
              <a:gd name="T116" fmla="*/ 84 w 118"/>
              <a:gd name="T117" fmla="*/ 76 h 185"/>
              <a:gd name="T118" fmla="*/ 76 w 118"/>
              <a:gd name="T119" fmla="*/ 67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8" h="185">
                <a:moveTo>
                  <a:pt x="55" y="118"/>
                </a:moveTo>
                <a:cubicBezTo>
                  <a:pt x="53" y="118"/>
                  <a:pt x="51" y="120"/>
                  <a:pt x="51" y="122"/>
                </a:cubicBezTo>
                <a:cubicBezTo>
                  <a:pt x="51" y="124"/>
                  <a:pt x="53" y="126"/>
                  <a:pt x="55" y="126"/>
                </a:cubicBezTo>
                <a:cubicBezTo>
                  <a:pt x="57" y="126"/>
                  <a:pt x="59" y="124"/>
                  <a:pt x="59" y="122"/>
                </a:cubicBezTo>
                <a:cubicBezTo>
                  <a:pt x="59" y="120"/>
                  <a:pt x="57" y="118"/>
                  <a:pt x="55" y="118"/>
                </a:cubicBezTo>
                <a:close/>
                <a:moveTo>
                  <a:pt x="46" y="152"/>
                </a:moveTo>
                <a:cubicBezTo>
                  <a:pt x="44" y="152"/>
                  <a:pt x="42" y="154"/>
                  <a:pt x="42" y="156"/>
                </a:cubicBezTo>
                <a:cubicBezTo>
                  <a:pt x="42" y="158"/>
                  <a:pt x="44" y="160"/>
                  <a:pt x="46" y="160"/>
                </a:cubicBezTo>
                <a:cubicBezTo>
                  <a:pt x="49" y="160"/>
                  <a:pt x="51" y="158"/>
                  <a:pt x="51" y="156"/>
                </a:cubicBezTo>
                <a:cubicBezTo>
                  <a:pt x="51" y="154"/>
                  <a:pt x="49" y="152"/>
                  <a:pt x="46" y="152"/>
                </a:cubicBezTo>
                <a:close/>
                <a:moveTo>
                  <a:pt x="51" y="93"/>
                </a:moveTo>
                <a:cubicBezTo>
                  <a:pt x="51" y="88"/>
                  <a:pt x="47" y="84"/>
                  <a:pt x="42" y="84"/>
                </a:cubicBezTo>
                <a:cubicBezTo>
                  <a:pt x="38" y="84"/>
                  <a:pt x="34" y="88"/>
                  <a:pt x="34" y="93"/>
                </a:cubicBezTo>
                <a:cubicBezTo>
                  <a:pt x="34" y="97"/>
                  <a:pt x="38" y="101"/>
                  <a:pt x="42" y="101"/>
                </a:cubicBezTo>
                <a:cubicBezTo>
                  <a:pt x="47" y="101"/>
                  <a:pt x="51" y="97"/>
                  <a:pt x="51" y="93"/>
                </a:cubicBezTo>
                <a:close/>
                <a:moveTo>
                  <a:pt x="110" y="0"/>
                </a:moveTo>
                <a:cubicBezTo>
                  <a:pt x="8" y="0"/>
                  <a:pt x="8" y="0"/>
                  <a:pt x="8" y="0"/>
                </a:cubicBezTo>
                <a:cubicBezTo>
                  <a:pt x="4" y="0"/>
                  <a:pt x="0" y="4"/>
                  <a:pt x="0" y="8"/>
                </a:cubicBezTo>
                <a:cubicBezTo>
                  <a:pt x="0" y="17"/>
                  <a:pt x="0" y="17"/>
                  <a:pt x="0" y="17"/>
                </a:cubicBezTo>
                <a:cubicBezTo>
                  <a:pt x="0" y="21"/>
                  <a:pt x="4" y="25"/>
                  <a:pt x="8" y="25"/>
                </a:cubicBezTo>
                <a:cubicBezTo>
                  <a:pt x="17" y="25"/>
                  <a:pt x="17" y="25"/>
                  <a:pt x="17" y="25"/>
                </a:cubicBezTo>
                <a:cubicBezTo>
                  <a:pt x="17" y="143"/>
                  <a:pt x="17" y="143"/>
                  <a:pt x="17" y="143"/>
                </a:cubicBezTo>
                <a:cubicBezTo>
                  <a:pt x="17" y="166"/>
                  <a:pt x="36" y="185"/>
                  <a:pt x="59" y="185"/>
                </a:cubicBezTo>
                <a:cubicBezTo>
                  <a:pt x="82" y="185"/>
                  <a:pt x="101" y="166"/>
                  <a:pt x="101" y="143"/>
                </a:cubicBezTo>
                <a:cubicBezTo>
                  <a:pt x="101" y="25"/>
                  <a:pt x="101" y="25"/>
                  <a:pt x="101" y="25"/>
                </a:cubicBezTo>
                <a:cubicBezTo>
                  <a:pt x="110" y="25"/>
                  <a:pt x="110" y="25"/>
                  <a:pt x="110" y="25"/>
                </a:cubicBezTo>
                <a:cubicBezTo>
                  <a:pt x="114" y="25"/>
                  <a:pt x="118" y="21"/>
                  <a:pt x="118" y="17"/>
                </a:cubicBezTo>
                <a:cubicBezTo>
                  <a:pt x="118" y="8"/>
                  <a:pt x="118" y="8"/>
                  <a:pt x="118" y="8"/>
                </a:cubicBezTo>
                <a:cubicBezTo>
                  <a:pt x="118" y="4"/>
                  <a:pt x="114" y="0"/>
                  <a:pt x="110" y="0"/>
                </a:cubicBezTo>
                <a:close/>
                <a:moveTo>
                  <a:pt x="93" y="143"/>
                </a:moveTo>
                <a:cubicBezTo>
                  <a:pt x="93" y="162"/>
                  <a:pt x="78" y="177"/>
                  <a:pt x="59" y="177"/>
                </a:cubicBezTo>
                <a:cubicBezTo>
                  <a:pt x="40" y="177"/>
                  <a:pt x="25" y="162"/>
                  <a:pt x="25" y="143"/>
                </a:cubicBezTo>
                <a:cubicBezTo>
                  <a:pt x="25" y="55"/>
                  <a:pt x="25" y="55"/>
                  <a:pt x="25" y="55"/>
                </a:cubicBezTo>
                <a:cubicBezTo>
                  <a:pt x="31" y="57"/>
                  <a:pt x="38" y="59"/>
                  <a:pt x="45" y="59"/>
                </a:cubicBezTo>
                <a:cubicBezTo>
                  <a:pt x="49" y="59"/>
                  <a:pt x="53" y="58"/>
                  <a:pt x="57" y="57"/>
                </a:cubicBezTo>
                <a:cubicBezTo>
                  <a:pt x="68" y="54"/>
                  <a:pt x="76" y="50"/>
                  <a:pt x="82" y="47"/>
                </a:cubicBezTo>
                <a:cubicBezTo>
                  <a:pt x="86" y="45"/>
                  <a:pt x="90" y="44"/>
                  <a:pt x="93" y="43"/>
                </a:cubicBezTo>
                <a:lnTo>
                  <a:pt x="93" y="143"/>
                </a:lnTo>
                <a:close/>
                <a:moveTo>
                  <a:pt x="93" y="34"/>
                </a:moveTo>
                <a:cubicBezTo>
                  <a:pt x="88" y="36"/>
                  <a:pt x="84" y="38"/>
                  <a:pt x="79" y="40"/>
                </a:cubicBezTo>
                <a:cubicBezTo>
                  <a:pt x="72" y="43"/>
                  <a:pt x="65" y="46"/>
                  <a:pt x="55" y="50"/>
                </a:cubicBezTo>
                <a:cubicBezTo>
                  <a:pt x="44" y="53"/>
                  <a:pt x="34" y="50"/>
                  <a:pt x="25" y="46"/>
                </a:cubicBezTo>
                <a:cubicBezTo>
                  <a:pt x="25" y="25"/>
                  <a:pt x="25" y="25"/>
                  <a:pt x="25" y="25"/>
                </a:cubicBezTo>
                <a:cubicBezTo>
                  <a:pt x="93" y="25"/>
                  <a:pt x="93" y="25"/>
                  <a:pt x="93" y="25"/>
                </a:cubicBezTo>
                <a:lnTo>
                  <a:pt x="93" y="34"/>
                </a:lnTo>
                <a:close/>
                <a:moveTo>
                  <a:pt x="110" y="17"/>
                </a:moveTo>
                <a:cubicBezTo>
                  <a:pt x="8" y="17"/>
                  <a:pt x="8" y="17"/>
                  <a:pt x="8" y="17"/>
                </a:cubicBezTo>
                <a:cubicBezTo>
                  <a:pt x="8" y="8"/>
                  <a:pt x="8" y="8"/>
                  <a:pt x="8" y="8"/>
                </a:cubicBezTo>
                <a:cubicBezTo>
                  <a:pt x="110" y="8"/>
                  <a:pt x="110" y="8"/>
                  <a:pt x="110" y="8"/>
                </a:cubicBezTo>
                <a:lnTo>
                  <a:pt x="110" y="17"/>
                </a:lnTo>
                <a:close/>
                <a:moveTo>
                  <a:pt x="72" y="135"/>
                </a:moveTo>
                <a:cubicBezTo>
                  <a:pt x="69" y="135"/>
                  <a:pt x="68" y="137"/>
                  <a:pt x="68" y="139"/>
                </a:cubicBezTo>
                <a:cubicBezTo>
                  <a:pt x="68" y="141"/>
                  <a:pt x="69" y="143"/>
                  <a:pt x="72" y="143"/>
                </a:cubicBezTo>
                <a:cubicBezTo>
                  <a:pt x="74" y="143"/>
                  <a:pt x="76" y="141"/>
                  <a:pt x="76" y="139"/>
                </a:cubicBezTo>
                <a:cubicBezTo>
                  <a:pt x="76" y="137"/>
                  <a:pt x="74" y="135"/>
                  <a:pt x="72" y="135"/>
                </a:cubicBezTo>
                <a:close/>
                <a:moveTo>
                  <a:pt x="76" y="67"/>
                </a:moveTo>
                <a:cubicBezTo>
                  <a:pt x="71" y="67"/>
                  <a:pt x="68" y="71"/>
                  <a:pt x="68" y="76"/>
                </a:cubicBezTo>
                <a:cubicBezTo>
                  <a:pt x="68" y="80"/>
                  <a:pt x="71" y="84"/>
                  <a:pt x="76" y="84"/>
                </a:cubicBezTo>
                <a:cubicBezTo>
                  <a:pt x="81" y="84"/>
                  <a:pt x="84" y="80"/>
                  <a:pt x="84" y="76"/>
                </a:cubicBezTo>
                <a:cubicBezTo>
                  <a:pt x="84" y="71"/>
                  <a:pt x="81" y="67"/>
                  <a:pt x="76" y="67"/>
                </a:cubicBezTo>
                <a:close/>
              </a:path>
            </a:pathLst>
          </a:custGeom>
          <a:solidFill>
            <a:schemeClr val="bg1"/>
          </a:solidFill>
          <a:ln>
            <a:noFill/>
          </a:ln>
        </p:spPr>
        <p:txBody>
          <a:bodyPr anchor="ctr"/>
          <a:lstStyle/>
          <a:p>
            <a:pPr algn="ctr"/>
            <a:endParaRPr sz="1013">
              <a:latin typeface="+mn-lt"/>
              <a:ea typeface="+mn-ea"/>
              <a:cs typeface="+mn-ea"/>
              <a:sym typeface="+mn-lt"/>
            </a:endParaRPr>
          </a:p>
        </p:txBody>
      </p:sp>
      <p:grpSp>
        <p:nvGrpSpPr>
          <p:cNvPr id="101" name="组合 100"/>
          <p:cNvGrpSpPr/>
          <p:nvPr/>
        </p:nvGrpSpPr>
        <p:grpSpPr>
          <a:xfrm>
            <a:off x="5801780" y="1375279"/>
            <a:ext cx="2081893" cy="817988"/>
            <a:chOff x="8539843" y="2037897"/>
            <a:chExt cx="2775857" cy="1090651"/>
          </a:xfrm>
        </p:grpSpPr>
        <p:sp>
          <p:nvSpPr>
            <p:cNvPr id="102" name="矩形 101"/>
            <p:cNvSpPr/>
            <p:nvPr/>
          </p:nvSpPr>
          <p:spPr>
            <a:xfrm>
              <a:off x="8539844" y="2514021"/>
              <a:ext cx="2775856" cy="614527"/>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050" dirty="0">
                  <a:solidFill>
                    <a:prstClr val="black">
                      <a:lumMod val="50000"/>
                      <a:lumOff val="50000"/>
                    </a:prstClr>
                  </a:solidFill>
                  <a:latin typeface="+mn-lt"/>
                  <a:ea typeface="+mn-ea"/>
                  <a:cs typeface="+mn-ea"/>
                  <a:sym typeface="+mn-lt"/>
                </a:rPr>
                <a:t>用户可以在投影仪或者计算机上进行演示也可以将文稿打印出来</a:t>
              </a:r>
            </a:p>
          </p:txBody>
        </p:sp>
        <p:sp>
          <p:nvSpPr>
            <p:cNvPr id="103" name="矩形 102"/>
            <p:cNvSpPr/>
            <p:nvPr/>
          </p:nvSpPr>
          <p:spPr>
            <a:xfrm>
              <a:off x="8539843" y="2037897"/>
              <a:ext cx="2164600" cy="522280"/>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rgbClr val="C80A2A"/>
                  </a:solidFill>
                  <a:latin typeface="+mn-lt"/>
                  <a:ea typeface="+mn-ea"/>
                  <a:cs typeface="+mn-ea"/>
                  <a:sym typeface="+mn-lt"/>
                </a:rPr>
                <a:t>节目表演</a:t>
              </a:r>
            </a:p>
          </p:txBody>
        </p:sp>
      </p:grpSp>
      <p:grpSp>
        <p:nvGrpSpPr>
          <p:cNvPr id="104" name="组合 103"/>
          <p:cNvGrpSpPr/>
          <p:nvPr/>
        </p:nvGrpSpPr>
        <p:grpSpPr>
          <a:xfrm>
            <a:off x="6235317" y="2454971"/>
            <a:ext cx="2081893" cy="818416"/>
            <a:chOff x="8539843" y="2037326"/>
            <a:chExt cx="2775857" cy="1091222"/>
          </a:xfrm>
        </p:grpSpPr>
        <p:sp>
          <p:nvSpPr>
            <p:cNvPr id="105" name="矩形 104"/>
            <p:cNvSpPr/>
            <p:nvPr/>
          </p:nvSpPr>
          <p:spPr>
            <a:xfrm>
              <a:off x="8539844" y="2514021"/>
              <a:ext cx="2775856" cy="614527"/>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050" dirty="0">
                  <a:solidFill>
                    <a:prstClr val="black">
                      <a:lumMod val="50000"/>
                      <a:lumOff val="50000"/>
                    </a:prstClr>
                  </a:solidFill>
                  <a:latin typeface="+mn-lt"/>
                  <a:ea typeface="+mn-ea"/>
                  <a:cs typeface="+mn-ea"/>
                  <a:sym typeface="+mn-lt"/>
                </a:rPr>
                <a:t>用户可以在投影仪或者计算机上进行演示也可以将文稿打印出来</a:t>
              </a:r>
            </a:p>
          </p:txBody>
        </p:sp>
        <p:sp>
          <p:nvSpPr>
            <p:cNvPr id="106" name="矩形 105"/>
            <p:cNvSpPr/>
            <p:nvPr/>
          </p:nvSpPr>
          <p:spPr>
            <a:xfrm>
              <a:off x="8539843" y="2037326"/>
              <a:ext cx="2164600" cy="522280"/>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rgbClr val="C80A2A"/>
                  </a:solidFill>
                  <a:latin typeface="+mn-lt"/>
                  <a:ea typeface="+mn-ea"/>
                  <a:cs typeface="+mn-ea"/>
                  <a:sym typeface="+mn-lt"/>
                </a:rPr>
                <a:t>游戏互动</a:t>
              </a:r>
            </a:p>
          </p:txBody>
        </p:sp>
      </p:grpSp>
      <p:grpSp>
        <p:nvGrpSpPr>
          <p:cNvPr id="107" name="组合 106"/>
          <p:cNvGrpSpPr/>
          <p:nvPr/>
        </p:nvGrpSpPr>
        <p:grpSpPr>
          <a:xfrm>
            <a:off x="5801780" y="3498241"/>
            <a:ext cx="2081893" cy="783258"/>
            <a:chOff x="8539843" y="2084204"/>
            <a:chExt cx="2775857" cy="1044344"/>
          </a:xfrm>
        </p:grpSpPr>
        <p:sp>
          <p:nvSpPr>
            <p:cNvPr id="108" name="矩形 107"/>
            <p:cNvSpPr/>
            <p:nvPr/>
          </p:nvSpPr>
          <p:spPr>
            <a:xfrm>
              <a:off x="8539844" y="2514021"/>
              <a:ext cx="2775856" cy="614527"/>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050" dirty="0">
                  <a:solidFill>
                    <a:prstClr val="black">
                      <a:lumMod val="50000"/>
                      <a:lumOff val="50000"/>
                    </a:prstClr>
                  </a:solidFill>
                  <a:latin typeface="+mn-lt"/>
                  <a:ea typeface="+mn-ea"/>
                  <a:cs typeface="+mn-ea"/>
                  <a:sym typeface="+mn-lt"/>
                </a:rPr>
                <a:t>用户可以在投影仪或者计算机上进行演示也可以将文稿打印出来</a:t>
              </a:r>
            </a:p>
          </p:txBody>
        </p:sp>
        <p:sp>
          <p:nvSpPr>
            <p:cNvPr id="109" name="矩形 108"/>
            <p:cNvSpPr/>
            <p:nvPr/>
          </p:nvSpPr>
          <p:spPr>
            <a:xfrm>
              <a:off x="8539843" y="2084204"/>
              <a:ext cx="2164600" cy="522280"/>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rgbClr val="C80A2A"/>
                  </a:solidFill>
                  <a:latin typeface="+mn-lt"/>
                  <a:ea typeface="+mn-ea"/>
                  <a:cs typeface="+mn-ea"/>
                  <a:sym typeface="+mn-lt"/>
                </a:rPr>
                <a:t>嘉宾演讲</a:t>
              </a:r>
            </a:p>
          </p:txBody>
        </p:sp>
      </p:grpSp>
      <p:grpSp>
        <p:nvGrpSpPr>
          <p:cNvPr id="110" name="组合 109"/>
          <p:cNvGrpSpPr/>
          <p:nvPr/>
        </p:nvGrpSpPr>
        <p:grpSpPr>
          <a:xfrm>
            <a:off x="1046129" y="1348408"/>
            <a:ext cx="2081892" cy="836783"/>
            <a:chOff x="8539844" y="2012837"/>
            <a:chExt cx="2775856" cy="1115711"/>
          </a:xfrm>
        </p:grpSpPr>
        <p:sp>
          <p:nvSpPr>
            <p:cNvPr id="111" name="矩形 110"/>
            <p:cNvSpPr/>
            <p:nvPr/>
          </p:nvSpPr>
          <p:spPr>
            <a:xfrm>
              <a:off x="8539844" y="2514021"/>
              <a:ext cx="2775856" cy="614527"/>
            </a:xfrm>
            <a:prstGeom prst="rect">
              <a:avLst/>
            </a:prstGeom>
          </p:spPr>
          <p:txBody>
            <a:bodyPr wrap="square">
              <a:spAutoFit/>
              <a:scene3d>
                <a:camera prst="orthographicFront"/>
                <a:lightRig rig="threePt" dir="t"/>
              </a:scene3d>
              <a:sp3d contourW="12700"/>
            </a:bodyPr>
            <a:lstStyle/>
            <a:p>
              <a:pPr algn="r">
                <a:lnSpc>
                  <a:spcPct val="120000"/>
                </a:lnSpc>
                <a:defRPr/>
              </a:pPr>
              <a:r>
                <a:rPr lang="zh-CN" altLang="en-US" sz="1050" dirty="0">
                  <a:solidFill>
                    <a:prstClr val="black">
                      <a:lumMod val="50000"/>
                      <a:lumOff val="50000"/>
                    </a:prstClr>
                  </a:solidFill>
                  <a:latin typeface="+mn-lt"/>
                  <a:ea typeface="+mn-ea"/>
                  <a:cs typeface="+mn-ea"/>
                  <a:sym typeface="+mn-lt"/>
                </a:rPr>
                <a:t>用户可以在投影仪或者计算机上进行演示也可以将文稿打印出来</a:t>
              </a:r>
            </a:p>
          </p:txBody>
        </p:sp>
        <p:sp>
          <p:nvSpPr>
            <p:cNvPr id="112" name="矩形 111"/>
            <p:cNvSpPr/>
            <p:nvPr/>
          </p:nvSpPr>
          <p:spPr>
            <a:xfrm>
              <a:off x="9151100" y="2012837"/>
              <a:ext cx="2164600" cy="566310"/>
            </a:xfrm>
            <a:prstGeom prst="rect">
              <a:avLst/>
            </a:prstGeom>
          </p:spPr>
          <p:txBody>
            <a:bodyPr wrap="square">
              <a:spAutoFit/>
              <a:scene3d>
                <a:camera prst="orthographicFront"/>
                <a:lightRig rig="threePt" dir="t"/>
              </a:scene3d>
              <a:sp3d contourW="12700"/>
            </a:bodyPr>
            <a:lstStyle/>
            <a:p>
              <a:pPr algn="r">
                <a:lnSpc>
                  <a:spcPct val="120000"/>
                </a:lnSpc>
                <a:defRPr/>
              </a:pPr>
              <a:r>
                <a:rPr lang="zh-CN" altLang="en-US" b="1" dirty="0">
                  <a:solidFill>
                    <a:srgbClr val="C80A2A"/>
                  </a:solidFill>
                  <a:latin typeface="+mn-lt"/>
                  <a:ea typeface="+mn-ea"/>
                  <a:cs typeface="+mn-ea"/>
                  <a:sym typeface="+mn-lt"/>
                </a:rPr>
                <a:t>产品推介</a:t>
              </a:r>
            </a:p>
          </p:txBody>
        </p:sp>
      </p:grpSp>
      <p:grpSp>
        <p:nvGrpSpPr>
          <p:cNvPr id="113" name="组合 112"/>
          <p:cNvGrpSpPr/>
          <p:nvPr/>
        </p:nvGrpSpPr>
        <p:grpSpPr>
          <a:xfrm>
            <a:off x="1046129" y="3570249"/>
            <a:ext cx="2081892" cy="783258"/>
            <a:chOff x="8539844" y="2084204"/>
            <a:chExt cx="2775856" cy="1044344"/>
          </a:xfrm>
        </p:grpSpPr>
        <p:sp>
          <p:nvSpPr>
            <p:cNvPr id="114" name="矩形 113"/>
            <p:cNvSpPr/>
            <p:nvPr/>
          </p:nvSpPr>
          <p:spPr>
            <a:xfrm>
              <a:off x="8539844" y="2514021"/>
              <a:ext cx="2775856" cy="614527"/>
            </a:xfrm>
            <a:prstGeom prst="rect">
              <a:avLst/>
            </a:prstGeom>
          </p:spPr>
          <p:txBody>
            <a:bodyPr wrap="square">
              <a:spAutoFit/>
              <a:scene3d>
                <a:camera prst="orthographicFront"/>
                <a:lightRig rig="threePt" dir="t"/>
              </a:scene3d>
              <a:sp3d contourW="12700"/>
            </a:bodyPr>
            <a:lstStyle/>
            <a:p>
              <a:pPr algn="r">
                <a:lnSpc>
                  <a:spcPct val="120000"/>
                </a:lnSpc>
                <a:defRPr/>
              </a:pPr>
              <a:r>
                <a:rPr lang="zh-CN" altLang="en-US" sz="1050" dirty="0">
                  <a:solidFill>
                    <a:prstClr val="black">
                      <a:lumMod val="50000"/>
                      <a:lumOff val="50000"/>
                    </a:prstClr>
                  </a:solidFill>
                  <a:latin typeface="+mn-lt"/>
                  <a:ea typeface="+mn-ea"/>
                  <a:cs typeface="+mn-ea"/>
                  <a:sym typeface="+mn-lt"/>
                </a:rPr>
                <a:t>用户可以在投影仪或者计算机上进行演示也可以将文稿打印出来</a:t>
              </a:r>
            </a:p>
          </p:txBody>
        </p:sp>
        <p:sp>
          <p:nvSpPr>
            <p:cNvPr id="115" name="矩形 114"/>
            <p:cNvSpPr/>
            <p:nvPr/>
          </p:nvSpPr>
          <p:spPr>
            <a:xfrm>
              <a:off x="9151100" y="2084204"/>
              <a:ext cx="2164600" cy="522280"/>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a:solidFill>
                    <a:srgbClr val="C80A2A"/>
                  </a:solidFill>
                  <a:latin typeface="+mn-lt"/>
                  <a:ea typeface="+mn-ea"/>
                  <a:cs typeface="+mn-ea"/>
                  <a:sym typeface="+mn-lt"/>
                </a:rPr>
                <a:t>幸运抽奖</a:t>
              </a:r>
            </a:p>
          </p:txBody>
        </p:sp>
      </p:grpSp>
      <p:grpSp>
        <p:nvGrpSpPr>
          <p:cNvPr id="116" name="组合 115"/>
          <p:cNvGrpSpPr/>
          <p:nvPr/>
        </p:nvGrpSpPr>
        <p:grpSpPr>
          <a:xfrm>
            <a:off x="624197" y="2464360"/>
            <a:ext cx="2081892" cy="809027"/>
            <a:chOff x="8539844" y="2049845"/>
            <a:chExt cx="2775856" cy="1078703"/>
          </a:xfrm>
        </p:grpSpPr>
        <p:sp>
          <p:nvSpPr>
            <p:cNvPr id="117" name="矩形 116"/>
            <p:cNvSpPr/>
            <p:nvPr/>
          </p:nvSpPr>
          <p:spPr>
            <a:xfrm>
              <a:off x="8539844" y="2514021"/>
              <a:ext cx="2775856" cy="614527"/>
            </a:xfrm>
            <a:prstGeom prst="rect">
              <a:avLst/>
            </a:prstGeom>
          </p:spPr>
          <p:txBody>
            <a:bodyPr wrap="square">
              <a:spAutoFit/>
              <a:scene3d>
                <a:camera prst="orthographicFront"/>
                <a:lightRig rig="threePt" dir="t"/>
              </a:scene3d>
              <a:sp3d contourW="12700"/>
            </a:bodyPr>
            <a:lstStyle/>
            <a:p>
              <a:pPr algn="r">
                <a:lnSpc>
                  <a:spcPct val="120000"/>
                </a:lnSpc>
                <a:defRPr/>
              </a:pPr>
              <a:r>
                <a:rPr lang="zh-CN" altLang="en-US" sz="1050" dirty="0">
                  <a:solidFill>
                    <a:prstClr val="black">
                      <a:lumMod val="50000"/>
                      <a:lumOff val="50000"/>
                    </a:prstClr>
                  </a:solidFill>
                  <a:latin typeface="+mn-lt"/>
                  <a:ea typeface="+mn-ea"/>
                  <a:cs typeface="+mn-ea"/>
                  <a:sym typeface="+mn-lt"/>
                </a:rPr>
                <a:t>用户可以在投影仪或者计算机上进行演示也可以将文稿打印出来</a:t>
              </a:r>
            </a:p>
          </p:txBody>
        </p:sp>
        <p:sp>
          <p:nvSpPr>
            <p:cNvPr id="118" name="矩形 117"/>
            <p:cNvSpPr/>
            <p:nvPr/>
          </p:nvSpPr>
          <p:spPr>
            <a:xfrm>
              <a:off x="9151100" y="2049845"/>
              <a:ext cx="2164600" cy="522280"/>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a:solidFill>
                    <a:srgbClr val="C80A2A"/>
                  </a:solidFill>
                  <a:latin typeface="+mn-lt"/>
                  <a:ea typeface="+mn-ea"/>
                  <a:cs typeface="+mn-ea"/>
                  <a:sym typeface="+mn-lt"/>
                </a:rPr>
                <a:t>现场交流</a:t>
              </a:r>
            </a:p>
          </p:txBody>
        </p:sp>
      </p:grpSp>
    </p:spTree>
    <p:extLst>
      <p:ext uri="{BB962C8B-B14F-4D97-AF65-F5344CB8AC3E}">
        <p14:creationId xmlns:p14="http://schemas.microsoft.com/office/powerpoint/2010/main" val="260699220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1000"/>
                                        <p:tgtEl>
                                          <p:spTgt spid="71"/>
                                        </p:tgtEl>
                                      </p:cBhvr>
                                    </p:animEffect>
                                    <p:anim calcmode="lin" valueType="num">
                                      <p:cBhvr>
                                        <p:cTn id="8" dur="1000" fill="hold"/>
                                        <p:tgtEl>
                                          <p:spTgt spid="71"/>
                                        </p:tgtEl>
                                        <p:attrNameLst>
                                          <p:attrName>ppt_x</p:attrName>
                                        </p:attrNameLst>
                                      </p:cBhvr>
                                      <p:tavLst>
                                        <p:tav tm="0">
                                          <p:val>
                                            <p:strVal val="#ppt_x"/>
                                          </p:val>
                                        </p:tav>
                                        <p:tav tm="100000">
                                          <p:val>
                                            <p:strVal val="#ppt_x"/>
                                          </p:val>
                                        </p:tav>
                                      </p:tavLst>
                                    </p:anim>
                                    <p:anim calcmode="lin" valueType="num">
                                      <p:cBhvr>
                                        <p:cTn id="9" dur="1000" fill="hold"/>
                                        <p:tgtEl>
                                          <p:spTgt spid="7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93"/>
                                        </p:tgtEl>
                                        <p:attrNameLst>
                                          <p:attrName>style.visibility</p:attrName>
                                        </p:attrNameLst>
                                      </p:cBhvr>
                                      <p:to>
                                        <p:strVal val="visible"/>
                                      </p:to>
                                    </p:set>
                                    <p:anim calcmode="lin" valueType="num">
                                      <p:cBhvr>
                                        <p:cTn id="13" dur="500" fill="hold"/>
                                        <p:tgtEl>
                                          <p:spTgt spid="93"/>
                                        </p:tgtEl>
                                        <p:attrNameLst>
                                          <p:attrName>ppt_w</p:attrName>
                                        </p:attrNameLst>
                                      </p:cBhvr>
                                      <p:tavLst>
                                        <p:tav tm="0">
                                          <p:val>
                                            <p:fltVal val="0"/>
                                          </p:val>
                                        </p:tav>
                                        <p:tav tm="100000">
                                          <p:val>
                                            <p:strVal val="#ppt_w"/>
                                          </p:val>
                                        </p:tav>
                                      </p:tavLst>
                                    </p:anim>
                                    <p:anim calcmode="lin" valueType="num">
                                      <p:cBhvr>
                                        <p:cTn id="14" dur="500" fill="hold"/>
                                        <p:tgtEl>
                                          <p:spTgt spid="93"/>
                                        </p:tgtEl>
                                        <p:attrNameLst>
                                          <p:attrName>ppt_h</p:attrName>
                                        </p:attrNameLst>
                                      </p:cBhvr>
                                      <p:tavLst>
                                        <p:tav tm="0">
                                          <p:val>
                                            <p:fltVal val="0"/>
                                          </p:val>
                                        </p:tav>
                                        <p:tav tm="100000">
                                          <p:val>
                                            <p:strVal val="#ppt_h"/>
                                          </p:val>
                                        </p:tav>
                                      </p:tavLst>
                                    </p:anim>
                                    <p:animEffect transition="in" filter="fade">
                                      <p:cBhvr>
                                        <p:cTn id="15" dur="500"/>
                                        <p:tgtEl>
                                          <p:spTgt spid="93"/>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94"/>
                                        </p:tgtEl>
                                        <p:attrNameLst>
                                          <p:attrName>style.visibility</p:attrName>
                                        </p:attrNameLst>
                                      </p:cBhvr>
                                      <p:to>
                                        <p:strVal val="visible"/>
                                      </p:to>
                                    </p:set>
                                    <p:anim calcmode="lin" valueType="num">
                                      <p:cBhvr>
                                        <p:cTn id="18" dur="500" fill="hold"/>
                                        <p:tgtEl>
                                          <p:spTgt spid="94"/>
                                        </p:tgtEl>
                                        <p:attrNameLst>
                                          <p:attrName>ppt_w</p:attrName>
                                        </p:attrNameLst>
                                      </p:cBhvr>
                                      <p:tavLst>
                                        <p:tav tm="0">
                                          <p:val>
                                            <p:fltVal val="0"/>
                                          </p:val>
                                        </p:tav>
                                        <p:tav tm="100000">
                                          <p:val>
                                            <p:strVal val="#ppt_w"/>
                                          </p:val>
                                        </p:tav>
                                      </p:tavLst>
                                    </p:anim>
                                    <p:anim calcmode="lin" valueType="num">
                                      <p:cBhvr>
                                        <p:cTn id="19" dur="500" fill="hold"/>
                                        <p:tgtEl>
                                          <p:spTgt spid="94"/>
                                        </p:tgtEl>
                                        <p:attrNameLst>
                                          <p:attrName>ppt_h</p:attrName>
                                        </p:attrNameLst>
                                      </p:cBhvr>
                                      <p:tavLst>
                                        <p:tav tm="0">
                                          <p:val>
                                            <p:fltVal val="0"/>
                                          </p:val>
                                        </p:tav>
                                        <p:tav tm="100000">
                                          <p:val>
                                            <p:strVal val="#ppt_h"/>
                                          </p:val>
                                        </p:tav>
                                      </p:tavLst>
                                    </p:anim>
                                    <p:animEffect transition="in" filter="fade">
                                      <p:cBhvr>
                                        <p:cTn id="20" dur="500"/>
                                        <p:tgtEl>
                                          <p:spTgt spid="94"/>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95"/>
                                        </p:tgtEl>
                                        <p:attrNameLst>
                                          <p:attrName>style.visibility</p:attrName>
                                        </p:attrNameLst>
                                      </p:cBhvr>
                                      <p:to>
                                        <p:strVal val="visible"/>
                                      </p:to>
                                    </p:set>
                                    <p:anim calcmode="lin" valueType="num">
                                      <p:cBhvr>
                                        <p:cTn id="23" dur="500" fill="hold"/>
                                        <p:tgtEl>
                                          <p:spTgt spid="95"/>
                                        </p:tgtEl>
                                        <p:attrNameLst>
                                          <p:attrName>ppt_w</p:attrName>
                                        </p:attrNameLst>
                                      </p:cBhvr>
                                      <p:tavLst>
                                        <p:tav tm="0">
                                          <p:val>
                                            <p:fltVal val="0"/>
                                          </p:val>
                                        </p:tav>
                                        <p:tav tm="100000">
                                          <p:val>
                                            <p:strVal val="#ppt_w"/>
                                          </p:val>
                                        </p:tav>
                                      </p:tavLst>
                                    </p:anim>
                                    <p:anim calcmode="lin" valueType="num">
                                      <p:cBhvr>
                                        <p:cTn id="24" dur="500" fill="hold"/>
                                        <p:tgtEl>
                                          <p:spTgt spid="95"/>
                                        </p:tgtEl>
                                        <p:attrNameLst>
                                          <p:attrName>ppt_h</p:attrName>
                                        </p:attrNameLst>
                                      </p:cBhvr>
                                      <p:tavLst>
                                        <p:tav tm="0">
                                          <p:val>
                                            <p:fltVal val="0"/>
                                          </p:val>
                                        </p:tav>
                                        <p:tav tm="100000">
                                          <p:val>
                                            <p:strVal val="#ppt_h"/>
                                          </p:val>
                                        </p:tav>
                                      </p:tavLst>
                                    </p:anim>
                                    <p:animEffect transition="in" filter="fade">
                                      <p:cBhvr>
                                        <p:cTn id="25" dur="500"/>
                                        <p:tgtEl>
                                          <p:spTgt spid="95"/>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96"/>
                                        </p:tgtEl>
                                        <p:attrNameLst>
                                          <p:attrName>style.visibility</p:attrName>
                                        </p:attrNameLst>
                                      </p:cBhvr>
                                      <p:to>
                                        <p:strVal val="visible"/>
                                      </p:to>
                                    </p:set>
                                    <p:anim calcmode="lin" valueType="num">
                                      <p:cBhvr>
                                        <p:cTn id="28" dur="500" fill="hold"/>
                                        <p:tgtEl>
                                          <p:spTgt spid="96"/>
                                        </p:tgtEl>
                                        <p:attrNameLst>
                                          <p:attrName>ppt_w</p:attrName>
                                        </p:attrNameLst>
                                      </p:cBhvr>
                                      <p:tavLst>
                                        <p:tav tm="0">
                                          <p:val>
                                            <p:fltVal val="0"/>
                                          </p:val>
                                        </p:tav>
                                        <p:tav tm="100000">
                                          <p:val>
                                            <p:strVal val="#ppt_w"/>
                                          </p:val>
                                        </p:tav>
                                      </p:tavLst>
                                    </p:anim>
                                    <p:anim calcmode="lin" valueType="num">
                                      <p:cBhvr>
                                        <p:cTn id="29" dur="500" fill="hold"/>
                                        <p:tgtEl>
                                          <p:spTgt spid="96"/>
                                        </p:tgtEl>
                                        <p:attrNameLst>
                                          <p:attrName>ppt_h</p:attrName>
                                        </p:attrNameLst>
                                      </p:cBhvr>
                                      <p:tavLst>
                                        <p:tav tm="0">
                                          <p:val>
                                            <p:fltVal val="0"/>
                                          </p:val>
                                        </p:tav>
                                        <p:tav tm="100000">
                                          <p:val>
                                            <p:strVal val="#ppt_h"/>
                                          </p:val>
                                        </p:tav>
                                      </p:tavLst>
                                    </p:anim>
                                    <p:animEffect transition="in" filter="fade">
                                      <p:cBhvr>
                                        <p:cTn id="30" dur="500"/>
                                        <p:tgtEl>
                                          <p:spTgt spid="96"/>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99"/>
                                        </p:tgtEl>
                                        <p:attrNameLst>
                                          <p:attrName>style.visibility</p:attrName>
                                        </p:attrNameLst>
                                      </p:cBhvr>
                                      <p:to>
                                        <p:strVal val="visible"/>
                                      </p:to>
                                    </p:set>
                                    <p:anim calcmode="lin" valueType="num">
                                      <p:cBhvr>
                                        <p:cTn id="33" dur="500" fill="hold"/>
                                        <p:tgtEl>
                                          <p:spTgt spid="99"/>
                                        </p:tgtEl>
                                        <p:attrNameLst>
                                          <p:attrName>ppt_w</p:attrName>
                                        </p:attrNameLst>
                                      </p:cBhvr>
                                      <p:tavLst>
                                        <p:tav tm="0">
                                          <p:val>
                                            <p:fltVal val="0"/>
                                          </p:val>
                                        </p:tav>
                                        <p:tav tm="100000">
                                          <p:val>
                                            <p:strVal val="#ppt_w"/>
                                          </p:val>
                                        </p:tav>
                                      </p:tavLst>
                                    </p:anim>
                                    <p:anim calcmode="lin" valueType="num">
                                      <p:cBhvr>
                                        <p:cTn id="34" dur="500" fill="hold"/>
                                        <p:tgtEl>
                                          <p:spTgt spid="99"/>
                                        </p:tgtEl>
                                        <p:attrNameLst>
                                          <p:attrName>ppt_h</p:attrName>
                                        </p:attrNameLst>
                                      </p:cBhvr>
                                      <p:tavLst>
                                        <p:tav tm="0">
                                          <p:val>
                                            <p:fltVal val="0"/>
                                          </p:val>
                                        </p:tav>
                                        <p:tav tm="100000">
                                          <p:val>
                                            <p:strVal val="#ppt_h"/>
                                          </p:val>
                                        </p:tav>
                                      </p:tavLst>
                                    </p:anim>
                                    <p:animEffect transition="in" filter="fade">
                                      <p:cBhvr>
                                        <p:cTn id="35" dur="500"/>
                                        <p:tgtEl>
                                          <p:spTgt spid="99"/>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00"/>
                                        </p:tgtEl>
                                        <p:attrNameLst>
                                          <p:attrName>style.visibility</p:attrName>
                                        </p:attrNameLst>
                                      </p:cBhvr>
                                      <p:to>
                                        <p:strVal val="visible"/>
                                      </p:to>
                                    </p:set>
                                    <p:anim calcmode="lin" valueType="num">
                                      <p:cBhvr>
                                        <p:cTn id="38" dur="500" fill="hold"/>
                                        <p:tgtEl>
                                          <p:spTgt spid="100"/>
                                        </p:tgtEl>
                                        <p:attrNameLst>
                                          <p:attrName>ppt_w</p:attrName>
                                        </p:attrNameLst>
                                      </p:cBhvr>
                                      <p:tavLst>
                                        <p:tav tm="0">
                                          <p:val>
                                            <p:fltVal val="0"/>
                                          </p:val>
                                        </p:tav>
                                        <p:tav tm="100000">
                                          <p:val>
                                            <p:strVal val="#ppt_w"/>
                                          </p:val>
                                        </p:tav>
                                      </p:tavLst>
                                    </p:anim>
                                    <p:anim calcmode="lin" valueType="num">
                                      <p:cBhvr>
                                        <p:cTn id="39" dur="500" fill="hold"/>
                                        <p:tgtEl>
                                          <p:spTgt spid="100"/>
                                        </p:tgtEl>
                                        <p:attrNameLst>
                                          <p:attrName>ppt_h</p:attrName>
                                        </p:attrNameLst>
                                      </p:cBhvr>
                                      <p:tavLst>
                                        <p:tav tm="0">
                                          <p:val>
                                            <p:fltVal val="0"/>
                                          </p:val>
                                        </p:tav>
                                        <p:tav tm="100000">
                                          <p:val>
                                            <p:strVal val="#ppt_h"/>
                                          </p:val>
                                        </p:tav>
                                      </p:tavLst>
                                    </p:anim>
                                    <p:animEffect transition="in" filter="fade">
                                      <p:cBhvr>
                                        <p:cTn id="40" dur="500"/>
                                        <p:tgtEl>
                                          <p:spTgt spid="100"/>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89"/>
                                        </p:tgtEl>
                                        <p:attrNameLst>
                                          <p:attrName>style.visibility</p:attrName>
                                        </p:attrNameLst>
                                      </p:cBhvr>
                                      <p:to>
                                        <p:strVal val="visible"/>
                                      </p:to>
                                    </p:set>
                                    <p:anim calcmode="lin" valueType="num">
                                      <p:cBhvr>
                                        <p:cTn id="43" dur="500" fill="hold"/>
                                        <p:tgtEl>
                                          <p:spTgt spid="89"/>
                                        </p:tgtEl>
                                        <p:attrNameLst>
                                          <p:attrName>ppt_w</p:attrName>
                                        </p:attrNameLst>
                                      </p:cBhvr>
                                      <p:tavLst>
                                        <p:tav tm="0">
                                          <p:val>
                                            <p:fltVal val="0"/>
                                          </p:val>
                                        </p:tav>
                                        <p:tav tm="100000">
                                          <p:val>
                                            <p:strVal val="#ppt_w"/>
                                          </p:val>
                                        </p:tav>
                                      </p:tavLst>
                                    </p:anim>
                                    <p:anim calcmode="lin" valueType="num">
                                      <p:cBhvr>
                                        <p:cTn id="44" dur="500" fill="hold"/>
                                        <p:tgtEl>
                                          <p:spTgt spid="89"/>
                                        </p:tgtEl>
                                        <p:attrNameLst>
                                          <p:attrName>ppt_h</p:attrName>
                                        </p:attrNameLst>
                                      </p:cBhvr>
                                      <p:tavLst>
                                        <p:tav tm="0">
                                          <p:val>
                                            <p:fltVal val="0"/>
                                          </p:val>
                                        </p:tav>
                                        <p:tav tm="100000">
                                          <p:val>
                                            <p:strVal val="#ppt_h"/>
                                          </p:val>
                                        </p:tav>
                                      </p:tavLst>
                                    </p:anim>
                                    <p:animEffect transition="in" filter="fade">
                                      <p:cBhvr>
                                        <p:cTn id="45" dur="500"/>
                                        <p:tgtEl>
                                          <p:spTgt spid="89"/>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90"/>
                                        </p:tgtEl>
                                        <p:attrNameLst>
                                          <p:attrName>style.visibility</p:attrName>
                                        </p:attrNameLst>
                                      </p:cBhvr>
                                      <p:to>
                                        <p:strVal val="visible"/>
                                      </p:to>
                                    </p:set>
                                    <p:anim calcmode="lin" valueType="num">
                                      <p:cBhvr>
                                        <p:cTn id="48" dur="500" fill="hold"/>
                                        <p:tgtEl>
                                          <p:spTgt spid="90"/>
                                        </p:tgtEl>
                                        <p:attrNameLst>
                                          <p:attrName>ppt_w</p:attrName>
                                        </p:attrNameLst>
                                      </p:cBhvr>
                                      <p:tavLst>
                                        <p:tav tm="0">
                                          <p:val>
                                            <p:fltVal val="0"/>
                                          </p:val>
                                        </p:tav>
                                        <p:tav tm="100000">
                                          <p:val>
                                            <p:strVal val="#ppt_w"/>
                                          </p:val>
                                        </p:tav>
                                      </p:tavLst>
                                    </p:anim>
                                    <p:anim calcmode="lin" valueType="num">
                                      <p:cBhvr>
                                        <p:cTn id="49" dur="500" fill="hold"/>
                                        <p:tgtEl>
                                          <p:spTgt spid="90"/>
                                        </p:tgtEl>
                                        <p:attrNameLst>
                                          <p:attrName>ppt_h</p:attrName>
                                        </p:attrNameLst>
                                      </p:cBhvr>
                                      <p:tavLst>
                                        <p:tav tm="0">
                                          <p:val>
                                            <p:fltVal val="0"/>
                                          </p:val>
                                        </p:tav>
                                        <p:tav tm="100000">
                                          <p:val>
                                            <p:strVal val="#ppt_h"/>
                                          </p:val>
                                        </p:tav>
                                      </p:tavLst>
                                    </p:anim>
                                    <p:animEffect transition="in" filter="fade">
                                      <p:cBhvr>
                                        <p:cTn id="50" dur="500"/>
                                        <p:tgtEl>
                                          <p:spTgt spid="90"/>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91"/>
                                        </p:tgtEl>
                                        <p:attrNameLst>
                                          <p:attrName>style.visibility</p:attrName>
                                        </p:attrNameLst>
                                      </p:cBhvr>
                                      <p:to>
                                        <p:strVal val="visible"/>
                                      </p:to>
                                    </p:set>
                                    <p:anim calcmode="lin" valueType="num">
                                      <p:cBhvr>
                                        <p:cTn id="53" dur="500" fill="hold"/>
                                        <p:tgtEl>
                                          <p:spTgt spid="91"/>
                                        </p:tgtEl>
                                        <p:attrNameLst>
                                          <p:attrName>ppt_w</p:attrName>
                                        </p:attrNameLst>
                                      </p:cBhvr>
                                      <p:tavLst>
                                        <p:tav tm="0">
                                          <p:val>
                                            <p:fltVal val="0"/>
                                          </p:val>
                                        </p:tav>
                                        <p:tav tm="100000">
                                          <p:val>
                                            <p:strVal val="#ppt_w"/>
                                          </p:val>
                                        </p:tav>
                                      </p:tavLst>
                                    </p:anim>
                                    <p:anim calcmode="lin" valueType="num">
                                      <p:cBhvr>
                                        <p:cTn id="54" dur="500" fill="hold"/>
                                        <p:tgtEl>
                                          <p:spTgt spid="91"/>
                                        </p:tgtEl>
                                        <p:attrNameLst>
                                          <p:attrName>ppt_h</p:attrName>
                                        </p:attrNameLst>
                                      </p:cBhvr>
                                      <p:tavLst>
                                        <p:tav tm="0">
                                          <p:val>
                                            <p:fltVal val="0"/>
                                          </p:val>
                                        </p:tav>
                                        <p:tav tm="100000">
                                          <p:val>
                                            <p:strVal val="#ppt_h"/>
                                          </p:val>
                                        </p:tav>
                                      </p:tavLst>
                                    </p:anim>
                                    <p:animEffect transition="in" filter="fade">
                                      <p:cBhvr>
                                        <p:cTn id="55" dur="500"/>
                                        <p:tgtEl>
                                          <p:spTgt spid="91"/>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92"/>
                                        </p:tgtEl>
                                        <p:attrNameLst>
                                          <p:attrName>style.visibility</p:attrName>
                                        </p:attrNameLst>
                                      </p:cBhvr>
                                      <p:to>
                                        <p:strVal val="visible"/>
                                      </p:to>
                                    </p:set>
                                    <p:anim calcmode="lin" valueType="num">
                                      <p:cBhvr>
                                        <p:cTn id="58" dur="500" fill="hold"/>
                                        <p:tgtEl>
                                          <p:spTgt spid="92"/>
                                        </p:tgtEl>
                                        <p:attrNameLst>
                                          <p:attrName>ppt_w</p:attrName>
                                        </p:attrNameLst>
                                      </p:cBhvr>
                                      <p:tavLst>
                                        <p:tav tm="0">
                                          <p:val>
                                            <p:fltVal val="0"/>
                                          </p:val>
                                        </p:tav>
                                        <p:tav tm="100000">
                                          <p:val>
                                            <p:strVal val="#ppt_w"/>
                                          </p:val>
                                        </p:tav>
                                      </p:tavLst>
                                    </p:anim>
                                    <p:anim calcmode="lin" valueType="num">
                                      <p:cBhvr>
                                        <p:cTn id="59" dur="500" fill="hold"/>
                                        <p:tgtEl>
                                          <p:spTgt spid="92"/>
                                        </p:tgtEl>
                                        <p:attrNameLst>
                                          <p:attrName>ppt_h</p:attrName>
                                        </p:attrNameLst>
                                      </p:cBhvr>
                                      <p:tavLst>
                                        <p:tav tm="0">
                                          <p:val>
                                            <p:fltVal val="0"/>
                                          </p:val>
                                        </p:tav>
                                        <p:tav tm="100000">
                                          <p:val>
                                            <p:strVal val="#ppt_h"/>
                                          </p:val>
                                        </p:tav>
                                      </p:tavLst>
                                    </p:anim>
                                    <p:animEffect transition="in" filter="fade">
                                      <p:cBhvr>
                                        <p:cTn id="60" dur="500"/>
                                        <p:tgtEl>
                                          <p:spTgt spid="92"/>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97"/>
                                        </p:tgtEl>
                                        <p:attrNameLst>
                                          <p:attrName>style.visibility</p:attrName>
                                        </p:attrNameLst>
                                      </p:cBhvr>
                                      <p:to>
                                        <p:strVal val="visible"/>
                                      </p:to>
                                    </p:set>
                                    <p:anim calcmode="lin" valueType="num">
                                      <p:cBhvr>
                                        <p:cTn id="63" dur="500" fill="hold"/>
                                        <p:tgtEl>
                                          <p:spTgt spid="97"/>
                                        </p:tgtEl>
                                        <p:attrNameLst>
                                          <p:attrName>ppt_w</p:attrName>
                                        </p:attrNameLst>
                                      </p:cBhvr>
                                      <p:tavLst>
                                        <p:tav tm="0">
                                          <p:val>
                                            <p:fltVal val="0"/>
                                          </p:val>
                                        </p:tav>
                                        <p:tav tm="100000">
                                          <p:val>
                                            <p:strVal val="#ppt_w"/>
                                          </p:val>
                                        </p:tav>
                                      </p:tavLst>
                                    </p:anim>
                                    <p:anim calcmode="lin" valueType="num">
                                      <p:cBhvr>
                                        <p:cTn id="64" dur="500" fill="hold"/>
                                        <p:tgtEl>
                                          <p:spTgt spid="97"/>
                                        </p:tgtEl>
                                        <p:attrNameLst>
                                          <p:attrName>ppt_h</p:attrName>
                                        </p:attrNameLst>
                                      </p:cBhvr>
                                      <p:tavLst>
                                        <p:tav tm="0">
                                          <p:val>
                                            <p:fltVal val="0"/>
                                          </p:val>
                                        </p:tav>
                                        <p:tav tm="100000">
                                          <p:val>
                                            <p:strVal val="#ppt_h"/>
                                          </p:val>
                                        </p:tav>
                                      </p:tavLst>
                                    </p:anim>
                                    <p:animEffect transition="in" filter="fade">
                                      <p:cBhvr>
                                        <p:cTn id="65" dur="500"/>
                                        <p:tgtEl>
                                          <p:spTgt spid="97"/>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98"/>
                                        </p:tgtEl>
                                        <p:attrNameLst>
                                          <p:attrName>style.visibility</p:attrName>
                                        </p:attrNameLst>
                                      </p:cBhvr>
                                      <p:to>
                                        <p:strVal val="visible"/>
                                      </p:to>
                                    </p:set>
                                    <p:anim calcmode="lin" valueType="num">
                                      <p:cBhvr>
                                        <p:cTn id="68" dur="500" fill="hold"/>
                                        <p:tgtEl>
                                          <p:spTgt spid="98"/>
                                        </p:tgtEl>
                                        <p:attrNameLst>
                                          <p:attrName>ppt_w</p:attrName>
                                        </p:attrNameLst>
                                      </p:cBhvr>
                                      <p:tavLst>
                                        <p:tav tm="0">
                                          <p:val>
                                            <p:fltVal val="0"/>
                                          </p:val>
                                        </p:tav>
                                        <p:tav tm="100000">
                                          <p:val>
                                            <p:strVal val="#ppt_w"/>
                                          </p:val>
                                        </p:tav>
                                      </p:tavLst>
                                    </p:anim>
                                    <p:anim calcmode="lin" valueType="num">
                                      <p:cBhvr>
                                        <p:cTn id="69" dur="500" fill="hold"/>
                                        <p:tgtEl>
                                          <p:spTgt spid="98"/>
                                        </p:tgtEl>
                                        <p:attrNameLst>
                                          <p:attrName>ppt_h</p:attrName>
                                        </p:attrNameLst>
                                      </p:cBhvr>
                                      <p:tavLst>
                                        <p:tav tm="0">
                                          <p:val>
                                            <p:fltVal val="0"/>
                                          </p:val>
                                        </p:tav>
                                        <p:tav tm="100000">
                                          <p:val>
                                            <p:strVal val="#ppt_h"/>
                                          </p:val>
                                        </p:tav>
                                      </p:tavLst>
                                    </p:anim>
                                    <p:animEffect transition="in" filter="fade">
                                      <p:cBhvr>
                                        <p:cTn id="70" dur="500"/>
                                        <p:tgtEl>
                                          <p:spTgt spid="98"/>
                                        </p:tgtEl>
                                      </p:cBhvr>
                                    </p:animEffect>
                                  </p:childTnLst>
                                </p:cTn>
                              </p:par>
                            </p:childTnLst>
                          </p:cTn>
                        </p:par>
                        <p:par>
                          <p:cTn id="71" fill="hold">
                            <p:stCondLst>
                              <p:cond delay="1500"/>
                            </p:stCondLst>
                            <p:childTnLst>
                              <p:par>
                                <p:cTn id="72" presetID="2" presetClass="entr" presetSubtype="8" decel="100000" fill="hold" nodeType="afterEffect">
                                  <p:stCondLst>
                                    <p:cond delay="0"/>
                                  </p:stCondLst>
                                  <p:childTnLst>
                                    <p:set>
                                      <p:cBhvr>
                                        <p:cTn id="73" dur="1" fill="hold">
                                          <p:stCondLst>
                                            <p:cond delay="0"/>
                                          </p:stCondLst>
                                        </p:cTn>
                                        <p:tgtEl>
                                          <p:spTgt spid="110"/>
                                        </p:tgtEl>
                                        <p:attrNameLst>
                                          <p:attrName>style.visibility</p:attrName>
                                        </p:attrNameLst>
                                      </p:cBhvr>
                                      <p:to>
                                        <p:strVal val="visible"/>
                                      </p:to>
                                    </p:set>
                                    <p:anim calcmode="lin" valueType="num">
                                      <p:cBhvr additive="base">
                                        <p:cTn id="74" dur="1000" fill="hold"/>
                                        <p:tgtEl>
                                          <p:spTgt spid="110"/>
                                        </p:tgtEl>
                                        <p:attrNameLst>
                                          <p:attrName>ppt_x</p:attrName>
                                        </p:attrNameLst>
                                      </p:cBhvr>
                                      <p:tavLst>
                                        <p:tav tm="0">
                                          <p:val>
                                            <p:strVal val="0-#ppt_w/2"/>
                                          </p:val>
                                        </p:tav>
                                        <p:tav tm="100000">
                                          <p:val>
                                            <p:strVal val="#ppt_x"/>
                                          </p:val>
                                        </p:tav>
                                      </p:tavLst>
                                    </p:anim>
                                    <p:anim calcmode="lin" valueType="num">
                                      <p:cBhvr additive="base">
                                        <p:cTn id="75" dur="1000" fill="hold"/>
                                        <p:tgtEl>
                                          <p:spTgt spid="110"/>
                                        </p:tgtEl>
                                        <p:attrNameLst>
                                          <p:attrName>ppt_y</p:attrName>
                                        </p:attrNameLst>
                                      </p:cBhvr>
                                      <p:tavLst>
                                        <p:tav tm="0">
                                          <p:val>
                                            <p:strVal val="#ppt_y"/>
                                          </p:val>
                                        </p:tav>
                                        <p:tav tm="100000">
                                          <p:val>
                                            <p:strVal val="#ppt_y"/>
                                          </p:val>
                                        </p:tav>
                                      </p:tavLst>
                                    </p:anim>
                                  </p:childTnLst>
                                </p:cTn>
                              </p:par>
                              <p:par>
                                <p:cTn id="76" presetID="2" presetClass="entr" presetSubtype="8" decel="100000" fill="hold" nodeType="withEffect">
                                  <p:stCondLst>
                                    <p:cond delay="0"/>
                                  </p:stCondLst>
                                  <p:childTnLst>
                                    <p:set>
                                      <p:cBhvr>
                                        <p:cTn id="77" dur="1" fill="hold">
                                          <p:stCondLst>
                                            <p:cond delay="0"/>
                                          </p:stCondLst>
                                        </p:cTn>
                                        <p:tgtEl>
                                          <p:spTgt spid="116"/>
                                        </p:tgtEl>
                                        <p:attrNameLst>
                                          <p:attrName>style.visibility</p:attrName>
                                        </p:attrNameLst>
                                      </p:cBhvr>
                                      <p:to>
                                        <p:strVal val="visible"/>
                                      </p:to>
                                    </p:set>
                                    <p:anim calcmode="lin" valueType="num">
                                      <p:cBhvr additive="base">
                                        <p:cTn id="78" dur="1000" fill="hold"/>
                                        <p:tgtEl>
                                          <p:spTgt spid="116"/>
                                        </p:tgtEl>
                                        <p:attrNameLst>
                                          <p:attrName>ppt_x</p:attrName>
                                        </p:attrNameLst>
                                      </p:cBhvr>
                                      <p:tavLst>
                                        <p:tav tm="0">
                                          <p:val>
                                            <p:strVal val="0-#ppt_w/2"/>
                                          </p:val>
                                        </p:tav>
                                        <p:tav tm="100000">
                                          <p:val>
                                            <p:strVal val="#ppt_x"/>
                                          </p:val>
                                        </p:tav>
                                      </p:tavLst>
                                    </p:anim>
                                    <p:anim calcmode="lin" valueType="num">
                                      <p:cBhvr additive="base">
                                        <p:cTn id="79" dur="1000" fill="hold"/>
                                        <p:tgtEl>
                                          <p:spTgt spid="116"/>
                                        </p:tgtEl>
                                        <p:attrNameLst>
                                          <p:attrName>ppt_y</p:attrName>
                                        </p:attrNameLst>
                                      </p:cBhvr>
                                      <p:tavLst>
                                        <p:tav tm="0">
                                          <p:val>
                                            <p:strVal val="#ppt_y"/>
                                          </p:val>
                                        </p:tav>
                                        <p:tav tm="100000">
                                          <p:val>
                                            <p:strVal val="#ppt_y"/>
                                          </p:val>
                                        </p:tav>
                                      </p:tavLst>
                                    </p:anim>
                                  </p:childTnLst>
                                </p:cTn>
                              </p:par>
                              <p:par>
                                <p:cTn id="80" presetID="2" presetClass="entr" presetSubtype="8" decel="100000" fill="hold" nodeType="withEffect">
                                  <p:stCondLst>
                                    <p:cond delay="0"/>
                                  </p:stCondLst>
                                  <p:childTnLst>
                                    <p:set>
                                      <p:cBhvr>
                                        <p:cTn id="81" dur="1" fill="hold">
                                          <p:stCondLst>
                                            <p:cond delay="0"/>
                                          </p:stCondLst>
                                        </p:cTn>
                                        <p:tgtEl>
                                          <p:spTgt spid="113"/>
                                        </p:tgtEl>
                                        <p:attrNameLst>
                                          <p:attrName>style.visibility</p:attrName>
                                        </p:attrNameLst>
                                      </p:cBhvr>
                                      <p:to>
                                        <p:strVal val="visible"/>
                                      </p:to>
                                    </p:set>
                                    <p:anim calcmode="lin" valueType="num">
                                      <p:cBhvr additive="base">
                                        <p:cTn id="82" dur="1000" fill="hold"/>
                                        <p:tgtEl>
                                          <p:spTgt spid="113"/>
                                        </p:tgtEl>
                                        <p:attrNameLst>
                                          <p:attrName>ppt_x</p:attrName>
                                        </p:attrNameLst>
                                      </p:cBhvr>
                                      <p:tavLst>
                                        <p:tav tm="0">
                                          <p:val>
                                            <p:strVal val="0-#ppt_w/2"/>
                                          </p:val>
                                        </p:tav>
                                        <p:tav tm="100000">
                                          <p:val>
                                            <p:strVal val="#ppt_x"/>
                                          </p:val>
                                        </p:tav>
                                      </p:tavLst>
                                    </p:anim>
                                    <p:anim calcmode="lin" valueType="num">
                                      <p:cBhvr additive="base">
                                        <p:cTn id="83" dur="1000" fill="hold"/>
                                        <p:tgtEl>
                                          <p:spTgt spid="113"/>
                                        </p:tgtEl>
                                        <p:attrNameLst>
                                          <p:attrName>ppt_y</p:attrName>
                                        </p:attrNameLst>
                                      </p:cBhvr>
                                      <p:tavLst>
                                        <p:tav tm="0">
                                          <p:val>
                                            <p:strVal val="#ppt_y"/>
                                          </p:val>
                                        </p:tav>
                                        <p:tav tm="100000">
                                          <p:val>
                                            <p:strVal val="#ppt_y"/>
                                          </p:val>
                                        </p:tav>
                                      </p:tavLst>
                                    </p:anim>
                                  </p:childTnLst>
                                </p:cTn>
                              </p:par>
                              <p:par>
                                <p:cTn id="84" presetID="2" presetClass="entr" presetSubtype="2" decel="100000" fill="hold" nodeType="withEffect">
                                  <p:stCondLst>
                                    <p:cond delay="0"/>
                                  </p:stCondLst>
                                  <p:childTnLst>
                                    <p:set>
                                      <p:cBhvr>
                                        <p:cTn id="85" dur="1" fill="hold">
                                          <p:stCondLst>
                                            <p:cond delay="0"/>
                                          </p:stCondLst>
                                        </p:cTn>
                                        <p:tgtEl>
                                          <p:spTgt spid="101"/>
                                        </p:tgtEl>
                                        <p:attrNameLst>
                                          <p:attrName>style.visibility</p:attrName>
                                        </p:attrNameLst>
                                      </p:cBhvr>
                                      <p:to>
                                        <p:strVal val="visible"/>
                                      </p:to>
                                    </p:set>
                                    <p:anim calcmode="lin" valueType="num">
                                      <p:cBhvr additive="base">
                                        <p:cTn id="86" dur="1000" fill="hold"/>
                                        <p:tgtEl>
                                          <p:spTgt spid="101"/>
                                        </p:tgtEl>
                                        <p:attrNameLst>
                                          <p:attrName>ppt_x</p:attrName>
                                        </p:attrNameLst>
                                      </p:cBhvr>
                                      <p:tavLst>
                                        <p:tav tm="0">
                                          <p:val>
                                            <p:strVal val="1+#ppt_w/2"/>
                                          </p:val>
                                        </p:tav>
                                        <p:tav tm="100000">
                                          <p:val>
                                            <p:strVal val="#ppt_x"/>
                                          </p:val>
                                        </p:tav>
                                      </p:tavLst>
                                    </p:anim>
                                    <p:anim calcmode="lin" valueType="num">
                                      <p:cBhvr additive="base">
                                        <p:cTn id="87" dur="1000" fill="hold"/>
                                        <p:tgtEl>
                                          <p:spTgt spid="101"/>
                                        </p:tgtEl>
                                        <p:attrNameLst>
                                          <p:attrName>ppt_y</p:attrName>
                                        </p:attrNameLst>
                                      </p:cBhvr>
                                      <p:tavLst>
                                        <p:tav tm="0">
                                          <p:val>
                                            <p:strVal val="#ppt_y"/>
                                          </p:val>
                                        </p:tav>
                                        <p:tav tm="100000">
                                          <p:val>
                                            <p:strVal val="#ppt_y"/>
                                          </p:val>
                                        </p:tav>
                                      </p:tavLst>
                                    </p:anim>
                                  </p:childTnLst>
                                </p:cTn>
                              </p:par>
                              <p:par>
                                <p:cTn id="88" presetID="2" presetClass="entr" presetSubtype="2" decel="100000" fill="hold" nodeType="withEffect">
                                  <p:stCondLst>
                                    <p:cond delay="0"/>
                                  </p:stCondLst>
                                  <p:childTnLst>
                                    <p:set>
                                      <p:cBhvr>
                                        <p:cTn id="89" dur="1" fill="hold">
                                          <p:stCondLst>
                                            <p:cond delay="0"/>
                                          </p:stCondLst>
                                        </p:cTn>
                                        <p:tgtEl>
                                          <p:spTgt spid="104"/>
                                        </p:tgtEl>
                                        <p:attrNameLst>
                                          <p:attrName>style.visibility</p:attrName>
                                        </p:attrNameLst>
                                      </p:cBhvr>
                                      <p:to>
                                        <p:strVal val="visible"/>
                                      </p:to>
                                    </p:set>
                                    <p:anim calcmode="lin" valueType="num">
                                      <p:cBhvr additive="base">
                                        <p:cTn id="90" dur="1000" fill="hold"/>
                                        <p:tgtEl>
                                          <p:spTgt spid="104"/>
                                        </p:tgtEl>
                                        <p:attrNameLst>
                                          <p:attrName>ppt_x</p:attrName>
                                        </p:attrNameLst>
                                      </p:cBhvr>
                                      <p:tavLst>
                                        <p:tav tm="0">
                                          <p:val>
                                            <p:strVal val="1+#ppt_w/2"/>
                                          </p:val>
                                        </p:tav>
                                        <p:tav tm="100000">
                                          <p:val>
                                            <p:strVal val="#ppt_x"/>
                                          </p:val>
                                        </p:tav>
                                      </p:tavLst>
                                    </p:anim>
                                    <p:anim calcmode="lin" valueType="num">
                                      <p:cBhvr additive="base">
                                        <p:cTn id="91" dur="1000" fill="hold"/>
                                        <p:tgtEl>
                                          <p:spTgt spid="104"/>
                                        </p:tgtEl>
                                        <p:attrNameLst>
                                          <p:attrName>ppt_y</p:attrName>
                                        </p:attrNameLst>
                                      </p:cBhvr>
                                      <p:tavLst>
                                        <p:tav tm="0">
                                          <p:val>
                                            <p:strVal val="#ppt_y"/>
                                          </p:val>
                                        </p:tav>
                                        <p:tav tm="100000">
                                          <p:val>
                                            <p:strVal val="#ppt_y"/>
                                          </p:val>
                                        </p:tav>
                                      </p:tavLst>
                                    </p:anim>
                                  </p:childTnLst>
                                </p:cTn>
                              </p:par>
                              <p:par>
                                <p:cTn id="92" presetID="2" presetClass="entr" presetSubtype="2" decel="100000" fill="hold" nodeType="withEffect">
                                  <p:stCondLst>
                                    <p:cond delay="0"/>
                                  </p:stCondLst>
                                  <p:childTnLst>
                                    <p:set>
                                      <p:cBhvr>
                                        <p:cTn id="93" dur="1" fill="hold">
                                          <p:stCondLst>
                                            <p:cond delay="0"/>
                                          </p:stCondLst>
                                        </p:cTn>
                                        <p:tgtEl>
                                          <p:spTgt spid="107"/>
                                        </p:tgtEl>
                                        <p:attrNameLst>
                                          <p:attrName>style.visibility</p:attrName>
                                        </p:attrNameLst>
                                      </p:cBhvr>
                                      <p:to>
                                        <p:strVal val="visible"/>
                                      </p:to>
                                    </p:set>
                                    <p:anim calcmode="lin" valueType="num">
                                      <p:cBhvr additive="base">
                                        <p:cTn id="94" dur="1000" fill="hold"/>
                                        <p:tgtEl>
                                          <p:spTgt spid="107"/>
                                        </p:tgtEl>
                                        <p:attrNameLst>
                                          <p:attrName>ppt_x</p:attrName>
                                        </p:attrNameLst>
                                      </p:cBhvr>
                                      <p:tavLst>
                                        <p:tav tm="0">
                                          <p:val>
                                            <p:strVal val="1+#ppt_w/2"/>
                                          </p:val>
                                        </p:tav>
                                        <p:tav tm="100000">
                                          <p:val>
                                            <p:strVal val="#ppt_x"/>
                                          </p:val>
                                        </p:tav>
                                      </p:tavLst>
                                    </p:anim>
                                    <p:anim calcmode="lin" valueType="num">
                                      <p:cBhvr additive="base">
                                        <p:cTn id="95" dur="1000" fill="hold"/>
                                        <p:tgtEl>
                                          <p:spTgt spid="1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添加您的标题</a:t>
            </a:r>
          </a:p>
        </p:txBody>
      </p:sp>
      <p:sp>
        <p:nvSpPr>
          <p:cNvPr id="31" name="MH_Other_1"/>
          <p:cNvSpPr/>
          <p:nvPr>
            <p:custDataLst>
              <p:tags r:id="rId2"/>
            </p:custDataLst>
          </p:nvPr>
        </p:nvSpPr>
        <p:spPr>
          <a:xfrm>
            <a:off x="3883025" y="1585337"/>
            <a:ext cx="996554" cy="282178"/>
          </a:xfrm>
          <a:prstGeom prst="roundRect">
            <a:avLst>
              <a:gd name="adj" fmla="val 50000"/>
            </a:avLst>
          </a:prstGeom>
          <a:solidFill>
            <a:srgbClr val="C80A2A"/>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3" i="1">
              <a:solidFill>
                <a:schemeClr val="tx1">
                  <a:lumMod val="65000"/>
                  <a:lumOff val="35000"/>
                </a:schemeClr>
              </a:solidFill>
              <a:cs typeface="+mn-ea"/>
              <a:sym typeface="+mn-lt"/>
            </a:endParaRPr>
          </a:p>
        </p:txBody>
      </p:sp>
      <p:sp>
        <p:nvSpPr>
          <p:cNvPr id="32" name="MH_Other_2"/>
          <p:cNvSpPr/>
          <p:nvPr>
            <p:custDataLst>
              <p:tags r:id="rId3"/>
            </p:custDataLst>
          </p:nvPr>
        </p:nvSpPr>
        <p:spPr>
          <a:xfrm>
            <a:off x="3902076" y="1607959"/>
            <a:ext cx="235744" cy="235744"/>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1050" i="1" dirty="0">
                <a:solidFill>
                  <a:srgbClr val="C80A2A"/>
                </a:solidFill>
                <a:cs typeface="+mn-ea"/>
                <a:sym typeface="+mn-lt"/>
              </a:rPr>
              <a:t>01</a:t>
            </a:r>
            <a:endParaRPr lang="zh-CN" altLang="en-US" sz="1050" i="1" dirty="0">
              <a:solidFill>
                <a:srgbClr val="C80A2A"/>
              </a:solidFill>
              <a:cs typeface="+mn-ea"/>
              <a:sym typeface="+mn-lt"/>
            </a:endParaRPr>
          </a:p>
        </p:txBody>
      </p:sp>
      <p:sp>
        <p:nvSpPr>
          <p:cNvPr id="33" name="MH_Other_3"/>
          <p:cNvSpPr/>
          <p:nvPr>
            <p:custDataLst>
              <p:tags r:id="rId4"/>
            </p:custDataLst>
          </p:nvPr>
        </p:nvSpPr>
        <p:spPr>
          <a:xfrm flipH="1">
            <a:off x="3883025" y="2167551"/>
            <a:ext cx="996554" cy="282179"/>
          </a:xfrm>
          <a:prstGeom prst="roundRect">
            <a:avLst>
              <a:gd name="adj" fmla="val 50000"/>
            </a:avLst>
          </a:prstGeom>
          <a:solidFill>
            <a:srgbClr val="108887"/>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3" i="1">
              <a:solidFill>
                <a:schemeClr val="tx1">
                  <a:lumMod val="65000"/>
                  <a:lumOff val="35000"/>
                </a:schemeClr>
              </a:solidFill>
              <a:cs typeface="+mn-ea"/>
              <a:sym typeface="+mn-lt"/>
            </a:endParaRPr>
          </a:p>
        </p:txBody>
      </p:sp>
      <p:sp>
        <p:nvSpPr>
          <p:cNvPr id="34" name="MH_Other_4"/>
          <p:cNvSpPr/>
          <p:nvPr>
            <p:custDataLst>
              <p:tags r:id="rId5"/>
            </p:custDataLst>
          </p:nvPr>
        </p:nvSpPr>
        <p:spPr>
          <a:xfrm flipH="1">
            <a:off x="4625976" y="2190175"/>
            <a:ext cx="235744" cy="235744"/>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1050" i="1">
                <a:solidFill>
                  <a:srgbClr val="C80A2A"/>
                </a:solidFill>
                <a:cs typeface="+mn-ea"/>
                <a:sym typeface="+mn-lt"/>
              </a:rPr>
              <a:t>02</a:t>
            </a:r>
            <a:endParaRPr lang="zh-CN" altLang="en-US" sz="1050" i="1">
              <a:solidFill>
                <a:srgbClr val="C80A2A"/>
              </a:solidFill>
              <a:cs typeface="+mn-ea"/>
              <a:sym typeface="+mn-lt"/>
            </a:endParaRPr>
          </a:p>
        </p:txBody>
      </p:sp>
      <p:sp>
        <p:nvSpPr>
          <p:cNvPr id="35" name="MH_Other_5"/>
          <p:cNvSpPr/>
          <p:nvPr>
            <p:custDataLst>
              <p:tags r:id="rId6"/>
            </p:custDataLst>
          </p:nvPr>
        </p:nvSpPr>
        <p:spPr>
          <a:xfrm>
            <a:off x="3883025" y="2749768"/>
            <a:ext cx="996554" cy="282178"/>
          </a:xfrm>
          <a:prstGeom prst="roundRect">
            <a:avLst>
              <a:gd name="adj" fmla="val 50000"/>
            </a:avLst>
          </a:prstGeom>
          <a:solidFill>
            <a:srgbClr val="D87833"/>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3" i="1">
              <a:solidFill>
                <a:schemeClr val="tx1">
                  <a:lumMod val="65000"/>
                  <a:lumOff val="35000"/>
                </a:schemeClr>
              </a:solidFill>
              <a:cs typeface="+mn-ea"/>
              <a:sym typeface="+mn-lt"/>
            </a:endParaRPr>
          </a:p>
        </p:txBody>
      </p:sp>
      <p:sp>
        <p:nvSpPr>
          <p:cNvPr id="36" name="MH_Other_6"/>
          <p:cNvSpPr/>
          <p:nvPr>
            <p:custDataLst>
              <p:tags r:id="rId7"/>
            </p:custDataLst>
          </p:nvPr>
        </p:nvSpPr>
        <p:spPr>
          <a:xfrm>
            <a:off x="3902076" y="2773581"/>
            <a:ext cx="235744" cy="235744"/>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1050" i="1">
                <a:solidFill>
                  <a:srgbClr val="C80A2A"/>
                </a:solidFill>
                <a:cs typeface="+mn-ea"/>
                <a:sym typeface="+mn-lt"/>
              </a:rPr>
              <a:t>03</a:t>
            </a:r>
            <a:endParaRPr lang="zh-CN" altLang="en-US" sz="1050" i="1">
              <a:solidFill>
                <a:srgbClr val="C80A2A"/>
              </a:solidFill>
              <a:cs typeface="+mn-ea"/>
              <a:sym typeface="+mn-lt"/>
            </a:endParaRPr>
          </a:p>
        </p:txBody>
      </p:sp>
      <p:sp>
        <p:nvSpPr>
          <p:cNvPr id="37" name="MH_Other_7"/>
          <p:cNvSpPr/>
          <p:nvPr>
            <p:custDataLst>
              <p:tags r:id="rId8"/>
            </p:custDataLst>
          </p:nvPr>
        </p:nvSpPr>
        <p:spPr>
          <a:xfrm flipH="1">
            <a:off x="3883025" y="3333175"/>
            <a:ext cx="996554" cy="282178"/>
          </a:xfrm>
          <a:prstGeom prst="roundRect">
            <a:avLst>
              <a:gd name="adj" fmla="val 50000"/>
            </a:avLst>
          </a:prstGeom>
          <a:solidFill>
            <a:srgbClr val="2297CD"/>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3" i="1">
              <a:solidFill>
                <a:schemeClr val="tx1">
                  <a:lumMod val="65000"/>
                  <a:lumOff val="35000"/>
                </a:schemeClr>
              </a:solidFill>
              <a:cs typeface="+mn-ea"/>
              <a:sym typeface="+mn-lt"/>
            </a:endParaRPr>
          </a:p>
        </p:txBody>
      </p:sp>
      <p:sp>
        <p:nvSpPr>
          <p:cNvPr id="38" name="MH_Other_8"/>
          <p:cNvSpPr/>
          <p:nvPr>
            <p:custDataLst>
              <p:tags r:id="rId9"/>
            </p:custDataLst>
          </p:nvPr>
        </p:nvSpPr>
        <p:spPr>
          <a:xfrm flipH="1">
            <a:off x="4625976" y="3355796"/>
            <a:ext cx="235744" cy="235744"/>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1050" i="1">
                <a:solidFill>
                  <a:srgbClr val="C80A2A"/>
                </a:solidFill>
                <a:cs typeface="+mn-ea"/>
                <a:sym typeface="+mn-lt"/>
              </a:rPr>
              <a:t>04</a:t>
            </a:r>
            <a:endParaRPr lang="zh-CN" altLang="en-US" sz="1050" i="1">
              <a:solidFill>
                <a:srgbClr val="C80A2A"/>
              </a:solidFill>
              <a:cs typeface="+mn-ea"/>
              <a:sym typeface="+mn-lt"/>
            </a:endParaRPr>
          </a:p>
        </p:txBody>
      </p:sp>
      <p:grpSp>
        <p:nvGrpSpPr>
          <p:cNvPr id="39" name="组合 38"/>
          <p:cNvGrpSpPr/>
          <p:nvPr/>
        </p:nvGrpSpPr>
        <p:grpSpPr>
          <a:xfrm>
            <a:off x="5004842" y="1342834"/>
            <a:ext cx="2619807" cy="693217"/>
            <a:chOff x="7635512" y="3321803"/>
            <a:chExt cx="3493076" cy="924291"/>
          </a:xfrm>
        </p:grpSpPr>
        <p:sp>
          <p:nvSpPr>
            <p:cNvPr id="40" name="矩形 39"/>
            <p:cNvSpPr/>
            <p:nvPr/>
          </p:nvSpPr>
          <p:spPr>
            <a:xfrm>
              <a:off x="7727480" y="3740057"/>
              <a:ext cx="3401108" cy="506037"/>
            </a:xfrm>
            <a:prstGeom prst="rect">
              <a:avLst/>
            </a:prstGeom>
          </p:spPr>
          <p:txBody>
            <a:bodyPr wrap="square">
              <a:spAutoFit/>
              <a:scene3d>
                <a:camera prst="orthographicFront"/>
                <a:lightRig rig="threePt" dir="t"/>
              </a:scene3d>
              <a:sp3d contourW="12700"/>
            </a:bodyPr>
            <a:lstStyle/>
            <a:p>
              <a:pPr>
                <a:lnSpc>
                  <a:spcPct val="125000"/>
                </a:lnSpc>
              </a:pPr>
              <a:r>
                <a:rPr lang="zh-CN" altLang="en-US" sz="788" dirty="0">
                  <a:solidFill>
                    <a:schemeClr val="tx1">
                      <a:lumMod val="75000"/>
                      <a:lumOff val="25000"/>
                    </a:schemeClr>
                  </a:solidFill>
                  <a:latin typeface="+mn-lt"/>
                  <a:ea typeface="+mn-ea"/>
                  <a:cs typeface="+mn-ea"/>
                  <a:sym typeface="+mn-lt"/>
                </a:rPr>
                <a:t>用户可以在投影仪或者计算机上进行演示也可以将演示文稿打印出来制作成胶片用户可以在投影仪</a:t>
              </a:r>
            </a:p>
          </p:txBody>
        </p:sp>
        <p:sp>
          <p:nvSpPr>
            <p:cNvPr id="41" name="矩形 40"/>
            <p:cNvSpPr/>
            <p:nvPr/>
          </p:nvSpPr>
          <p:spPr>
            <a:xfrm>
              <a:off x="7635512" y="3321803"/>
              <a:ext cx="2050552" cy="477909"/>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b="1" dirty="0">
                  <a:solidFill>
                    <a:srgbClr val="C80A2A"/>
                  </a:solidFill>
                  <a:latin typeface="+mn-lt"/>
                  <a:ea typeface="+mn-ea"/>
                  <a:cs typeface="+mn-ea"/>
                  <a:sym typeface="+mn-lt"/>
                </a:rPr>
                <a:t>诚邀联合主办</a:t>
              </a:r>
            </a:p>
          </p:txBody>
        </p:sp>
      </p:grpSp>
      <p:grpSp>
        <p:nvGrpSpPr>
          <p:cNvPr id="42" name="组合 41"/>
          <p:cNvGrpSpPr/>
          <p:nvPr/>
        </p:nvGrpSpPr>
        <p:grpSpPr>
          <a:xfrm>
            <a:off x="5073818" y="2500541"/>
            <a:ext cx="2550831" cy="700542"/>
            <a:chOff x="7727480" y="3312036"/>
            <a:chExt cx="3401108" cy="934056"/>
          </a:xfrm>
        </p:grpSpPr>
        <p:sp>
          <p:nvSpPr>
            <p:cNvPr id="43" name="矩形 42"/>
            <p:cNvSpPr/>
            <p:nvPr/>
          </p:nvSpPr>
          <p:spPr>
            <a:xfrm>
              <a:off x="7727480" y="3740056"/>
              <a:ext cx="3401108" cy="506036"/>
            </a:xfrm>
            <a:prstGeom prst="rect">
              <a:avLst/>
            </a:prstGeom>
          </p:spPr>
          <p:txBody>
            <a:bodyPr wrap="square">
              <a:spAutoFit/>
              <a:scene3d>
                <a:camera prst="orthographicFront"/>
                <a:lightRig rig="threePt" dir="t"/>
              </a:scene3d>
              <a:sp3d contourW="12700"/>
            </a:bodyPr>
            <a:lstStyle/>
            <a:p>
              <a:pPr>
                <a:lnSpc>
                  <a:spcPct val="125000"/>
                </a:lnSpc>
              </a:pPr>
              <a:r>
                <a:rPr lang="zh-CN" altLang="en-US" sz="788" dirty="0">
                  <a:solidFill>
                    <a:schemeClr val="tx1">
                      <a:lumMod val="75000"/>
                      <a:lumOff val="25000"/>
                    </a:schemeClr>
                  </a:solidFill>
                  <a:latin typeface="+mn-lt"/>
                  <a:ea typeface="+mn-ea"/>
                  <a:cs typeface="+mn-ea"/>
                  <a:sym typeface="+mn-lt"/>
                </a:rPr>
                <a:t>用户可以在投影仪或者计算机上进行演示也可以将演示文稿打印出来制作成胶片用户可以在投影仪</a:t>
              </a:r>
            </a:p>
          </p:txBody>
        </p:sp>
        <p:sp>
          <p:nvSpPr>
            <p:cNvPr id="44" name="矩形 43"/>
            <p:cNvSpPr/>
            <p:nvPr/>
          </p:nvSpPr>
          <p:spPr>
            <a:xfrm>
              <a:off x="7727480" y="3312036"/>
              <a:ext cx="2050552" cy="477908"/>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b="1" dirty="0">
                  <a:solidFill>
                    <a:srgbClr val="C80A2A"/>
                  </a:solidFill>
                  <a:latin typeface="+mn-lt"/>
                  <a:ea typeface="+mn-ea"/>
                  <a:cs typeface="+mn-ea"/>
                  <a:sym typeface="+mn-lt"/>
                </a:rPr>
                <a:t>友情邀请</a:t>
              </a:r>
            </a:p>
          </p:txBody>
        </p:sp>
      </p:grpSp>
      <p:grpSp>
        <p:nvGrpSpPr>
          <p:cNvPr id="45" name="组合 44"/>
          <p:cNvGrpSpPr/>
          <p:nvPr/>
        </p:nvGrpSpPr>
        <p:grpSpPr>
          <a:xfrm>
            <a:off x="1044402" y="1924473"/>
            <a:ext cx="2592289" cy="689724"/>
            <a:chOff x="7727480" y="3326460"/>
            <a:chExt cx="3456385" cy="919634"/>
          </a:xfrm>
        </p:grpSpPr>
        <p:sp>
          <p:nvSpPr>
            <p:cNvPr id="46" name="矩形 45"/>
            <p:cNvSpPr/>
            <p:nvPr/>
          </p:nvSpPr>
          <p:spPr>
            <a:xfrm>
              <a:off x="7727480" y="3740057"/>
              <a:ext cx="3401108" cy="506037"/>
            </a:xfrm>
            <a:prstGeom prst="rect">
              <a:avLst/>
            </a:prstGeom>
          </p:spPr>
          <p:txBody>
            <a:bodyPr wrap="square">
              <a:spAutoFit/>
              <a:scene3d>
                <a:camera prst="orthographicFront"/>
                <a:lightRig rig="threePt" dir="t"/>
              </a:scene3d>
              <a:sp3d contourW="12700"/>
            </a:bodyPr>
            <a:lstStyle/>
            <a:p>
              <a:pPr algn="r">
                <a:lnSpc>
                  <a:spcPct val="125000"/>
                </a:lnSpc>
              </a:pPr>
              <a:r>
                <a:rPr lang="zh-CN" altLang="en-US" sz="788" dirty="0">
                  <a:solidFill>
                    <a:schemeClr val="tx1">
                      <a:lumMod val="75000"/>
                      <a:lumOff val="25000"/>
                    </a:schemeClr>
                  </a:solidFill>
                  <a:latin typeface="+mn-lt"/>
                  <a:ea typeface="+mn-ea"/>
                  <a:cs typeface="+mn-ea"/>
                  <a:sym typeface="+mn-lt"/>
                </a:rPr>
                <a:t>用户可以在投影仪或者计算机上进行演示也可以将演示文稿打印出来制作成胶片用户可以在投影仪</a:t>
              </a:r>
            </a:p>
          </p:txBody>
        </p:sp>
        <p:sp>
          <p:nvSpPr>
            <p:cNvPr id="47" name="矩形 46"/>
            <p:cNvSpPr/>
            <p:nvPr/>
          </p:nvSpPr>
          <p:spPr>
            <a:xfrm>
              <a:off x="9133313" y="3326460"/>
              <a:ext cx="2050552" cy="477909"/>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600" b="1" dirty="0">
                  <a:solidFill>
                    <a:srgbClr val="C80A2A"/>
                  </a:solidFill>
                  <a:latin typeface="+mn-lt"/>
                  <a:ea typeface="+mn-ea"/>
                  <a:cs typeface="+mn-ea"/>
                  <a:sym typeface="+mn-lt"/>
                </a:rPr>
                <a:t>招募协办单位</a:t>
              </a:r>
            </a:p>
          </p:txBody>
        </p:sp>
      </p:grpSp>
      <p:grpSp>
        <p:nvGrpSpPr>
          <p:cNvPr id="48" name="组合 47"/>
          <p:cNvGrpSpPr/>
          <p:nvPr/>
        </p:nvGrpSpPr>
        <p:grpSpPr>
          <a:xfrm>
            <a:off x="1044402" y="3076598"/>
            <a:ext cx="2550831" cy="707289"/>
            <a:chOff x="7727480" y="3303041"/>
            <a:chExt cx="3401108" cy="943054"/>
          </a:xfrm>
        </p:grpSpPr>
        <p:sp>
          <p:nvSpPr>
            <p:cNvPr id="49" name="矩形 48"/>
            <p:cNvSpPr/>
            <p:nvPr/>
          </p:nvSpPr>
          <p:spPr>
            <a:xfrm>
              <a:off x="7727480" y="3740058"/>
              <a:ext cx="3401108" cy="506037"/>
            </a:xfrm>
            <a:prstGeom prst="rect">
              <a:avLst/>
            </a:prstGeom>
          </p:spPr>
          <p:txBody>
            <a:bodyPr wrap="square">
              <a:spAutoFit/>
              <a:scene3d>
                <a:camera prst="orthographicFront"/>
                <a:lightRig rig="threePt" dir="t"/>
              </a:scene3d>
              <a:sp3d contourW="12700"/>
            </a:bodyPr>
            <a:lstStyle/>
            <a:p>
              <a:pPr algn="r">
                <a:lnSpc>
                  <a:spcPct val="125000"/>
                </a:lnSpc>
              </a:pPr>
              <a:r>
                <a:rPr lang="zh-CN" altLang="en-US" sz="788" dirty="0">
                  <a:solidFill>
                    <a:schemeClr val="tx1">
                      <a:lumMod val="75000"/>
                      <a:lumOff val="25000"/>
                    </a:schemeClr>
                  </a:solidFill>
                  <a:latin typeface="+mn-lt"/>
                  <a:ea typeface="+mn-ea"/>
                  <a:cs typeface="+mn-ea"/>
                  <a:sym typeface="+mn-lt"/>
                </a:rPr>
                <a:t>用户可以在投影仪或者计算机上进行演示也可以将演示文稿打印出来制作成胶片用户可以在投影仪</a:t>
              </a:r>
            </a:p>
          </p:txBody>
        </p:sp>
        <p:sp>
          <p:nvSpPr>
            <p:cNvPr id="50" name="矩形 49"/>
            <p:cNvSpPr/>
            <p:nvPr/>
          </p:nvSpPr>
          <p:spPr>
            <a:xfrm>
              <a:off x="9078036" y="3303041"/>
              <a:ext cx="2050552" cy="477909"/>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600" b="1" dirty="0">
                  <a:solidFill>
                    <a:srgbClr val="C80A2A"/>
                  </a:solidFill>
                  <a:latin typeface="+mn-lt"/>
                  <a:ea typeface="+mn-ea"/>
                  <a:cs typeface="+mn-ea"/>
                  <a:sym typeface="+mn-lt"/>
                </a:rPr>
                <a:t>招募冠名企业</a:t>
              </a:r>
            </a:p>
          </p:txBody>
        </p:sp>
      </p:grpSp>
      <p:sp>
        <p:nvSpPr>
          <p:cNvPr id="51" name="MH_Other_5"/>
          <p:cNvSpPr/>
          <p:nvPr>
            <p:custDataLst>
              <p:tags r:id="rId10"/>
            </p:custDataLst>
          </p:nvPr>
        </p:nvSpPr>
        <p:spPr>
          <a:xfrm>
            <a:off x="3883025" y="3905468"/>
            <a:ext cx="996554" cy="282178"/>
          </a:xfrm>
          <a:prstGeom prst="roundRect">
            <a:avLst>
              <a:gd name="adj" fmla="val 50000"/>
            </a:avLst>
          </a:prstGeom>
          <a:solidFill>
            <a:schemeClr val="accent1"/>
          </a:solid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3" i="1">
              <a:solidFill>
                <a:schemeClr val="tx1">
                  <a:lumMod val="65000"/>
                  <a:lumOff val="35000"/>
                </a:schemeClr>
              </a:solidFill>
              <a:cs typeface="+mn-ea"/>
              <a:sym typeface="+mn-lt"/>
            </a:endParaRPr>
          </a:p>
        </p:txBody>
      </p:sp>
      <p:sp>
        <p:nvSpPr>
          <p:cNvPr id="52" name="MH_Other_6"/>
          <p:cNvSpPr/>
          <p:nvPr>
            <p:custDataLst>
              <p:tags r:id="rId11"/>
            </p:custDataLst>
          </p:nvPr>
        </p:nvSpPr>
        <p:spPr>
          <a:xfrm>
            <a:off x="3902076" y="3929281"/>
            <a:ext cx="235744" cy="235744"/>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1050" i="1">
                <a:solidFill>
                  <a:srgbClr val="C80A2A"/>
                </a:solidFill>
                <a:cs typeface="+mn-ea"/>
                <a:sym typeface="+mn-lt"/>
              </a:rPr>
              <a:t>03</a:t>
            </a:r>
            <a:endParaRPr lang="zh-CN" altLang="en-US" sz="1050" i="1">
              <a:solidFill>
                <a:srgbClr val="C80A2A"/>
              </a:solidFill>
              <a:cs typeface="+mn-ea"/>
              <a:sym typeface="+mn-lt"/>
            </a:endParaRPr>
          </a:p>
        </p:txBody>
      </p:sp>
      <p:grpSp>
        <p:nvGrpSpPr>
          <p:cNvPr id="53" name="组合 52"/>
          <p:cNvGrpSpPr/>
          <p:nvPr/>
        </p:nvGrpSpPr>
        <p:grpSpPr>
          <a:xfrm>
            <a:off x="5073818" y="3652667"/>
            <a:ext cx="2550831" cy="704115"/>
            <a:chOff x="7727480" y="3307272"/>
            <a:chExt cx="3401108" cy="938820"/>
          </a:xfrm>
        </p:grpSpPr>
        <p:sp>
          <p:nvSpPr>
            <p:cNvPr id="54" name="矩形 53"/>
            <p:cNvSpPr/>
            <p:nvPr/>
          </p:nvSpPr>
          <p:spPr>
            <a:xfrm>
              <a:off x="7727480" y="3740056"/>
              <a:ext cx="3401108" cy="506036"/>
            </a:xfrm>
            <a:prstGeom prst="rect">
              <a:avLst/>
            </a:prstGeom>
          </p:spPr>
          <p:txBody>
            <a:bodyPr wrap="square">
              <a:spAutoFit/>
              <a:scene3d>
                <a:camera prst="orthographicFront"/>
                <a:lightRig rig="threePt" dir="t"/>
              </a:scene3d>
              <a:sp3d contourW="12700"/>
            </a:bodyPr>
            <a:lstStyle/>
            <a:p>
              <a:pPr>
                <a:lnSpc>
                  <a:spcPct val="125000"/>
                </a:lnSpc>
              </a:pPr>
              <a:r>
                <a:rPr lang="zh-CN" altLang="en-US" sz="788" dirty="0">
                  <a:solidFill>
                    <a:schemeClr val="tx1">
                      <a:lumMod val="75000"/>
                      <a:lumOff val="25000"/>
                    </a:schemeClr>
                  </a:solidFill>
                  <a:latin typeface="+mn-lt"/>
                  <a:ea typeface="+mn-ea"/>
                  <a:cs typeface="+mn-ea"/>
                  <a:sym typeface="+mn-lt"/>
                </a:rPr>
                <a:t>用户可以在投影仪或者计算机上进行演示也可以将演示文稿打印出来制作成胶片用户可以在投影仪</a:t>
              </a:r>
            </a:p>
          </p:txBody>
        </p:sp>
        <p:sp>
          <p:nvSpPr>
            <p:cNvPr id="55" name="矩形 54"/>
            <p:cNvSpPr/>
            <p:nvPr/>
          </p:nvSpPr>
          <p:spPr>
            <a:xfrm>
              <a:off x="7727480" y="3307272"/>
              <a:ext cx="2050552" cy="477908"/>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b="1" dirty="0">
                  <a:solidFill>
                    <a:srgbClr val="C80A2A"/>
                  </a:solidFill>
                  <a:latin typeface="+mn-lt"/>
                  <a:ea typeface="+mn-ea"/>
                  <a:cs typeface="+mn-ea"/>
                  <a:sym typeface="+mn-lt"/>
                </a:rPr>
                <a:t>诚邀媒体专访</a:t>
              </a:r>
            </a:p>
          </p:txBody>
        </p:sp>
      </p:grpSp>
    </p:spTree>
    <p:extLst>
      <p:ext uri="{BB962C8B-B14F-4D97-AF65-F5344CB8AC3E}">
        <p14:creationId xmlns:p14="http://schemas.microsoft.com/office/powerpoint/2010/main" val="122645495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1000"/>
                                        <p:tgtEl>
                                          <p:spTgt spid="32"/>
                                        </p:tgtEl>
                                      </p:cBhvr>
                                    </p:animEffect>
                                    <p:anim calcmode="lin" valueType="num">
                                      <p:cBhvr>
                                        <p:cTn id="13" dur="1000" fill="hold"/>
                                        <p:tgtEl>
                                          <p:spTgt spid="32"/>
                                        </p:tgtEl>
                                        <p:attrNameLst>
                                          <p:attrName>ppt_x</p:attrName>
                                        </p:attrNameLst>
                                      </p:cBhvr>
                                      <p:tavLst>
                                        <p:tav tm="0">
                                          <p:val>
                                            <p:strVal val="#ppt_x"/>
                                          </p:val>
                                        </p:tav>
                                        <p:tav tm="100000">
                                          <p:val>
                                            <p:strVal val="#ppt_x"/>
                                          </p:val>
                                        </p:tav>
                                      </p:tavLst>
                                    </p:anim>
                                    <p:anim calcmode="lin" valueType="num">
                                      <p:cBhvr>
                                        <p:cTn id="14" dur="1000" fill="hold"/>
                                        <p:tgtEl>
                                          <p:spTgt spid="3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1000"/>
                                        <p:tgtEl>
                                          <p:spTgt spid="33"/>
                                        </p:tgtEl>
                                      </p:cBhvr>
                                    </p:animEffect>
                                    <p:anim calcmode="lin" valueType="num">
                                      <p:cBhvr>
                                        <p:cTn id="18" dur="1000" fill="hold"/>
                                        <p:tgtEl>
                                          <p:spTgt spid="33"/>
                                        </p:tgtEl>
                                        <p:attrNameLst>
                                          <p:attrName>ppt_x</p:attrName>
                                        </p:attrNameLst>
                                      </p:cBhvr>
                                      <p:tavLst>
                                        <p:tav tm="0">
                                          <p:val>
                                            <p:strVal val="#ppt_x"/>
                                          </p:val>
                                        </p:tav>
                                        <p:tav tm="100000">
                                          <p:val>
                                            <p:strVal val="#ppt_x"/>
                                          </p:val>
                                        </p:tav>
                                      </p:tavLst>
                                    </p:anim>
                                    <p:anim calcmode="lin" valueType="num">
                                      <p:cBhvr>
                                        <p:cTn id="19" dur="1000" fill="hold"/>
                                        <p:tgtEl>
                                          <p:spTgt spid="3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1000"/>
                                        <p:tgtEl>
                                          <p:spTgt spid="34"/>
                                        </p:tgtEl>
                                      </p:cBhvr>
                                    </p:animEffect>
                                    <p:anim calcmode="lin" valueType="num">
                                      <p:cBhvr>
                                        <p:cTn id="23" dur="1000" fill="hold"/>
                                        <p:tgtEl>
                                          <p:spTgt spid="34"/>
                                        </p:tgtEl>
                                        <p:attrNameLst>
                                          <p:attrName>ppt_x</p:attrName>
                                        </p:attrNameLst>
                                      </p:cBhvr>
                                      <p:tavLst>
                                        <p:tav tm="0">
                                          <p:val>
                                            <p:strVal val="#ppt_x"/>
                                          </p:val>
                                        </p:tav>
                                        <p:tav tm="100000">
                                          <p:val>
                                            <p:strVal val="#ppt_x"/>
                                          </p:val>
                                        </p:tav>
                                      </p:tavLst>
                                    </p:anim>
                                    <p:anim calcmode="lin" valueType="num">
                                      <p:cBhvr>
                                        <p:cTn id="24" dur="1000" fill="hold"/>
                                        <p:tgtEl>
                                          <p:spTgt spid="3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1000"/>
                                        <p:tgtEl>
                                          <p:spTgt spid="35"/>
                                        </p:tgtEl>
                                      </p:cBhvr>
                                    </p:animEffect>
                                    <p:anim calcmode="lin" valueType="num">
                                      <p:cBhvr>
                                        <p:cTn id="28" dur="1000" fill="hold"/>
                                        <p:tgtEl>
                                          <p:spTgt spid="35"/>
                                        </p:tgtEl>
                                        <p:attrNameLst>
                                          <p:attrName>ppt_x</p:attrName>
                                        </p:attrNameLst>
                                      </p:cBhvr>
                                      <p:tavLst>
                                        <p:tav tm="0">
                                          <p:val>
                                            <p:strVal val="#ppt_x"/>
                                          </p:val>
                                        </p:tav>
                                        <p:tav tm="100000">
                                          <p:val>
                                            <p:strVal val="#ppt_x"/>
                                          </p:val>
                                        </p:tav>
                                      </p:tavLst>
                                    </p:anim>
                                    <p:anim calcmode="lin" valueType="num">
                                      <p:cBhvr>
                                        <p:cTn id="29" dur="1000" fill="hold"/>
                                        <p:tgtEl>
                                          <p:spTgt spid="3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1000"/>
                                        <p:tgtEl>
                                          <p:spTgt spid="36"/>
                                        </p:tgtEl>
                                      </p:cBhvr>
                                    </p:animEffect>
                                    <p:anim calcmode="lin" valueType="num">
                                      <p:cBhvr>
                                        <p:cTn id="33" dur="1000" fill="hold"/>
                                        <p:tgtEl>
                                          <p:spTgt spid="36"/>
                                        </p:tgtEl>
                                        <p:attrNameLst>
                                          <p:attrName>ppt_x</p:attrName>
                                        </p:attrNameLst>
                                      </p:cBhvr>
                                      <p:tavLst>
                                        <p:tav tm="0">
                                          <p:val>
                                            <p:strVal val="#ppt_x"/>
                                          </p:val>
                                        </p:tav>
                                        <p:tav tm="100000">
                                          <p:val>
                                            <p:strVal val="#ppt_x"/>
                                          </p:val>
                                        </p:tav>
                                      </p:tavLst>
                                    </p:anim>
                                    <p:anim calcmode="lin" valueType="num">
                                      <p:cBhvr>
                                        <p:cTn id="34" dur="1000" fill="hold"/>
                                        <p:tgtEl>
                                          <p:spTgt spid="36"/>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1000"/>
                                        <p:tgtEl>
                                          <p:spTgt spid="37"/>
                                        </p:tgtEl>
                                      </p:cBhvr>
                                    </p:animEffect>
                                    <p:anim calcmode="lin" valueType="num">
                                      <p:cBhvr>
                                        <p:cTn id="38" dur="1000" fill="hold"/>
                                        <p:tgtEl>
                                          <p:spTgt spid="37"/>
                                        </p:tgtEl>
                                        <p:attrNameLst>
                                          <p:attrName>ppt_x</p:attrName>
                                        </p:attrNameLst>
                                      </p:cBhvr>
                                      <p:tavLst>
                                        <p:tav tm="0">
                                          <p:val>
                                            <p:strVal val="#ppt_x"/>
                                          </p:val>
                                        </p:tav>
                                        <p:tav tm="100000">
                                          <p:val>
                                            <p:strVal val="#ppt_x"/>
                                          </p:val>
                                        </p:tav>
                                      </p:tavLst>
                                    </p:anim>
                                    <p:anim calcmode="lin" valueType="num">
                                      <p:cBhvr>
                                        <p:cTn id="39" dur="1000" fill="hold"/>
                                        <p:tgtEl>
                                          <p:spTgt spid="37"/>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1000"/>
                                        <p:tgtEl>
                                          <p:spTgt spid="38"/>
                                        </p:tgtEl>
                                      </p:cBhvr>
                                    </p:animEffect>
                                    <p:anim calcmode="lin" valueType="num">
                                      <p:cBhvr>
                                        <p:cTn id="43" dur="1000" fill="hold"/>
                                        <p:tgtEl>
                                          <p:spTgt spid="38"/>
                                        </p:tgtEl>
                                        <p:attrNameLst>
                                          <p:attrName>ppt_x</p:attrName>
                                        </p:attrNameLst>
                                      </p:cBhvr>
                                      <p:tavLst>
                                        <p:tav tm="0">
                                          <p:val>
                                            <p:strVal val="#ppt_x"/>
                                          </p:val>
                                        </p:tav>
                                        <p:tav tm="100000">
                                          <p:val>
                                            <p:strVal val="#ppt_x"/>
                                          </p:val>
                                        </p:tav>
                                      </p:tavLst>
                                    </p:anim>
                                    <p:anim calcmode="lin" valueType="num">
                                      <p:cBhvr>
                                        <p:cTn id="44" dur="1000" fill="hold"/>
                                        <p:tgtEl>
                                          <p:spTgt spid="38"/>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fade">
                                      <p:cBhvr>
                                        <p:cTn id="47" dur="1000"/>
                                        <p:tgtEl>
                                          <p:spTgt spid="51"/>
                                        </p:tgtEl>
                                      </p:cBhvr>
                                    </p:animEffect>
                                    <p:anim calcmode="lin" valueType="num">
                                      <p:cBhvr>
                                        <p:cTn id="48" dur="1000" fill="hold"/>
                                        <p:tgtEl>
                                          <p:spTgt spid="51"/>
                                        </p:tgtEl>
                                        <p:attrNameLst>
                                          <p:attrName>ppt_x</p:attrName>
                                        </p:attrNameLst>
                                      </p:cBhvr>
                                      <p:tavLst>
                                        <p:tav tm="0">
                                          <p:val>
                                            <p:strVal val="#ppt_x"/>
                                          </p:val>
                                        </p:tav>
                                        <p:tav tm="100000">
                                          <p:val>
                                            <p:strVal val="#ppt_x"/>
                                          </p:val>
                                        </p:tav>
                                      </p:tavLst>
                                    </p:anim>
                                    <p:anim calcmode="lin" valueType="num">
                                      <p:cBhvr>
                                        <p:cTn id="49" dur="1000" fill="hold"/>
                                        <p:tgtEl>
                                          <p:spTgt spid="51"/>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fade">
                                      <p:cBhvr>
                                        <p:cTn id="52" dur="1000"/>
                                        <p:tgtEl>
                                          <p:spTgt spid="52"/>
                                        </p:tgtEl>
                                      </p:cBhvr>
                                    </p:animEffect>
                                    <p:anim calcmode="lin" valueType="num">
                                      <p:cBhvr>
                                        <p:cTn id="53" dur="1000" fill="hold"/>
                                        <p:tgtEl>
                                          <p:spTgt spid="52"/>
                                        </p:tgtEl>
                                        <p:attrNameLst>
                                          <p:attrName>ppt_x</p:attrName>
                                        </p:attrNameLst>
                                      </p:cBhvr>
                                      <p:tavLst>
                                        <p:tav tm="0">
                                          <p:val>
                                            <p:strVal val="#ppt_x"/>
                                          </p:val>
                                        </p:tav>
                                        <p:tav tm="100000">
                                          <p:val>
                                            <p:strVal val="#ppt_x"/>
                                          </p:val>
                                        </p:tav>
                                      </p:tavLst>
                                    </p:anim>
                                    <p:anim calcmode="lin" valueType="num">
                                      <p:cBhvr>
                                        <p:cTn id="54" dur="1000" fill="hold"/>
                                        <p:tgtEl>
                                          <p:spTgt spid="52"/>
                                        </p:tgtEl>
                                        <p:attrNameLst>
                                          <p:attrName>ppt_y</p:attrName>
                                        </p:attrNameLst>
                                      </p:cBhvr>
                                      <p:tavLst>
                                        <p:tav tm="0">
                                          <p:val>
                                            <p:strVal val="#ppt_y+.1"/>
                                          </p:val>
                                        </p:tav>
                                        <p:tav tm="100000">
                                          <p:val>
                                            <p:strVal val="#ppt_y"/>
                                          </p:val>
                                        </p:tav>
                                      </p:tavLst>
                                    </p:anim>
                                  </p:childTnLst>
                                </p:cTn>
                              </p:par>
                            </p:childTnLst>
                          </p:cTn>
                        </p:par>
                        <p:par>
                          <p:cTn id="55" fill="hold">
                            <p:stCondLst>
                              <p:cond delay="1000"/>
                            </p:stCondLst>
                            <p:childTnLst>
                              <p:par>
                                <p:cTn id="56" presetID="2" presetClass="entr" presetSubtype="8" fill="hold" nodeType="afterEffect">
                                  <p:stCondLst>
                                    <p:cond delay="0"/>
                                  </p:stCondLst>
                                  <p:childTnLst>
                                    <p:set>
                                      <p:cBhvr>
                                        <p:cTn id="57" dur="1" fill="hold">
                                          <p:stCondLst>
                                            <p:cond delay="0"/>
                                          </p:stCondLst>
                                        </p:cTn>
                                        <p:tgtEl>
                                          <p:spTgt spid="45"/>
                                        </p:tgtEl>
                                        <p:attrNameLst>
                                          <p:attrName>style.visibility</p:attrName>
                                        </p:attrNameLst>
                                      </p:cBhvr>
                                      <p:to>
                                        <p:strVal val="visible"/>
                                      </p:to>
                                    </p:set>
                                    <p:anim calcmode="lin" valueType="num">
                                      <p:cBhvr additive="base">
                                        <p:cTn id="58" dur="500" fill="hold"/>
                                        <p:tgtEl>
                                          <p:spTgt spid="45"/>
                                        </p:tgtEl>
                                        <p:attrNameLst>
                                          <p:attrName>ppt_x</p:attrName>
                                        </p:attrNameLst>
                                      </p:cBhvr>
                                      <p:tavLst>
                                        <p:tav tm="0">
                                          <p:val>
                                            <p:strVal val="0-#ppt_w/2"/>
                                          </p:val>
                                        </p:tav>
                                        <p:tav tm="100000">
                                          <p:val>
                                            <p:strVal val="#ppt_x"/>
                                          </p:val>
                                        </p:tav>
                                      </p:tavLst>
                                    </p:anim>
                                    <p:anim calcmode="lin" valueType="num">
                                      <p:cBhvr additive="base">
                                        <p:cTn id="59" dur="500" fill="hold"/>
                                        <p:tgtEl>
                                          <p:spTgt spid="45"/>
                                        </p:tgtEl>
                                        <p:attrNameLst>
                                          <p:attrName>ppt_y</p:attrName>
                                        </p:attrNameLst>
                                      </p:cBhvr>
                                      <p:tavLst>
                                        <p:tav tm="0">
                                          <p:val>
                                            <p:strVal val="#ppt_y"/>
                                          </p:val>
                                        </p:tav>
                                        <p:tav tm="100000">
                                          <p:val>
                                            <p:strVal val="#ppt_y"/>
                                          </p:val>
                                        </p:tav>
                                      </p:tavLst>
                                    </p:anim>
                                  </p:childTnLst>
                                </p:cTn>
                              </p:par>
                              <p:par>
                                <p:cTn id="60" presetID="2" presetClass="entr" presetSubtype="8" fill="hold" nodeType="withEffect">
                                  <p:stCondLst>
                                    <p:cond delay="0"/>
                                  </p:stCondLst>
                                  <p:childTnLst>
                                    <p:set>
                                      <p:cBhvr>
                                        <p:cTn id="61" dur="1" fill="hold">
                                          <p:stCondLst>
                                            <p:cond delay="0"/>
                                          </p:stCondLst>
                                        </p:cTn>
                                        <p:tgtEl>
                                          <p:spTgt spid="48"/>
                                        </p:tgtEl>
                                        <p:attrNameLst>
                                          <p:attrName>style.visibility</p:attrName>
                                        </p:attrNameLst>
                                      </p:cBhvr>
                                      <p:to>
                                        <p:strVal val="visible"/>
                                      </p:to>
                                    </p:set>
                                    <p:anim calcmode="lin" valueType="num">
                                      <p:cBhvr additive="base">
                                        <p:cTn id="62" dur="500" fill="hold"/>
                                        <p:tgtEl>
                                          <p:spTgt spid="48"/>
                                        </p:tgtEl>
                                        <p:attrNameLst>
                                          <p:attrName>ppt_x</p:attrName>
                                        </p:attrNameLst>
                                      </p:cBhvr>
                                      <p:tavLst>
                                        <p:tav tm="0">
                                          <p:val>
                                            <p:strVal val="0-#ppt_w/2"/>
                                          </p:val>
                                        </p:tav>
                                        <p:tav tm="100000">
                                          <p:val>
                                            <p:strVal val="#ppt_x"/>
                                          </p:val>
                                        </p:tav>
                                      </p:tavLst>
                                    </p:anim>
                                    <p:anim calcmode="lin" valueType="num">
                                      <p:cBhvr additive="base">
                                        <p:cTn id="63" dur="500" fill="hold"/>
                                        <p:tgtEl>
                                          <p:spTgt spid="48"/>
                                        </p:tgtEl>
                                        <p:attrNameLst>
                                          <p:attrName>ppt_y</p:attrName>
                                        </p:attrNameLst>
                                      </p:cBhvr>
                                      <p:tavLst>
                                        <p:tav tm="0">
                                          <p:val>
                                            <p:strVal val="#ppt_y"/>
                                          </p:val>
                                        </p:tav>
                                        <p:tav tm="100000">
                                          <p:val>
                                            <p:strVal val="#ppt_y"/>
                                          </p:val>
                                        </p:tav>
                                      </p:tavLst>
                                    </p:anim>
                                  </p:childTnLst>
                                </p:cTn>
                              </p:par>
                              <p:par>
                                <p:cTn id="64" presetID="2" presetClass="entr" presetSubtype="2" fill="hold" nodeType="withEffect">
                                  <p:stCondLst>
                                    <p:cond delay="0"/>
                                  </p:stCondLst>
                                  <p:childTnLst>
                                    <p:set>
                                      <p:cBhvr>
                                        <p:cTn id="65" dur="1" fill="hold">
                                          <p:stCondLst>
                                            <p:cond delay="0"/>
                                          </p:stCondLst>
                                        </p:cTn>
                                        <p:tgtEl>
                                          <p:spTgt spid="39"/>
                                        </p:tgtEl>
                                        <p:attrNameLst>
                                          <p:attrName>style.visibility</p:attrName>
                                        </p:attrNameLst>
                                      </p:cBhvr>
                                      <p:to>
                                        <p:strVal val="visible"/>
                                      </p:to>
                                    </p:set>
                                    <p:anim calcmode="lin" valueType="num">
                                      <p:cBhvr additive="base">
                                        <p:cTn id="66" dur="500" fill="hold"/>
                                        <p:tgtEl>
                                          <p:spTgt spid="39"/>
                                        </p:tgtEl>
                                        <p:attrNameLst>
                                          <p:attrName>ppt_x</p:attrName>
                                        </p:attrNameLst>
                                      </p:cBhvr>
                                      <p:tavLst>
                                        <p:tav tm="0">
                                          <p:val>
                                            <p:strVal val="1+#ppt_w/2"/>
                                          </p:val>
                                        </p:tav>
                                        <p:tav tm="100000">
                                          <p:val>
                                            <p:strVal val="#ppt_x"/>
                                          </p:val>
                                        </p:tav>
                                      </p:tavLst>
                                    </p:anim>
                                    <p:anim calcmode="lin" valueType="num">
                                      <p:cBhvr additive="base">
                                        <p:cTn id="67" dur="500" fill="hold"/>
                                        <p:tgtEl>
                                          <p:spTgt spid="39"/>
                                        </p:tgtEl>
                                        <p:attrNameLst>
                                          <p:attrName>ppt_y</p:attrName>
                                        </p:attrNameLst>
                                      </p:cBhvr>
                                      <p:tavLst>
                                        <p:tav tm="0">
                                          <p:val>
                                            <p:strVal val="#ppt_y"/>
                                          </p:val>
                                        </p:tav>
                                        <p:tav tm="100000">
                                          <p:val>
                                            <p:strVal val="#ppt_y"/>
                                          </p:val>
                                        </p:tav>
                                      </p:tavLst>
                                    </p:anim>
                                  </p:childTnLst>
                                </p:cTn>
                              </p:par>
                              <p:par>
                                <p:cTn id="68" presetID="2" presetClass="entr" presetSubtype="2" fill="hold" nodeType="withEffect">
                                  <p:stCondLst>
                                    <p:cond delay="0"/>
                                  </p:stCondLst>
                                  <p:childTnLst>
                                    <p:set>
                                      <p:cBhvr>
                                        <p:cTn id="69" dur="1" fill="hold">
                                          <p:stCondLst>
                                            <p:cond delay="0"/>
                                          </p:stCondLst>
                                        </p:cTn>
                                        <p:tgtEl>
                                          <p:spTgt spid="42"/>
                                        </p:tgtEl>
                                        <p:attrNameLst>
                                          <p:attrName>style.visibility</p:attrName>
                                        </p:attrNameLst>
                                      </p:cBhvr>
                                      <p:to>
                                        <p:strVal val="visible"/>
                                      </p:to>
                                    </p:set>
                                    <p:anim calcmode="lin" valueType="num">
                                      <p:cBhvr additive="base">
                                        <p:cTn id="70" dur="500" fill="hold"/>
                                        <p:tgtEl>
                                          <p:spTgt spid="42"/>
                                        </p:tgtEl>
                                        <p:attrNameLst>
                                          <p:attrName>ppt_x</p:attrName>
                                        </p:attrNameLst>
                                      </p:cBhvr>
                                      <p:tavLst>
                                        <p:tav tm="0">
                                          <p:val>
                                            <p:strVal val="1+#ppt_w/2"/>
                                          </p:val>
                                        </p:tav>
                                        <p:tav tm="100000">
                                          <p:val>
                                            <p:strVal val="#ppt_x"/>
                                          </p:val>
                                        </p:tav>
                                      </p:tavLst>
                                    </p:anim>
                                    <p:anim calcmode="lin" valueType="num">
                                      <p:cBhvr additive="base">
                                        <p:cTn id="71" dur="500" fill="hold"/>
                                        <p:tgtEl>
                                          <p:spTgt spid="42"/>
                                        </p:tgtEl>
                                        <p:attrNameLst>
                                          <p:attrName>ppt_y</p:attrName>
                                        </p:attrNameLst>
                                      </p:cBhvr>
                                      <p:tavLst>
                                        <p:tav tm="0">
                                          <p:val>
                                            <p:strVal val="#ppt_y"/>
                                          </p:val>
                                        </p:tav>
                                        <p:tav tm="100000">
                                          <p:val>
                                            <p:strVal val="#ppt_y"/>
                                          </p:val>
                                        </p:tav>
                                      </p:tavLst>
                                    </p:anim>
                                  </p:childTnLst>
                                </p:cTn>
                              </p:par>
                              <p:par>
                                <p:cTn id="72" presetID="2" presetClass="entr" presetSubtype="2" fill="hold" nodeType="withEffect">
                                  <p:stCondLst>
                                    <p:cond delay="0"/>
                                  </p:stCondLst>
                                  <p:childTnLst>
                                    <p:set>
                                      <p:cBhvr>
                                        <p:cTn id="73" dur="1" fill="hold">
                                          <p:stCondLst>
                                            <p:cond delay="0"/>
                                          </p:stCondLst>
                                        </p:cTn>
                                        <p:tgtEl>
                                          <p:spTgt spid="53"/>
                                        </p:tgtEl>
                                        <p:attrNameLst>
                                          <p:attrName>style.visibility</p:attrName>
                                        </p:attrNameLst>
                                      </p:cBhvr>
                                      <p:to>
                                        <p:strVal val="visible"/>
                                      </p:to>
                                    </p:set>
                                    <p:anim calcmode="lin" valueType="num">
                                      <p:cBhvr additive="base">
                                        <p:cTn id="74" dur="500" fill="hold"/>
                                        <p:tgtEl>
                                          <p:spTgt spid="53"/>
                                        </p:tgtEl>
                                        <p:attrNameLst>
                                          <p:attrName>ppt_x</p:attrName>
                                        </p:attrNameLst>
                                      </p:cBhvr>
                                      <p:tavLst>
                                        <p:tav tm="0">
                                          <p:val>
                                            <p:strVal val="1+#ppt_w/2"/>
                                          </p:val>
                                        </p:tav>
                                        <p:tav tm="100000">
                                          <p:val>
                                            <p:strVal val="#ppt_x"/>
                                          </p:val>
                                        </p:tav>
                                      </p:tavLst>
                                    </p:anim>
                                    <p:anim calcmode="lin" valueType="num">
                                      <p:cBhvr additive="base">
                                        <p:cTn id="75" dur="500" fill="hold"/>
                                        <p:tgtEl>
                                          <p:spTgt spid="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37" grpId="0" animBg="1"/>
      <p:bldP spid="38" grpId="0" animBg="1"/>
      <p:bldP spid="51" grpId="0" animBg="1"/>
      <p:bldP spid="5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nvSpPr>
        <p:spPr>
          <a:xfrm>
            <a:off x="837257" y="1010733"/>
            <a:ext cx="2981690" cy="2981690"/>
          </a:xfrm>
          <a:prstGeom prst="ellipse">
            <a:avLst/>
          </a:prstGeom>
          <a:blipFill dpi="0" rotWithShape="1">
            <a:blip r:embed="rId4" cstate="print">
              <a:extLst>
                <a:ext uri="{28A0092B-C50C-407E-A947-70E740481C1C}">
                  <a14:useLocalDpi xmlns:a14="http://schemas.microsoft.com/office/drawing/2010/main" val="0"/>
                </a:ext>
              </a:extLst>
            </a:blip>
            <a:srcRect/>
            <a:stretch>
              <a:fillRect r="-18344"/>
            </a:stretch>
          </a:blipFill>
          <a:ln w="9525" cap="flat" cmpd="sng" algn="ctr">
            <a:solidFill>
              <a:sysClr val="window" lastClr="FFFFFF">
                <a:lumMod val="75000"/>
              </a:sysClr>
            </a:solidFill>
            <a:prstDash val="solid"/>
          </a:ln>
          <a:effectLst/>
        </p:spPr>
        <p:txBody>
          <a:bodyPr rtlCol="0" anchor="ctr"/>
          <a:lstStyle/>
          <a:p>
            <a:pPr algn="ctr" fontAlgn="auto">
              <a:spcBef>
                <a:spcPts val="0"/>
              </a:spcBef>
              <a:spcAft>
                <a:spcPts val="0"/>
              </a:spcAft>
              <a:defRPr/>
            </a:pPr>
            <a:endParaRPr lang="zh-CN" altLang="en-US" kern="0">
              <a:solidFill>
                <a:sysClr val="window" lastClr="FFFFFF"/>
              </a:solidFill>
              <a:latin typeface="+mn-lt"/>
              <a:ea typeface="+mn-ea"/>
              <a:cs typeface="+mn-ea"/>
              <a:sym typeface="+mn-lt"/>
            </a:endParaRPr>
          </a:p>
        </p:txBody>
      </p:sp>
      <p:pic>
        <p:nvPicPr>
          <p:cNvPr id="44" name="图片 4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93618" y="0"/>
            <a:ext cx="2851970" cy="5145088"/>
          </a:xfrm>
          <a:prstGeom prst="rect">
            <a:avLst/>
          </a:prstGeom>
        </p:spPr>
      </p:pic>
      <p:sp>
        <p:nvSpPr>
          <p:cNvPr id="20" name="矩形 19"/>
          <p:cNvSpPr/>
          <p:nvPr/>
        </p:nvSpPr>
        <p:spPr>
          <a:xfrm>
            <a:off x="1956089" y="1748471"/>
            <a:ext cx="2019546" cy="1431161"/>
          </a:xfrm>
          <a:prstGeom prst="rect">
            <a:avLst/>
          </a:prstGeom>
        </p:spPr>
        <p:txBody>
          <a:bodyPr wrap="square">
            <a:spAutoFit/>
          </a:bodyPr>
          <a:lstStyle/>
          <a:p>
            <a:pPr algn="ctr" fontAlgn="auto">
              <a:spcBef>
                <a:spcPts val="0"/>
              </a:spcBef>
              <a:spcAft>
                <a:spcPts val="0"/>
              </a:spcAft>
              <a:defRPr/>
            </a:pPr>
            <a:r>
              <a:rPr lang="en-US" altLang="zh-CN" sz="8700" kern="0" dirty="0">
                <a:solidFill>
                  <a:srgbClr val="C80A2A"/>
                </a:solidFill>
                <a:latin typeface="+mn-lt"/>
                <a:ea typeface="+mn-ea"/>
                <a:cs typeface="+mn-ea"/>
                <a:sym typeface="+mn-lt"/>
              </a:rPr>
              <a:t>06</a:t>
            </a:r>
            <a:endParaRPr lang="zh-CN" altLang="en-US" sz="8700" kern="0" dirty="0">
              <a:solidFill>
                <a:srgbClr val="C80A2A"/>
              </a:solidFill>
              <a:latin typeface="+mn-lt"/>
              <a:ea typeface="+mn-ea"/>
              <a:cs typeface="+mn-ea"/>
              <a:sym typeface="+mn-lt"/>
            </a:endParaRPr>
          </a:p>
        </p:txBody>
      </p:sp>
      <p:sp>
        <p:nvSpPr>
          <p:cNvPr id="21" name="矩形 20"/>
          <p:cNvSpPr/>
          <p:nvPr/>
        </p:nvSpPr>
        <p:spPr>
          <a:xfrm>
            <a:off x="1126825" y="2315536"/>
            <a:ext cx="1202894" cy="553998"/>
          </a:xfrm>
          <a:prstGeom prst="rect">
            <a:avLst/>
          </a:prstGeom>
        </p:spPr>
        <p:txBody>
          <a:bodyPr wrap="none">
            <a:spAutoFit/>
            <a:scene3d>
              <a:camera prst="orthographicFront"/>
              <a:lightRig rig="threePt" dir="t"/>
            </a:scene3d>
            <a:sp3d contourW="12700"/>
          </a:bodyPr>
          <a:lstStyle/>
          <a:p>
            <a:pPr algn="r" fontAlgn="auto">
              <a:spcBef>
                <a:spcPts val="0"/>
              </a:spcBef>
              <a:spcAft>
                <a:spcPts val="0"/>
              </a:spcAft>
            </a:pPr>
            <a:r>
              <a:rPr lang="en-US" altLang="zh-CN" sz="3000" b="1" dirty="0">
                <a:solidFill>
                  <a:srgbClr val="000000">
                    <a:lumMod val="75000"/>
                    <a:lumOff val="25000"/>
                  </a:srgbClr>
                </a:solidFill>
                <a:latin typeface="+mn-lt"/>
                <a:ea typeface="+mn-ea"/>
                <a:cs typeface="+mn-ea"/>
                <a:sym typeface="+mn-lt"/>
              </a:rPr>
              <a:t>PART</a:t>
            </a:r>
            <a:endParaRPr lang="zh-CN" altLang="en-US" sz="3000" b="1" dirty="0">
              <a:solidFill>
                <a:srgbClr val="000000">
                  <a:lumMod val="75000"/>
                  <a:lumOff val="25000"/>
                </a:srgbClr>
              </a:solidFill>
              <a:latin typeface="+mn-lt"/>
              <a:ea typeface="+mn-ea"/>
              <a:cs typeface="+mn-ea"/>
              <a:sym typeface="+mn-lt"/>
            </a:endParaRPr>
          </a:p>
        </p:txBody>
      </p:sp>
      <p:sp>
        <p:nvSpPr>
          <p:cNvPr id="22" name="矩形 21"/>
          <p:cNvSpPr/>
          <p:nvPr/>
        </p:nvSpPr>
        <p:spPr>
          <a:xfrm>
            <a:off x="4000187" y="1748523"/>
            <a:ext cx="3312368" cy="1323439"/>
          </a:xfrm>
          <a:prstGeom prst="rect">
            <a:avLst/>
          </a:prstGeom>
        </p:spPr>
        <p:txBody>
          <a:bodyPr wrap="square">
            <a:spAutoFit/>
          </a:bodyPr>
          <a:lstStyle/>
          <a:p>
            <a:pPr fontAlgn="auto">
              <a:spcBef>
                <a:spcPts val="0"/>
              </a:spcBef>
              <a:spcAft>
                <a:spcPts val="0"/>
              </a:spcAft>
              <a:defRPr/>
            </a:pPr>
            <a:r>
              <a:rPr lang="zh-CN" altLang="en-US" sz="4000" kern="0" dirty="0">
                <a:solidFill>
                  <a:srgbClr val="C80A2A"/>
                </a:solidFill>
                <a:latin typeface="+mn-lt"/>
                <a:ea typeface="+mn-ea"/>
                <a:cs typeface="+mn-ea"/>
                <a:sym typeface="+mn-lt"/>
              </a:rPr>
              <a:t>在公司职业发展规划</a:t>
            </a:r>
          </a:p>
        </p:txBody>
      </p:sp>
    </p:spTree>
    <p:extLst>
      <p:ext uri="{BB962C8B-B14F-4D97-AF65-F5344CB8AC3E}">
        <p14:creationId xmlns:p14="http://schemas.microsoft.com/office/powerpoint/2010/main" val="24466358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heel(1)">
                                      <p:cBhvr>
                                        <p:cTn id="11" dur="500"/>
                                        <p:tgtEl>
                                          <p:spTgt spid="19"/>
                                        </p:tgtEl>
                                      </p:cBhvr>
                                    </p:animEffect>
                                  </p:childTnLst>
                                </p:cTn>
                              </p:par>
                            </p:childTnLst>
                          </p:cTn>
                        </p:par>
                        <p:par>
                          <p:cTn id="12" fill="hold">
                            <p:stCondLst>
                              <p:cond delay="1000"/>
                            </p:stCondLst>
                            <p:childTnLst>
                              <p:par>
                                <p:cTn id="13" presetID="53" presetClass="entr" presetSubtype="16" fill="hold" grpId="0" nodeType="after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p:cTn id="15" dur="500" fill="hold"/>
                                        <p:tgtEl>
                                          <p:spTgt spid="20"/>
                                        </p:tgtEl>
                                        <p:attrNameLst>
                                          <p:attrName>ppt_w</p:attrName>
                                        </p:attrNameLst>
                                      </p:cBhvr>
                                      <p:tavLst>
                                        <p:tav tm="0">
                                          <p:val>
                                            <p:fltVal val="0"/>
                                          </p:val>
                                        </p:tav>
                                        <p:tav tm="100000">
                                          <p:val>
                                            <p:strVal val="#ppt_w"/>
                                          </p:val>
                                        </p:tav>
                                      </p:tavLst>
                                    </p:anim>
                                    <p:anim calcmode="lin" valueType="num">
                                      <p:cBhvr>
                                        <p:cTn id="16" dur="500" fill="hold"/>
                                        <p:tgtEl>
                                          <p:spTgt spid="20"/>
                                        </p:tgtEl>
                                        <p:attrNameLst>
                                          <p:attrName>ppt_h</p:attrName>
                                        </p:attrNameLst>
                                      </p:cBhvr>
                                      <p:tavLst>
                                        <p:tav tm="0">
                                          <p:val>
                                            <p:fltVal val="0"/>
                                          </p:val>
                                        </p:tav>
                                        <p:tav tm="100000">
                                          <p:val>
                                            <p:strVal val="#ppt_h"/>
                                          </p:val>
                                        </p:tav>
                                      </p:tavLst>
                                    </p:anim>
                                    <p:animEffect transition="in" filter="fade">
                                      <p:cBhvr>
                                        <p:cTn id="17" dur="500"/>
                                        <p:tgtEl>
                                          <p:spTgt spid="20"/>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 calcmode="lin" valueType="num">
                                      <p:cBhvr>
                                        <p:cTn id="20" dur="500" fill="hold"/>
                                        <p:tgtEl>
                                          <p:spTgt spid="21"/>
                                        </p:tgtEl>
                                        <p:attrNameLst>
                                          <p:attrName>ppt_w</p:attrName>
                                        </p:attrNameLst>
                                      </p:cBhvr>
                                      <p:tavLst>
                                        <p:tav tm="0">
                                          <p:val>
                                            <p:fltVal val="0"/>
                                          </p:val>
                                        </p:tav>
                                        <p:tav tm="100000">
                                          <p:val>
                                            <p:strVal val="#ppt_w"/>
                                          </p:val>
                                        </p:tav>
                                      </p:tavLst>
                                    </p:anim>
                                    <p:anim calcmode="lin" valueType="num">
                                      <p:cBhvr>
                                        <p:cTn id="21" dur="500" fill="hold"/>
                                        <p:tgtEl>
                                          <p:spTgt spid="21"/>
                                        </p:tgtEl>
                                        <p:attrNameLst>
                                          <p:attrName>ppt_h</p:attrName>
                                        </p:attrNameLst>
                                      </p:cBhvr>
                                      <p:tavLst>
                                        <p:tav tm="0">
                                          <p:val>
                                            <p:fltVal val="0"/>
                                          </p:val>
                                        </p:tav>
                                        <p:tav tm="100000">
                                          <p:val>
                                            <p:strVal val="#ppt_h"/>
                                          </p:val>
                                        </p:tav>
                                      </p:tavLst>
                                    </p:anim>
                                    <p:animEffect transition="in" filter="fade">
                                      <p:cBhvr>
                                        <p:cTn id="22" dur="500"/>
                                        <p:tgtEl>
                                          <p:spTgt spid="21"/>
                                        </p:tgtEl>
                                      </p:cBhvr>
                                    </p:animEffect>
                                  </p:childTnLst>
                                </p:cTn>
                              </p:par>
                            </p:childTnLst>
                          </p:cTn>
                        </p:par>
                        <p:par>
                          <p:cTn id="23" fill="hold">
                            <p:stCondLst>
                              <p:cond delay="1500"/>
                            </p:stCondLst>
                            <p:childTnLst>
                              <p:par>
                                <p:cTn id="24" presetID="53" presetClass="entr" presetSubtype="16" fill="hold" grpId="0" nodeType="afterEffect">
                                  <p:stCondLst>
                                    <p:cond delay="0"/>
                                  </p:stCondLst>
                                  <p:iterate type="lt">
                                    <p:tmPct val="10000"/>
                                  </p:iterate>
                                  <p:childTnLst>
                                    <p:set>
                                      <p:cBhvr>
                                        <p:cTn id="25" dur="1" fill="hold">
                                          <p:stCondLst>
                                            <p:cond delay="0"/>
                                          </p:stCondLst>
                                        </p:cTn>
                                        <p:tgtEl>
                                          <p:spTgt spid="22"/>
                                        </p:tgtEl>
                                        <p:attrNameLst>
                                          <p:attrName>style.visibility</p:attrName>
                                        </p:attrNameLst>
                                      </p:cBhvr>
                                      <p:to>
                                        <p:strVal val="visible"/>
                                      </p:to>
                                    </p:set>
                                    <p:anim calcmode="lin" valueType="num">
                                      <p:cBhvr>
                                        <p:cTn id="26" dur="500" fill="hold"/>
                                        <p:tgtEl>
                                          <p:spTgt spid="22"/>
                                        </p:tgtEl>
                                        <p:attrNameLst>
                                          <p:attrName>ppt_w</p:attrName>
                                        </p:attrNameLst>
                                      </p:cBhvr>
                                      <p:tavLst>
                                        <p:tav tm="0">
                                          <p:val>
                                            <p:fltVal val="0"/>
                                          </p:val>
                                        </p:tav>
                                        <p:tav tm="100000">
                                          <p:val>
                                            <p:strVal val="#ppt_w"/>
                                          </p:val>
                                        </p:tav>
                                      </p:tavLst>
                                    </p:anim>
                                    <p:anim calcmode="lin" valueType="num">
                                      <p:cBhvr>
                                        <p:cTn id="27" dur="500" fill="hold"/>
                                        <p:tgtEl>
                                          <p:spTgt spid="22"/>
                                        </p:tgtEl>
                                        <p:attrNameLst>
                                          <p:attrName>ppt_h</p:attrName>
                                        </p:attrNameLst>
                                      </p:cBhvr>
                                      <p:tavLst>
                                        <p:tav tm="0">
                                          <p:val>
                                            <p:fltVal val="0"/>
                                          </p:val>
                                        </p:tav>
                                        <p:tav tm="100000">
                                          <p:val>
                                            <p:strVal val="#ppt_h"/>
                                          </p:val>
                                        </p:tav>
                                      </p:tavLst>
                                    </p:anim>
                                    <p:animEffect transition="in" filter="fade">
                                      <p:cBhvr>
                                        <p:cTn id="2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P spid="21" grpId="0"/>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20895167">
            <a:off x="3663241" y="1882726"/>
            <a:ext cx="2220054" cy="1625922"/>
          </a:xfrm>
          <a:prstGeom prst="rect">
            <a:avLst/>
          </a:prstGeom>
        </p:spPr>
      </p:pic>
      <p:sp>
        <p:nvSpPr>
          <p:cNvPr id="109"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添加您的标题</a:t>
            </a:r>
          </a:p>
        </p:txBody>
      </p:sp>
      <p:grpSp>
        <p:nvGrpSpPr>
          <p:cNvPr id="110" name="Group 3"/>
          <p:cNvGrpSpPr/>
          <p:nvPr/>
        </p:nvGrpSpPr>
        <p:grpSpPr>
          <a:xfrm>
            <a:off x="2516496" y="4120851"/>
            <a:ext cx="3048504" cy="518567"/>
            <a:chOff x="3608388" y="4589463"/>
            <a:chExt cx="3462337" cy="588962"/>
          </a:xfrm>
          <a:solidFill>
            <a:srgbClr val="EAEAEA"/>
          </a:solidFill>
        </p:grpSpPr>
        <p:sp>
          <p:nvSpPr>
            <p:cNvPr id="111" name="Freeform 11"/>
            <p:cNvSpPr>
              <a:spLocks/>
            </p:cNvSpPr>
            <p:nvPr/>
          </p:nvSpPr>
          <p:spPr bwMode="auto">
            <a:xfrm>
              <a:off x="3608388" y="4589463"/>
              <a:ext cx="1811338" cy="282575"/>
            </a:xfrm>
            <a:custGeom>
              <a:avLst/>
              <a:gdLst>
                <a:gd name="T0" fmla="*/ 35 w 1474"/>
                <a:gd name="T1" fmla="*/ 229 h 230"/>
                <a:gd name="T2" fmla="*/ 222 w 1474"/>
                <a:gd name="T3" fmla="*/ 94 h 230"/>
                <a:gd name="T4" fmla="*/ 1474 w 1474"/>
                <a:gd name="T5" fmla="*/ 23 h 230"/>
                <a:gd name="T6" fmla="*/ 588 w 1474"/>
                <a:gd name="T7" fmla="*/ 83 h 230"/>
                <a:gd name="T8" fmla="*/ 454 w 1474"/>
                <a:gd name="T9" fmla="*/ 230 h 230"/>
                <a:gd name="T10" fmla="*/ 35 w 1474"/>
                <a:gd name="T11" fmla="*/ 229 h 230"/>
              </a:gdLst>
              <a:ahLst/>
              <a:cxnLst>
                <a:cxn ang="0">
                  <a:pos x="T0" y="T1"/>
                </a:cxn>
                <a:cxn ang="0">
                  <a:pos x="T2" y="T3"/>
                </a:cxn>
                <a:cxn ang="0">
                  <a:pos x="T4" y="T5"/>
                </a:cxn>
                <a:cxn ang="0">
                  <a:pos x="T6" y="T7"/>
                </a:cxn>
                <a:cxn ang="0">
                  <a:pos x="T8" y="T9"/>
                </a:cxn>
                <a:cxn ang="0">
                  <a:pos x="T10" y="T11"/>
                </a:cxn>
              </a:cxnLst>
              <a:rect l="0" t="0" r="r" b="b"/>
              <a:pathLst>
                <a:path w="1474" h="230">
                  <a:moveTo>
                    <a:pt x="35" y="229"/>
                  </a:moveTo>
                  <a:cubicBezTo>
                    <a:pt x="0" y="183"/>
                    <a:pt x="57" y="136"/>
                    <a:pt x="222" y="94"/>
                  </a:cubicBezTo>
                  <a:cubicBezTo>
                    <a:pt x="509" y="22"/>
                    <a:pt x="988" y="0"/>
                    <a:pt x="1474" y="23"/>
                  </a:cubicBezTo>
                  <a:cubicBezTo>
                    <a:pt x="1126" y="12"/>
                    <a:pt x="794" y="31"/>
                    <a:pt x="588" y="83"/>
                  </a:cubicBezTo>
                  <a:cubicBezTo>
                    <a:pt x="419" y="126"/>
                    <a:pt x="380" y="179"/>
                    <a:pt x="454" y="230"/>
                  </a:cubicBezTo>
                  <a:lnTo>
                    <a:pt x="35" y="229"/>
                  </a:lnTo>
                  <a:close/>
                </a:path>
              </a:pathLst>
            </a:custGeom>
            <a:grpFill/>
            <a:ln w="13" cap="flat">
              <a:noFill/>
              <a:prstDash val="solid"/>
              <a:miter lim="800000"/>
              <a:headEnd/>
              <a:tailEnd/>
            </a:ln>
          </p:spPr>
          <p:txBody>
            <a:bodyPr vert="horz" wrap="square" lIns="68562" tIns="34281" rIns="68562" bIns="34281" numCol="1" anchor="t" anchorCtr="0" compatLnSpc="1">
              <a:prstTxWarp prst="textNoShape">
                <a:avLst/>
              </a:prstTxWarp>
            </a:bodyPr>
            <a:lstStyle/>
            <a:p>
              <a:pPr defTabSz="685611">
                <a:defRPr/>
              </a:pPr>
              <a:endParaRPr lang="en-US" sz="2699" kern="0">
                <a:solidFill>
                  <a:sysClr val="windowText" lastClr="000000"/>
                </a:solidFill>
                <a:latin typeface="+mn-lt"/>
                <a:ea typeface="+mn-ea"/>
                <a:cs typeface="+mn-ea"/>
                <a:sym typeface="+mn-lt"/>
              </a:endParaRPr>
            </a:p>
          </p:txBody>
        </p:sp>
        <p:sp>
          <p:nvSpPr>
            <p:cNvPr id="112" name="Freeform 12"/>
            <p:cNvSpPr>
              <a:spLocks/>
            </p:cNvSpPr>
            <p:nvPr/>
          </p:nvSpPr>
          <p:spPr bwMode="auto">
            <a:xfrm>
              <a:off x="3657600" y="4878388"/>
              <a:ext cx="1100138" cy="220663"/>
            </a:xfrm>
            <a:custGeom>
              <a:avLst/>
              <a:gdLst>
                <a:gd name="T0" fmla="*/ 685 w 895"/>
                <a:gd name="T1" fmla="*/ 180 h 180"/>
                <a:gd name="T2" fmla="*/ 0 w 895"/>
                <a:gd name="T3" fmla="*/ 0 h 180"/>
                <a:gd name="T4" fmla="*/ 425 w 895"/>
                <a:gd name="T5" fmla="*/ 1 h 180"/>
                <a:gd name="T6" fmla="*/ 892 w 895"/>
                <a:gd name="T7" fmla="*/ 117 h 180"/>
                <a:gd name="T8" fmla="*/ 895 w 895"/>
                <a:gd name="T9" fmla="*/ 117 h 180"/>
                <a:gd name="T10" fmla="*/ 685 w 895"/>
                <a:gd name="T11" fmla="*/ 180 h 180"/>
              </a:gdLst>
              <a:ahLst/>
              <a:cxnLst>
                <a:cxn ang="0">
                  <a:pos x="T0" y="T1"/>
                </a:cxn>
                <a:cxn ang="0">
                  <a:pos x="T2" y="T3"/>
                </a:cxn>
                <a:cxn ang="0">
                  <a:pos x="T4" y="T5"/>
                </a:cxn>
                <a:cxn ang="0">
                  <a:pos x="T6" y="T7"/>
                </a:cxn>
                <a:cxn ang="0">
                  <a:pos x="T8" y="T9"/>
                </a:cxn>
                <a:cxn ang="0">
                  <a:pos x="T10" y="T11"/>
                </a:cxn>
              </a:cxnLst>
              <a:rect l="0" t="0" r="r" b="b"/>
              <a:pathLst>
                <a:path w="895" h="180">
                  <a:moveTo>
                    <a:pt x="685" y="180"/>
                  </a:moveTo>
                  <a:cubicBezTo>
                    <a:pt x="309" y="131"/>
                    <a:pt x="63" y="66"/>
                    <a:pt x="0" y="0"/>
                  </a:cubicBezTo>
                  <a:lnTo>
                    <a:pt x="425" y="1"/>
                  </a:lnTo>
                  <a:cubicBezTo>
                    <a:pt x="499" y="45"/>
                    <a:pt x="658" y="86"/>
                    <a:pt x="892" y="117"/>
                  </a:cubicBezTo>
                  <a:lnTo>
                    <a:pt x="895" y="117"/>
                  </a:lnTo>
                  <a:lnTo>
                    <a:pt x="685" y="180"/>
                  </a:lnTo>
                  <a:close/>
                </a:path>
              </a:pathLst>
            </a:custGeom>
            <a:grpFill/>
            <a:ln w="13" cap="flat">
              <a:noFill/>
              <a:prstDash val="solid"/>
              <a:miter lim="800000"/>
              <a:headEnd/>
              <a:tailEnd/>
            </a:ln>
          </p:spPr>
          <p:txBody>
            <a:bodyPr vert="horz" wrap="square" lIns="68562" tIns="34281" rIns="68562" bIns="34281" numCol="1" anchor="t" anchorCtr="0" compatLnSpc="1">
              <a:prstTxWarp prst="textNoShape">
                <a:avLst/>
              </a:prstTxWarp>
            </a:bodyPr>
            <a:lstStyle/>
            <a:p>
              <a:pPr defTabSz="685611">
                <a:defRPr/>
              </a:pPr>
              <a:endParaRPr lang="en-US" sz="2699" kern="0">
                <a:solidFill>
                  <a:sysClr val="windowText" lastClr="000000"/>
                </a:solidFill>
                <a:latin typeface="+mn-lt"/>
                <a:ea typeface="+mn-ea"/>
                <a:cs typeface="+mn-ea"/>
                <a:sym typeface="+mn-lt"/>
              </a:endParaRPr>
            </a:p>
          </p:txBody>
        </p:sp>
        <p:sp>
          <p:nvSpPr>
            <p:cNvPr id="113" name="Freeform 13"/>
            <p:cNvSpPr>
              <a:spLocks/>
            </p:cNvSpPr>
            <p:nvPr/>
          </p:nvSpPr>
          <p:spPr bwMode="auto">
            <a:xfrm>
              <a:off x="4529138" y="5026025"/>
              <a:ext cx="1287463" cy="152400"/>
            </a:xfrm>
            <a:custGeom>
              <a:avLst/>
              <a:gdLst>
                <a:gd name="T0" fmla="*/ 1048 w 1048"/>
                <a:gd name="T1" fmla="*/ 119 h 124"/>
                <a:gd name="T2" fmla="*/ 0 w 1048"/>
                <a:gd name="T3" fmla="*/ 63 h 124"/>
                <a:gd name="T4" fmla="*/ 210 w 1048"/>
                <a:gd name="T5" fmla="*/ 0 h 124"/>
                <a:gd name="T6" fmla="*/ 969 w 1048"/>
                <a:gd name="T7" fmla="*/ 40 h 124"/>
                <a:gd name="T8" fmla="*/ 1048 w 1048"/>
                <a:gd name="T9" fmla="*/ 119 h 124"/>
              </a:gdLst>
              <a:ahLst/>
              <a:cxnLst>
                <a:cxn ang="0">
                  <a:pos x="T0" y="T1"/>
                </a:cxn>
                <a:cxn ang="0">
                  <a:pos x="T2" y="T3"/>
                </a:cxn>
                <a:cxn ang="0">
                  <a:pos x="T4" y="T5"/>
                </a:cxn>
                <a:cxn ang="0">
                  <a:pos x="T6" y="T7"/>
                </a:cxn>
                <a:cxn ang="0">
                  <a:pos x="T8" y="T9"/>
                </a:cxn>
              </a:cxnLst>
              <a:rect l="0" t="0" r="r" b="b"/>
              <a:pathLst>
                <a:path w="1048" h="124">
                  <a:moveTo>
                    <a:pt x="1048" y="119"/>
                  </a:moveTo>
                  <a:cubicBezTo>
                    <a:pt x="710" y="124"/>
                    <a:pt x="336" y="106"/>
                    <a:pt x="0" y="63"/>
                  </a:cubicBezTo>
                  <a:lnTo>
                    <a:pt x="210" y="0"/>
                  </a:lnTo>
                  <a:cubicBezTo>
                    <a:pt x="447" y="30"/>
                    <a:pt x="717" y="42"/>
                    <a:pt x="969" y="40"/>
                  </a:cubicBezTo>
                  <a:lnTo>
                    <a:pt x="1048" y="119"/>
                  </a:lnTo>
                  <a:close/>
                </a:path>
              </a:pathLst>
            </a:custGeom>
            <a:grpFill/>
            <a:ln w="13" cap="flat">
              <a:noFill/>
              <a:prstDash val="solid"/>
              <a:miter lim="800000"/>
              <a:headEnd/>
              <a:tailEnd/>
            </a:ln>
          </p:spPr>
          <p:txBody>
            <a:bodyPr vert="horz" wrap="square" lIns="68562" tIns="34281" rIns="68562" bIns="34281" numCol="1" anchor="t" anchorCtr="0" compatLnSpc="1">
              <a:prstTxWarp prst="textNoShape">
                <a:avLst/>
              </a:prstTxWarp>
            </a:bodyPr>
            <a:lstStyle/>
            <a:p>
              <a:pPr defTabSz="685611">
                <a:defRPr/>
              </a:pPr>
              <a:endParaRPr lang="en-US" sz="2699" kern="0">
                <a:solidFill>
                  <a:sysClr val="windowText" lastClr="000000"/>
                </a:solidFill>
                <a:latin typeface="+mn-lt"/>
                <a:ea typeface="+mn-ea"/>
                <a:cs typeface="+mn-ea"/>
                <a:sym typeface="+mn-lt"/>
              </a:endParaRPr>
            </a:p>
          </p:txBody>
        </p:sp>
        <p:sp>
          <p:nvSpPr>
            <p:cNvPr id="114" name="Freeform 14"/>
            <p:cNvSpPr>
              <a:spLocks/>
            </p:cNvSpPr>
            <p:nvPr/>
          </p:nvSpPr>
          <p:spPr bwMode="auto">
            <a:xfrm>
              <a:off x="5761038" y="4970463"/>
              <a:ext cx="1254125" cy="201613"/>
            </a:xfrm>
            <a:custGeom>
              <a:avLst/>
              <a:gdLst>
                <a:gd name="T0" fmla="*/ 1021 w 1021"/>
                <a:gd name="T1" fmla="*/ 12 h 164"/>
                <a:gd name="T2" fmla="*/ 834 w 1021"/>
                <a:gd name="T3" fmla="*/ 91 h 164"/>
                <a:gd name="T4" fmla="*/ 79 w 1021"/>
                <a:gd name="T5" fmla="*/ 164 h 164"/>
                <a:gd name="T6" fmla="*/ 0 w 1021"/>
                <a:gd name="T7" fmla="*/ 84 h 164"/>
                <a:gd name="T8" fmla="*/ 698 w 1021"/>
                <a:gd name="T9" fmla="*/ 14 h 164"/>
                <a:gd name="T10" fmla="*/ 747 w 1021"/>
                <a:gd name="T11" fmla="*/ 0 h 164"/>
                <a:gd name="T12" fmla="*/ 1021 w 1021"/>
                <a:gd name="T13" fmla="*/ 12 h 164"/>
              </a:gdLst>
              <a:ahLst/>
              <a:cxnLst>
                <a:cxn ang="0">
                  <a:pos x="T0" y="T1"/>
                </a:cxn>
                <a:cxn ang="0">
                  <a:pos x="T2" y="T3"/>
                </a:cxn>
                <a:cxn ang="0">
                  <a:pos x="T4" y="T5"/>
                </a:cxn>
                <a:cxn ang="0">
                  <a:pos x="T6" y="T7"/>
                </a:cxn>
                <a:cxn ang="0">
                  <a:pos x="T8" y="T9"/>
                </a:cxn>
                <a:cxn ang="0">
                  <a:pos x="T10" y="T11"/>
                </a:cxn>
                <a:cxn ang="0">
                  <a:pos x="T12" y="T13"/>
                </a:cxn>
              </a:cxnLst>
              <a:rect l="0" t="0" r="r" b="b"/>
              <a:pathLst>
                <a:path w="1021" h="164">
                  <a:moveTo>
                    <a:pt x="1021" y="12"/>
                  </a:moveTo>
                  <a:cubicBezTo>
                    <a:pt x="998" y="41"/>
                    <a:pt x="937" y="68"/>
                    <a:pt x="834" y="91"/>
                  </a:cubicBezTo>
                  <a:cubicBezTo>
                    <a:pt x="649" y="133"/>
                    <a:pt x="380" y="158"/>
                    <a:pt x="79" y="164"/>
                  </a:cubicBezTo>
                  <a:lnTo>
                    <a:pt x="0" y="84"/>
                  </a:lnTo>
                  <a:cubicBezTo>
                    <a:pt x="279" y="80"/>
                    <a:pt x="534" y="56"/>
                    <a:pt x="698" y="14"/>
                  </a:cubicBezTo>
                  <a:cubicBezTo>
                    <a:pt x="716" y="10"/>
                    <a:pt x="732" y="5"/>
                    <a:pt x="747" y="0"/>
                  </a:cubicBezTo>
                  <a:lnTo>
                    <a:pt x="1021" y="12"/>
                  </a:lnTo>
                  <a:close/>
                </a:path>
              </a:pathLst>
            </a:custGeom>
            <a:grpFill/>
            <a:ln w="13" cap="flat">
              <a:noFill/>
              <a:prstDash val="solid"/>
              <a:miter lim="800000"/>
              <a:headEnd/>
              <a:tailEnd/>
            </a:ln>
          </p:spPr>
          <p:txBody>
            <a:bodyPr vert="horz" wrap="square" lIns="68562" tIns="34281" rIns="68562" bIns="34281" numCol="1" anchor="t" anchorCtr="0" compatLnSpc="1">
              <a:prstTxWarp prst="textNoShape">
                <a:avLst/>
              </a:prstTxWarp>
            </a:bodyPr>
            <a:lstStyle/>
            <a:p>
              <a:pPr defTabSz="685611">
                <a:defRPr/>
              </a:pPr>
              <a:endParaRPr lang="en-US" sz="2699" kern="0">
                <a:solidFill>
                  <a:sysClr val="windowText" lastClr="000000"/>
                </a:solidFill>
                <a:latin typeface="+mn-lt"/>
                <a:ea typeface="+mn-ea"/>
                <a:cs typeface="+mn-ea"/>
                <a:sym typeface="+mn-lt"/>
              </a:endParaRPr>
            </a:p>
          </p:txBody>
        </p:sp>
        <p:sp>
          <p:nvSpPr>
            <p:cNvPr id="115" name="Freeform 15"/>
            <p:cNvSpPr>
              <a:spLocks/>
            </p:cNvSpPr>
            <p:nvPr/>
          </p:nvSpPr>
          <p:spPr bwMode="auto">
            <a:xfrm>
              <a:off x="6461125" y="4725988"/>
              <a:ext cx="609600" cy="250825"/>
            </a:xfrm>
            <a:custGeom>
              <a:avLst/>
              <a:gdLst>
                <a:gd name="T0" fmla="*/ 0 w 496"/>
                <a:gd name="T1" fmla="*/ 0 h 205"/>
                <a:gd name="T2" fmla="*/ 456 w 496"/>
                <a:gd name="T3" fmla="*/ 205 h 205"/>
                <a:gd name="T4" fmla="*/ 197 w 496"/>
                <a:gd name="T5" fmla="*/ 194 h 205"/>
                <a:gd name="T6" fmla="*/ 0 w 496"/>
                <a:gd name="T7" fmla="*/ 0 h 205"/>
              </a:gdLst>
              <a:ahLst/>
              <a:cxnLst>
                <a:cxn ang="0">
                  <a:pos x="T0" y="T1"/>
                </a:cxn>
                <a:cxn ang="0">
                  <a:pos x="T2" y="T3"/>
                </a:cxn>
                <a:cxn ang="0">
                  <a:pos x="T4" y="T5"/>
                </a:cxn>
                <a:cxn ang="0">
                  <a:pos x="T6" y="T7"/>
                </a:cxn>
              </a:cxnLst>
              <a:rect l="0" t="0" r="r" b="b"/>
              <a:pathLst>
                <a:path w="496" h="205">
                  <a:moveTo>
                    <a:pt x="0" y="0"/>
                  </a:moveTo>
                  <a:cubicBezTo>
                    <a:pt x="328" y="60"/>
                    <a:pt x="496" y="137"/>
                    <a:pt x="456" y="205"/>
                  </a:cubicBezTo>
                  <a:lnTo>
                    <a:pt x="197" y="194"/>
                  </a:lnTo>
                  <a:cubicBezTo>
                    <a:pt x="372" y="131"/>
                    <a:pt x="281" y="58"/>
                    <a:pt x="0" y="0"/>
                  </a:cubicBezTo>
                  <a:close/>
                </a:path>
              </a:pathLst>
            </a:custGeom>
            <a:grpFill/>
            <a:ln w="13" cap="flat">
              <a:noFill/>
              <a:prstDash val="solid"/>
              <a:miter lim="800000"/>
              <a:headEnd/>
              <a:tailEnd/>
            </a:ln>
          </p:spPr>
          <p:txBody>
            <a:bodyPr vert="horz" wrap="square" lIns="68562" tIns="34281" rIns="68562" bIns="34281" numCol="1" anchor="t" anchorCtr="0" compatLnSpc="1">
              <a:prstTxWarp prst="textNoShape">
                <a:avLst/>
              </a:prstTxWarp>
            </a:bodyPr>
            <a:lstStyle/>
            <a:p>
              <a:pPr defTabSz="685611">
                <a:defRPr/>
              </a:pPr>
              <a:endParaRPr lang="en-US" sz="2699" kern="0">
                <a:solidFill>
                  <a:sysClr val="windowText" lastClr="000000"/>
                </a:solidFill>
                <a:latin typeface="+mn-lt"/>
                <a:ea typeface="+mn-ea"/>
                <a:cs typeface="+mn-ea"/>
                <a:sym typeface="+mn-lt"/>
              </a:endParaRPr>
            </a:p>
          </p:txBody>
        </p:sp>
      </p:grpSp>
      <p:sp>
        <p:nvSpPr>
          <p:cNvPr id="116" name="Freeform 20"/>
          <p:cNvSpPr>
            <a:spLocks/>
          </p:cNvSpPr>
          <p:nvPr/>
        </p:nvSpPr>
        <p:spPr bwMode="auto">
          <a:xfrm>
            <a:off x="2951981" y="1270847"/>
            <a:ext cx="3202089" cy="3357388"/>
          </a:xfrm>
          <a:custGeom>
            <a:avLst/>
            <a:gdLst>
              <a:gd name="T0" fmla="*/ 2619 w 2990"/>
              <a:gd name="T1" fmla="*/ 1374 h 3243"/>
              <a:gd name="T2" fmla="*/ 2526 w 2990"/>
              <a:gd name="T3" fmla="*/ 2982 h 3243"/>
              <a:gd name="T4" fmla="*/ 649 w 2990"/>
              <a:gd name="T5" fmla="*/ 2109 h 3243"/>
              <a:gd name="T6" fmla="*/ 540 w 2990"/>
              <a:gd name="T7" fmla="*/ 222 h 3243"/>
              <a:gd name="T8" fmla="*/ 1879 w 2990"/>
              <a:gd name="T9" fmla="*/ 495 h 3243"/>
              <a:gd name="T10" fmla="*/ 919 w 2990"/>
              <a:gd name="T11" fmla="*/ 350 h 3243"/>
              <a:gd name="T12" fmla="*/ 932 w 2990"/>
              <a:gd name="T13" fmla="*/ 1891 h 3243"/>
              <a:gd name="T14" fmla="*/ 2484 w 2990"/>
              <a:gd name="T15" fmla="*/ 2524 h 3243"/>
              <a:gd name="T16" fmla="*/ 2619 w 2990"/>
              <a:gd name="T17" fmla="*/ 1374 h 3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90" h="3243">
                <a:moveTo>
                  <a:pt x="2619" y="1374"/>
                </a:moveTo>
                <a:cubicBezTo>
                  <a:pt x="2990" y="2055"/>
                  <a:pt x="2978" y="2754"/>
                  <a:pt x="2526" y="2982"/>
                </a:cubicBezTo>
                <a:cubicBezTo>
                  <a:pt x="2010" y="3243"/>
                  <a:pt x="1197" y="2872"/>
                  <a:pt x="649" y="2109"/>
                </a:cubicBezTo>
                <a:cubicBezTo>
                  <a:pt x="100" y="1347"/>
                  <a:pt x="0" y="540"/>
                  <a:pt x="540" y="222"/>
                </a:cubicBezTo>
                <a:cubicBezTo>
                  <a:pt x="916" y="0"/>
                  <a:pt x="1421" y="135"/>
                  <a:pt x="1879" y="495"/>
                </a:cubicBezTo>
                <a:cubicBezTo>
                  <a:pt x="1545" y="265"/>
                  <a:pt x="1189" y="190"/>
                  <a:pt x="919" y="350"/>
                </a:cubicBezTo>
                <a:cubicBezTo>
                  <a:pt x="494" y="601"/>
                  <a:pt x="500" y="1291"/>
                  <a:pt x="932" y="1891"/>
                </a:cubicBezTo>
                <a:cubicBezTo>
                  <a:pt x="1364" y="2492"/>
                  <a:pt x="2059" y="2775"/>
                  <a:pt x="2484" y="2524"/>
                </a:cubicBezTo>
                <a:cubicBezTo>
                  <a:pt x="2828" y="2320"/>
                  <a:pt x="2852" y="1860"/>
                  <a:pt x="2619" y="1374"/>
                </a:cubicBezTo>
                <a:close/>
              </a:path>
            </a:pathLst>
          </a:custGeom>
          <a:solidFill>
            <a:srgbClr val="FFFFFF">
              <a:lumMod val="85000"/>
            </a:srgbClr>
          </a:solidFill>
          <a:ln w="14" cap="flat">
            <a:noFill/>
            <a:prstDash val="solid"/>
            <a:miter lim="800000"/>
            <a:headEnd/>
            <a:tailEnd/>
          </a:ln>
        </p:spPr>
        <p:txBody>
          <a:bodyPr vert="horz" wrap="square" lIns="68562" tIns="34281" rIns="68562" bIns="34281" numCol="1" anchor="t" anchorCtr="0" compatLnSpc="1">
            <a:prstTxWarp prst="textNoShape">
              <a:avLst/>
            </a:prstTxWarp>
          </a:bodyPr>
          <a:lstStyle/>
          <a:p>
            <a:pPr defTabSz="685611">
              <a:defRPr/>
            </a:pPr>
            <a:endParaRPr lang="en-US" sz="2699" kern="0">
              <a:solidFill>
                <a:sysClr val="windowText" lastClr="000000"/>
              </a:solidFill>
              <a:latin typeface="+mn-lt"/>
              <a:ea typeface="+mn-ea"/>
              <a:cs typeface="+mn-ea"/>
              <a:sym typeface="+mn-lt"/>
            </a:endParaRPr>
          </a:p>
        </p:txBody>
      </p:sp>
      <p:sp>
        <p:nvSpPr>
          <p:cNvPr id="117" name="Freeform 6"/>
          <p:cNvSpPr>
            <a:spLocks/>
          </p:cNvSpPr>
          <p:nvPr/>
        </p:nvSpPr>
        <p:spPr bwMode="auto">
          <a:xfrm>
            <a:off x="3107580" y="1195519"/>
            <a:ext cx="1829662" cy="1108421"/>
          </a:xfrm>
          <a:custGeom>
            <a:avLst/>
            <a:gdLst>
              <a:gd name="T0" fmla="*/ 0 w 1692"/>
              <a:gd name="T1" fmla="*/ 809 h 1026"/>
              <a:gd name="T2" fmla="*/ 353 w 1692"/>
              <a:gd name="T3" fmla="*/ 222 h 1026"/>
              <a:gd name="T4" fmla="*/ 1692 w 1692"/>
              <a:gd name="T5" fmla="*/ 495 h 1026"/>
              <a:gd name="T6" fmla="*/ 732 w 1692"/>
              <a:gd name="T7" fmla="*/ 350 h 1026"/>
              <a:gd name="T8" fmla="*/ 418 w 1692"/>
              <a:gd name="T9" fmla="*/ 1026 h 1026"/>
              <a:gd name="T10" fmla="*/ 0 w 1692"/>
              <a:gd name="T11" fmla="*/ 809 h 1026"/>
            </a:gdLst>
            <a:ahLst/>
            <a:cxnLst>
              <a:cxn ang="0">
                <a:pos x="T0" y="T1"/>
              </a:cxn>
              <a:cxn ang="0">
                <a:pos x="T2" y="T3"/>
              </a:cxn>
              <a:cxn ang="0">
                <a:pos x="T4" y="T5"/>
              </a:cxn>
              <a:cxn ang="0">
                <a:pos x="T6" y="T7"/>
              </a:cxn>
              <a:cxn ang="0">
                <a:pos x="T8" y="T9"/>
              </a:cxn>
              <a:cxn ang="0">
                <a:pos x="T10" y="T11"/>
              </a:cxn>
            </a:cxnLst>
            <a:rect l="0" t="0" r="r" b="b"/>
            <a:pathLst>
              <a:path w="1692" h="1026">
                <a:moveTo>
                  <a:pt x="0" y="809"/>
                </a:moveTo>
                <a:cubicBezTo>
                  <a:pt x="22" y="557"/>
                  <a:pt x="136" y="350"/>
                  <a:pt x="353" y="222"/>
                </a:cubicBezTo>
                <a:cubicBezTo>
                  <a:pt x="729" y="0"/>
                  <a:pt x="1234" y="135"/>
                  <a:pt x="1692" y="495"/>
                </a:cubicBezTo>
                <a:cubicBezTo>
                  <a:pt x="1358" y="265"/>
                  <a:pt x="1002" y="190"/>
                  <a:pt x="732" y="350"/>
                </a:cubicBezTo>
                <a:cubicBezTo>
                  <a:pt x="511" y="481"/>
                  <a:pt x="406" y="731"/>
                  <a:pt x="418" y="1026"/>
                </a:cubicBezTo>
                <a:lnTo>
                  <a:pt x="0" y="809"/>
                </a:lnTo>
                <a:close/>
              </a:path>
            </a:pathLst>
          </a:custGeom>
          <a:solidFill>
            <a:schemeClr val="accent1"/>
          </a:solidFill>
          <a:ln w="13" cap="flat">
            <a:noFill/>
            <a:prstDash val="solid"/>
            <a:miter lim="800000"/>
            <a:headEnd/>
            <a:tailEnd/>
          </a:ln>
        </p:spPr>
        <p:txBody>
          <a:bodyPr vert="horz" wrap="square" lIns="68562" tIns="34281" rIns="68562" bIns="34281" numCol="1" anchor="t" anchorCtr="0" compatLnSpc="1">
            <a:prstTxWarp prst="textNoShape">
              <a:avLst/>
            </a:prstTxWarp>
          </a:bodyPr>
          <a:lstStyle/>
          <a:p>
            <a:pPr defTabSz="685611">
              <a:defRPr/>
            </a:pPr>
            <a:endParaRPr lang="en-US" sz="2699" kern="0">
              <a:solidFill>
                <a:sysClr val="windowText" lastClr="000000"/>
              </a:solidFill>
              <a:latin typeface="+mn-lt"/>
              <a:ea typeface="+mn-ea"/>
              <a:cs typeface="+mn-ea"/>
              <a:sym typeface="+mn-lt"/>
            </a:endParaRPr>
          </a:p>
        </p:txBody>
      </p:sp>
      <p:sp>
        <p:nvSpPr>
          <p:cNvPr id="118" name="Freeform 7"/>
          <p:cNvSpPr>
            <a:spLocks/>
          </p:cNvSpPr>
          <p:nvPr/>
        </p:nvSpPr>
        <p:spPr bwMode="auto">
          <a:xfrm>
            <a:off x="3090973" y="2130447"/>
            <a:ext cx="831665" cy="1360017"/>
          </a:xfrm>
          <a:custGeom>
            <a:avLst/>
            <a:gdLst>
              <a:gd name="T0" fmla="*/ 482 w 769"/>
              <a:gd name="T1" fmla="*/ 1260 h 1260"/>
              <a:gd name="T2" fmla="*/ 19 w 769"/>
              <a:gd name="T3" fmla="*/ 0 h 1260"/>
              <a:gd name="T4" fmla="*/ 443 w 769"/>
              <a:gd name="T5" fmla="*/ 220 h 1260"/>
              <a:gd name="T6" fmla="*/ 767 w 769"/>
              <a:gd name="T7" fmla="*/ 1044 h 1260"/>
              <a:gd name="T8" fmla="*/ 769 w 769"/>
              <a:gd name="T9" fmla="*/ 1048 h 1260"/>
              <a:gd name="T10" fmla="*/ 482 w 769"/>
              <a:gd name="T11" fmla="*/ 1260 h 1260"/>
            </a:gdLst>
            <a:ahLst/>
            <a:cxnLst>
              <a:cxn ang="0">
                <a:pos x="T0" y="T1"/>
              </a:cxn>
              <a:cxn ang="0">
                <a:pos x="T2" y="T3"/>
              </a:cxn>
              <a:cxn ang="0">
                <a:pos x="T4" y="T5"/>
              </a:cxn>
              <a:cxn ang="0">
                <a:pos x="T6" y="T7"/>
              </a:cxn>
              <a:cxn ang="0">
                <a:pos x="T8" y="T9"/>
              </a:cxn>
              <a:cxn ang="0">
                <a:pos x="T10" y="T11"/>
              </a:cxn>
            </a:cxnLst>
            <a:rect l="0" t="0" r="r" b="b"/>
            <a:pathLst>
              <a:path w="769" h="1260">
                <a:moveTo>
                  <a:pt x="482" y="1260"/>
                </a:moveTo>
                <a:cubicBezTo>
                  <a:pt x="167" y="821"/>
                  <a:pt x="0" y="367"/>
                  <a:pt x="19" y="0"/>
                </a:cubicBezTo>
                <a:lnTo>
                  <a:pt x="443" y="220"/>
                </a:lnTo>
                <a:cubicBezTo>
                  <a:pt x="463" y="481"/>
                  <a:pt x="571" y="772"/>
                  <a:pt x="767" y="1044"/>
                </a:cubicBezTo>
                <a:lnTo>
                  <a:pt x="769" y="1048"/>
                </a:lnTo>
                <a:lnTo>
                  <a:pt x="482" y="1260"/>
                </a:lnTo>
                <a:close/>
              </a:path>
            </a:pathLst>
          </a:custGeom>
          <a:solidFill>
            <a:schemeClr val="accent2"/>
          </a:solidFill>
          <a:ln w="13" cap="flat">
            <a:noFill/>
            <a:prstDash val="solid"/>
            <a:miter lim="800000"/>
            <a:headEnd/>
            <a:tailEnd/>
          </a:ln>
        </p:spPr>
        <p:txBody>
          <a:bodyPr vert="horz" wrap="square" lIns="68562" tIns="34281" rIns="68562" bIns="34281" numCol="1" anchor="t" anchorCtr="0" compatLnSpc="1">
            <a:prstTxWarp prst="textNoShape">
              <a:avLst/>
            </a:prstTxWarp>
          </a:bodyPr>
          <a:lstStyle/>
          <a:p>
            <a:pPr defTabSz="685611">
              <a:defRPr/>
            </a:pPr>
            <a:endParaRPr lang="en-US" sz="2699" kern="0">
              <a:solidFill>
                <a:sysClr val="windowText" lastClr="000000"/>
              </a:solidFill>
              <a:latin typeface="+mn-lt"/>
              <a:ea typeface="+mn-ea"/>
              <a:cs typeface="+mn-ea"/>
              <a:sym typeface="+mn-lt"/>
            </a:endParaRPr>
          </a:p>
        </p:txBody>
      </p:sp>
      <p:sp>
        <p:nvSpPr>
          <p:cNvPr id="119" name="Freeform 8"/>
          <p:cNvSpPr>
            <a:spLocks/>
          </p:cNvSpPr>
          <p:nvPr/>
        </p:nvSpPr>
        <p:spPr bwMode="auto">
          <a:xfrm>
            <a:off x="3634700" y="3291982"/>
            <a:ext cx="1079067" cy="1109818"/>
          </a:xfrm>
          <a:custGeom>
            <a:avLst/>
            <a:gdLst>
              <a:gd name="T0" fmla="*/ 979 w 998"/>
              <a:gd name="T1" fmla="*/ 1027 h 1027"/>
              <a:gd name="T2" fmla="*/ 0 w 998"/>
              <a:gd name="T3" fmla="*/ 212 h 1027"/>
              <a:gd name="T4" fmla="*/ 287 w 998"/>
              <a:gd name="T5" fmla="*/ 0 h 1027"/>
              <a:gd name="T6" fmla="*/ 998 w 998"/>
              <a:gd name="T7" fmla="*/ 585 h 1027"/>
              <a:gd name="T8" fmla="*/ 979 w 998"/>
              <a:gd name="T9" fmla="*/ 1027 h 1027"/>
            </a:gdLst>
            <a:ahLst/>
            <a:cxnLst>
              <a:cxn ang="0">
                <a:pos x="T0" y="T1"/>
              </a:cxn>
              <a:cxn ang="0">
                <a:pos x="T2" y="T3"/>
              </a:cxn>
              <a:cxn ang="0">
                <a:pos x="T4" y="T5"/>
              </a:cxn>
              <a:cxn ang="0">
                <a:pos x="T6" y="T7"/>
              </a:cxn>
              <a:cxn ang="0">
                <a:pos x="T8" y="T9"/>
              </a:cxn>
            </a:cxnLst>
            <a:rect l="0" t="0" r="r" b="b"/>
            <a:pathLst>
              <a:path w="998" h="1027">
                <a:moveTo>
                  <a:pt x="979" y="1027"/>
                </a:moveTo>
                <a:cubicBezTo>
                  <a:pt x="635" y="881"/>
                  <a:pt x="284" y="598"/>
                  <a:pt x="0" y="212"/>
                </a:cubicBezTo>
                <a:lnTo>
                  <a:pt x="287" y="0"/>
                </a:lnTo>
                <a:cubicBezTo>
                  <a:pt x="488" y="269"/>
                  <a:pt x="742" y="470"/>
                  <a:pt x="998" y="585"/>
                </a:cubicBezTo>
                <a:lnTo>
                  <a:pt x="979" y="1027"/>
                </a:lnTo>
                <a:close/>
              </a:path>
            </a:pathLst>
          </a:custGeom>
          <a:solidFill>
            <a:schemeClr val="accent3"/>
          </a:solidFill>
          <a:ln w="13" cap="flat">
            <a:noFill/>
            <a:prstDash val="solid"/>
            <a:miter lim="800000"/>
            <a:headEnd/>
            <a:tailEnd/>
          </a:ln>
        </p:spPr>
        <p:txBody>
          <a:bodyPr vert="horz" wrap="square" lIns="68562" tIns="34281" rIns="68562" bIns="34281" numCol="1" anchor="t" anchorCtr="0" compatLnSpc="1">
            <a:prstTxWarp prst="textNoShape">
              <a:avLst/>
            </a:prstTxWarp>
          </a:bodyPr>
          <a:lstStyle/>
          <a:p>
            <a:pPr defTabSz="685611">
              <a:defRPr/>
            </a:pPr>
            <a:endParaRPr lang="en-US" sz="2699" kern="0">
              <a:solidFill>
                <a:sysClr val="windowText" lastClr="000000"/>
              </a:solidFill>
              <a:latin typeface="+mn-lt"/>
              <a:ea typeface="+mn-ea"/>
              <a:cs typeface="+mn-ea"/>
              <a:sym typeface="+mn-lt"/>
            </a:endParaRPr>
          </a:p>
        </p:txBody>
      </p:sp>
      <p:sp>
        <p:nvSpPr>
          <p:cNvPr id="120" name="Freeform 9"/>
          <p:cNvSpPr>
            <a:spLocks/>
          </p:cNvSpPr>
          <p:nvPr/>
        </p:nvSpPr>
        <p:spPr bwMode="auto">
          <a:xfrm>
            <a:off x="4731938" y="3891620"/>
            <a:ext cx="1220241" cy="673718"/>
          </a:xfrm>
          <a:custGeom>
            <a:avLst/>
            <a:gdLst>
              <a:gd name="T0" fmla="*/ 1128 w 1128"/>
              <a:gd name="T1" fmla="*/ 199 h 624"/>
              <a:gd name="T2" fmla="*/ 844 w 1128"/>
              <a:gd name="T3" fmla="*/ 504 h 624"/>
              <a:gd name="T4" fmla="*/ 0 w 1128"/>
              <a:gd name="T5" fmla="*/ 487 h 624"/>
              <a:gd name="T6" fmla="*/ 19 w 1128"/>
              <a:gd name="T7" fmla="*/ 45 h 624"/>
              <a:gd name="T8" fmla="*/ 802 w 1128"/>
              <a:gd name="T9" fmla="*/ 46 h 624"/>
              <a:gd name="T10" fmla="*/ 868 w 1128"/>
              <a:gd name="T11" fmla="*/ 0 h 624"/>
              <a:gd name="T12" fmla="*/ 1128 w 1128"/>
              <a:gd name="T13" fmla="*/ 199 h 624"/>
            </a:gdLst>
            <a:ahLst/>
            <a:cxnLst>
              <a:cxn ang="0">
                <a:pos x="T0" y="T1"/>
              </a:cxn>
              <a:cxn ang="0">
                <a:pos x="T2" y="T3"/>
              </a:cxn>
              <a:cxn ang="0">
                <a:pos x="T4" y="T5"/>
              </a:cxn>
              <a:cxn ang="0">
                <a:pos x="T6" y="T7"/>
              </a:cxn>
              <a:cxn ang="0">
                <a:pos x="T8" y="T9"/>
              </a:cxn>
              <a:cxn ang="0">
                <a:pos x="T10" y="T11"/>
              </a:cxn>
              <a:cxn ang="0">
                <a:pos x="T12" y="T13"/>
              </a:cxn>
            </a:cxnLst>
            <a:rect l="0" t="0" r="r" b="b"/>
            <a:pathLst>
              <a:path w="1128" h="624">
                <a:moveTo>
                  <a:pt x="1128" y="199"/>
                </a:moveTo>
                <a:cubicBezTo>
                  <a:pt x="1069" y="332"/>
                  <a:pt x="975" y="438"/>
                  <a:pt x="844" y="504"/>
                </a:cubicBezTo>
                <a:cubicBezTo>
                  <a:pt x="607" y="624"/>
                  <a:pt x="307" y="610"/>
                  <a:pt x="0" y="487"/>
                </a:cubicBezTo>
                <a:lnTo>
                  <a:pt x="19" y="45"/>
                </a:lnTo>
                <a:cubicBezTo>
                  <a:pt x="303" y="163"/>
                  <a:pt x="587" y="173"/>
                  <a:pt x="802" y="46"/>
                </a:cubicBezTo>
                <a:cubicBezTo>
                  <a:pt x="826" y="32"/>
                  <a:pt x="848" y="16"/>
                  <a:pt x="868" y="0"/>
                </a:cubicBezTo>
                <a:lnTo>
                  <a:pt x="1128" y="199"/>
                </a:lnTo>
                <a:close/>
              </a:path>
            </a:pathLst>
          </a:custGeom>
          <a:solidFill>
            <a:schemeClr val="accent4"/>
          </a:solidFill>
          <a:ln w="13" cap="flat">
            <a:noFill/>
            <a:prstDash val="solid"/>
            <a:miter lim="800000"/>
            <a:headEnd/>
            <a:tailEnd/>
          </a:ln>
        </p:spPr>
        <p:txBody>
          <a:bodyPr vert="horz" wrap="square" lIns="68562" tIns="34281" rIns="68562" bIns="34281" numCol="1" anchor="t" anchorCtr="0" compatLnSpc="1">
            <a:prstTxWarp prst="textNoShape">
              <a:avLst/>
            </a:prstTxWarp>
          </a:bodyPr>
          <a:lstStyle/>
          <a:p>
            <a:pPr defTabSz="685611">
              <a:defRPr/>
            </a:pPr>
            <a:endParaRPr lang="en-US" sz="2699" kern="0">
              <a:solidFill>
                <a:sysClr val="windowText" lastClr="000000"/>
              </a:solidFill>
              <a:latin typeface="+mn-lt"/>
              <a:ea typeface="+mn-ea"/>
              <a:cs typeface="+mn-ea"/>
              <a:sym typeface="+mn-lt"/>
            </a:endParaRPr>
          </a:p>
        </p:txBody>
      </p:sp>
      <p:sp>
        <p:nvSpPr>
          <p:cNvPr id="121" name="Freeform 10"/>
          <p:cNvSpPr>
            <a:spLocks/>
          </p:cNvSpPr>
          <p:nvPr/>
        </p:nvSpPr>
        <p:spPr bwMode="auto">
          <a:xfrm>
            <a:off x="5700583" y="2699333"/>
            <a:ext cx="399759" cy="1371199"/>
          </a:xfrm>
          <a:custGeom>
            <a:avLst/>
            <a:gdLst>
              <a:gd name="T0" fmla="*/ 41 w 370"/>
              <a:gd name="T1" fmla="*/ 0 h 1269"/>
              <a:gd name="T2" fmla="*/ 245 w 370"/>
              <a:gd name="T3" fmla="*/ 1269 h 1269"/>
              <a:gd name="T4" fmla="*/ 0 w 370"/>
              <a:gd name="T5" fmla="*/ 1081 h 1269"/>
              <a:gd name="T6" fmla="*/ 41 w 370"/>
              <a:gd name="T7" fmla="*/ 0 h 1269"/>
            </a:gdLst>
            <a:ahLst/>
            <a:cxnLst>
              <a:cxn ang="0">
                <a:pos x="T0" y="T1"/>
              </a:cxn>
              <a:cxn ang="0">
                <a:pos x="T2" y="T3"/>
              </a:cxn>
              <a:cxn ang="0">
                <a:pos x="T4" y="T5"/>
              </a:cxn>
              <a:cxn ang="0">
                <a:pos x="T6" y="T7"/>
              </a:cxn>
            </a:cxnLst>
            <a:rect l="0" t="0" r="r" b="b"/>
            <a:pathLst>
              <a:path w="370" h="1269">
                <a:moveTo>
                  <a:pt x="41" y="0"/>
                </a:moveTo>
                <a:cubicBezTo>
                  <a:pt x="296" y="467"/>
                  <a:pt x="370" y="943"/>
                  <a:pt x="245" y="1269"/>
                </a:cubicBezTo>
                <a:lnTo>
                  <a:pt x="0" y="1081"/>
                </a:lnTo>
                <a:cubicBezTo>
                  <a:pt x="252" y="854"/>
                  <a:pt x="250" y="437"/>
                  <a:pt x="41" y="0"/>
                </a:cubicBezTo>
                <a:close/>
              </a:path>
            </a:pathLst>
          </a:custGeom>
          <a:solidFill>
            <a:schemeClr val="accent5"/>
          </a:solidFill>
          <a:ln w="13" cap="flat">
            <a:noFill/>
            <a:prstDash val="solid"/>
            <a:miter lim="800000"/>
            <a:headEnd/>
            <a:tailEnd/>
          </a:ln>
        </p:spPr>
        <p:txBody>
          <a:bodyPr vert="horz" wrap="square" lIns="68562" tIns="34281" rIns="68562" bIns="34281" numCol="1" anchor="t" anchorCtr="0" compatLnSpc="1">
            <a:prstTxWarp prst="textNoShape">
              <a:avLst/>
            </a:prstTxWarp>
          </a:bodyPr>
          <a:lstStyle/>
          <a:p>
            <a:pPr defTabSz="685611">
              <a:defRPr/>
            </a:pPr>
            <a:endParaRPr lang="en-US" sz="2699" kern="0">
              <a:solidFill>
                <a:sysClr val="windowText" lastClr="000000"/>
              </a:solidFill>
              <a:latin typeface="+mn-lt"/>
              <a:ea typeface="+mn-ea"/>
              <a:cs typeface="+mn-ea"/>
              <a:sym typeface="+mn-lt"/>
            </a:endParaRPr>
          </a:p>
        </p:txBody>
      </p:sp>
      <p:sp>
        <p:nvSpPr>
          <p:cNvPr id="122" name="TextBox 11"/>
          <p:cNvSpPr txBox="1"/>
          <p:nvPr/>
        </p:nvSpPr>
        <p:spPr>
          <a:xfrm>
            <a:off x="3281254" y="1746891"/>
            <a:ext cx="247217" cy="230832"/>
          </a:xfrm>
          <a:prstGeom prst="rect">
            <a:avLst/>
          </a:prstGeom>
          <a:noFill/>
        </p:spPr>
        <p:txBody>
          <a:bodyPr wrap="square" lIns="0" tIns="0" rIns="0" bIns="0" rtlCol="0" anchor="ctr" anchorCtr="1">
            <a:spAutoFit/>
          </a:bodyPr>
          <a:lstStyle/>
          <a:p>
            <a:pPr defTabSz="685611">
              <a:defRPr/>
            </a:pPr>
            <a:r>
              <a:rPr lang="en-US" sz="1500" b="1" kern="0" dirty="0">
                <a:solidFill>
                  <a:srgbClr val="FFFFFF"/>
                </a:solidFill>
                <a:latin typeface="+mn-lt"/>
                <a:ea typeface="+mn-ea"/>
                <a:cs typeface="+mn-ea"/>
                <a:sym typeface="+mn-lt"/>
              </a:rPr>
              <a:t>1</a:t>
            </a:r>
          </a:p>
        </p:txBody>
      </p:sp>
      <p:sp>
        <p:nvSpPr>
          <p:cNvPr id="123" name="TextBox 12"/>
          <p:cNvSpPr txBox="1"/>
          <p:nvPr/>
        </p:nvSpPr>
        <p:spPr>
          <a:xfrm>
            <a:off x="3376301" y="2753275"/>
            <a:ext cx="247217" cy="230832"/>
          </a:xfrm>
          <a:prstGeom prst="rect">
            <a:avLst/>
          </a:prstGeom>
          <a:noFill/>
        </p:spPr>
        <p:txBody>
          <a:bodyPr wrap="square" lIns="0" tIns="0" rIns="0" bIns="0" rtlCol="0" anchor="ctr" anchorCtr="1">
            <a:spAutoFit/>
          </a:bodyPr>
          <a:lstStyle/>
          <a:p>
            <a:pPr defTabSz="685611">
              <a:defRPr/>
            </a:pPr>
            <a:r>
              <a:rPr lang="en-US" sz="1500" b="1" kern="0" dirty="0">
                <a:solidFill>
                  <a:srgbClr val="FFFFFF"/>
                </a:solidFill>
                <a:latin typeface="+mn-lt"/>
                <a:ea typeface="+mn-ea"/>
                <a:cs typeface="+mn-ea"/>
                <a:sym typeface="+mn-lt"/>
              </a:rPr>
              <a:t>2</a:t>
            </a:r>
          </a:p>
        </p:txBody>
      </p:sp>
      <p:sp>
        <p:nvSpPr>
          <p:cNvPr id="156" name="TextBox 13"/>
          <p:cNvSpPr txBox="1"/>
          <p:nvPr/>
        </p:nvSpPr>
        <p:spPr>
          <a:xfrm>
            <a:off x="4080770" y="3714930"/>
            <a:ext cx="247217" cy="230832"/>
          </a:xfrm>
          <a:prstGeom prst="rect">
            <a:avLst/>
          </a:prstGeom>
          <a:noFill/>
        </p:spPr>
        <p:txBody>
          <a:bodyPr wrap="square" lIns="0" tIns="0" rIns="0" bIns="0" rtlCol="0" anchor="ctr" anchorCtr="1">
            <a:spAutoFit/>
          </a:bodyPr>
          <a:lstStyle/>
          <a:p>
            <a:pPr defTabSz="685611">
              <a:defRPr/>
            </a:pPr>
            <a:r>
              <a:rPr lang="en-US" sz="1500" b="1" kern="0" dirty="0">
                <a:solidFill>
                  <a:srgbClr val="FFFFFF"/>
                </a:solidFill>
                <a:latin typeface="+mn-lt"/>
                <a:ea typeface="+mn-ea"/>
                <a:cs typeface="+mn-ea"/>
                <a:sym typeface="+mn-lt"/>
              </a:rPr>
              <a:t>3</a:t>
            </a:r>
          </a:p>
        </p:txBody>
      </p:sp>
      <p:sp>
        <p:nvSpPr>
          <p:cNvPr id="157" name="TextBox 14"/>
          <p:cNvSpPr txBox="1"/>
          <p:nvPr/>
        </p:nvSpPr>
        <p:spPr>
          <a:xfrm>
            <a:off x="5215747" y="4151030"/>
            <a:ext cx="247217" cy="230832"/>
          </a:xfrm>
          <a:prstGeom prst="rect">
            <a:avLst/>
          </a:prstGeom>
          <a:noFill/>
        </p:spPr>
        <p:txBody>
          <a:bodyPr wrap="square" lIns="0" tIns="0" rIns="0" bIns="0" rtlCol="0" anchor="ctr" anchorCtr="1">
            <a:spAutoFit/>
          </a:bodyPr>
          <a:lstStyle/>
          <a:p>
            <a:pPr defTabSz="685611">
              <a:defRPr/>
            </a:pPr>
            <a:r>
              <a:rPr lang="en-US" sz="1500" b="1" kern="0" dirty="0">
                <a:solidFill>
                  <a:srgbClr val="FFFFFF"/>
                </a:solidFill>
                <a:latin typeface="+mn-lt"/>
                <a:ea typeface="+mn-ea"/>
                <a:cs typeface="+mn-ea"/>
                <a:sym typeface="+mn-lt"/>
              </a:rPr>
              <a:t>4</a:t>
            </a:r>
          </a:p>
        </p:txBody>
      </p:sp>
      <p:sp>
        <p:nvSpPr>
          <p:cNvPr id="158" name="TextBox 15"/>
          <p:cNvSpPr txBox="1"/>
          <p:nvPr/>
        </p:nvSpPr>
        <p:spPr>
          <a:xfrm>
            <a:off x="5774850" y="3686976"/>
            <a:ext cx="247217" cy="230832"/>
          </a:xfrm>
          <a:prstGeom prst="rect">
            <a:avLst/>
          </a:prstGeom>
          <a:noFill/>
        </p:spPr>
        <p:txBody>
          <a:bodyPr wrap="square" lIns="0" tIns="0" rIns="0" bIns="0" rtlCol="0" anchor="ctr" anchorCtr="1">
            <a:spAutoFit/>
          </a:bodyPr>
          <a:lstStyle/>
          <a:p>
            <a:pPr defTabSz="685611">
              <a:defRPr/>
            </a:pPr>
            <a:r>
              <a:rPr lang="en-US" sz="1500" b="1" kern="0" dirty="0">
                <a:solidFill>
                  <a:srgbClr val="FFFFFF"/>
                </a:solidFill>
                <a:latin typeface="+mn-lt"/>
                <a:ea typeface="+mn-ea"/>
                <a:cs typeface="+mn-ea"/>
                <a:sym typeface="+mn-lt"/>
              </a:rPr>
              <a:t>5</a:t>
            </a:r>
          </a:p>
        </p:txBody>
      </p:sp>
      <p:sp>
        <p:nvSpPr>
          <p:cNvPr id="159" name="TextBox 26"/>
          <p:cNvSpPr txBox="1"/>
          <p:nvPr/>
        </p:nvSpPr>
        <p:spPr>
          <a:xfrm>
            <a:off x="1964279" y="1448418"/>
            <a:ext cx="954108" cy="323165"/>
          </a:xfrm>
          <a:prstGeom prst="rect">
            <a:avLst/>
          </a:prstGeom>
          <a:solidFill>
            <a:schemeClr val="accent1"/>
          </a:solidFill>
        </p:spPr>
        <p:txBody>
          <a:bodyPr wrap="none" rtlCol="0">
            <a:spAutoFit/>
          </a:bodyPr>
          <a:lstStyle/>
          <a:p>
            <a:pPr algn="r"/>
            <a:r>
              <a:rPr lang="zh-CN" altLang="en-US" sz="1500" dirty="0">
                <a:solidFill>
                  <a:schemeClr val="bg1"/>
                </a:solidFill>
                <a:latin typeface="+mn-lt"/>
                <a:ea typeface="+mn-ea"/>
                <a:cs typeface="+mn-ea"/>
                <a:sym typeface="+mn-lt"/>
              </a:rPr>
              <a:t>活跃气氛</a:t>
            </a:r>
          </a:p>
        </p:txBody>
      </p:sp>
      <p:sp>
        <p:nvSpPr>
          <p:cNvPr id="160" name="Rectangle 27"/>
          <p:cNvSpPr/>
          <p:nvPr/>
        </p:nvSpPr>
        <p:spPr>
          <a:xfrm>
            <a:off x="828378" y="1822847"/>
            <a:ext cx="2148841" cy="437749"/>
          </a:xfrm>
          <a:prstGeom prst="rect">
            <a:avLst/>
          </a:prstGeom>
        </p:spPr>
        <p:txBody>
          <a:bodyPr wrap="square">
            <a:spAutoFit/>
          </a:bodyPr>
          <a:lstStyle/>
          <a:p>
            <a:pPr algn="r">
              <a:lnSpc>
                <a:spcPct val="150000"/>
              </a:lnSpc>
            </a:pPr>
            <a:r>
              <a:rPr lang="zh-CN" altLang="en-US" sz="800" dirty="0">
                <a:solidFill>
                  <a:schemeClr val="bg1">
                    <a:lumMod val="65000"/>
                  </a:schemeClr>
                </a:solidFill>
                <a:latin typeface="+mn-lt"/>
                <a:ea typeface="+mn-ea"/>
                <a:cs typeface="+mn-ea"/>
                <a:sym typeface="+mn-lt"/>
              </a:rPr>
              <a:t>此处添加详细文本描述，建议与标题相关并符合整体语言风格，</a:t>
            </a:r>
          </a:p>
        </p:txBody>
      </p:sp>
      <p:sp>
        <p:nvSpPr>
          <p:cNvPr id="161" name="TextBox 28"/>
          <p:cNvSpPr txBox="1"/>
          <p:nvPr/>
        </p:nvSpPr>
        <p:spPr>
          <a:xfrm>
            <a:off x="2066940" y="2531909"/>
            <a:ext cx="954108" cy="323165"/>
          </a:xfrm>
          <a:prstGeom prst="rect">
            <a:avLst/>
          </a:prstGeom>
          <a:solidFill>
            <a:schemeClr val="accent2"/>
          </a:solidFill>
        </p:spPr>
        <p:txBody>
          <a:bodyPr wrap="none" rtlCol="0">
            <a:spAutoFit/>
          </a:bodyPr>
          <a:lstStyle/>
          <a:p>
            <a:pPr algn="r"/>
            <a:r>
              <a:rPr lang="zh-CN" altLang="en-US" sz="1500" dirty="0">
                <a:solidFill>
                  <a:schemeClr val="bg1"/>
                </a:solidFill>
                <a:latin typeface="+mn-lt"/>
                <a:ea typeface="+mn-ea"/>
                <a:cs typeface="+mn-ea"/>
                <a:sym typeface="+mn-lt"/>
              </a:rPr>
              <a:t>维护秩序</a:t>
            </a:r>
          </a:p>
        </p:txBody>
      </p:sp>
      <p:sp>
        <p:nvSpPr>
          <p:cNvPr id="162" name="Rectangle 29"/>
          <p:cNvSpPr/>
          <p:nvPr/>
        </p:nvSpPr>
        <p:spPr>
          <a:xfrm>
            <a:off x="914743" y="2851361"/>
            <a:ext cx="2123295" cy="437749"/>
          </a:xfrm>
          <a:prstGeom prst="rect">
            <a:avLst/>
          </a:prstGeom>
        </p:spPr>
        <p:txBody>
          <a:bodyPr wrap="square">
            <a:spAutoFit/>
          </a:bodyPr>
          <a:lstStyle/>
          <a:p>
            <a:pPr algn="r">
              <a:lnSpc>
                <a:spcPct val="150000"/>
              </a:lnSpc>
            </a:pPr>
            <a:r>
              <a:rPr lang="zh-CN" altLang="en-US" sz="800" dirty="0">
                <a:solidFill>
                  <a:schemeClr val="bg1">
                    <a:lumMod val="65000"/>
                  </a:schemeClr>
                </a:solidFill>
                <a:latin typeface="+mn-lt"/>
                <a:ea typeface="+mn-ea"/>
                <a:cs typeface="+mn-ea"/>
                <a:sym typeface="+mn-lt"/>
              </a:rPr>
              <a:t>此处添加详细文本描述，建议与标题相关并符合整体语言风格，</a:t>
            </a:r>
          </a:p>
        </p:txBody>
      </p:sp>
      <p:sp>
        <p:nvSpPr>
          <p:cNvPr id="163" name="TextBox 30"/>
          <p:cNvSpPr txBox="1"/>
          <p:nvPr/>
        </p:nvSpPr>
        <p:spPr>
          <a:xfrm>
            <a:off x="2300337" y="3534738"/>
            <a:ext cx="954108" cy="323165"/>
          </a:xfrm>
          <a:prstGeom prst="rect">
            <a:avLst/>
          </a:prstGeom>
          <a:solidFill>
            <a:schemeClr val="accent3"/>
          </a:solidFill>
        </p:spPr>
        <p:txBody>
          <a:bodyPr wrap="none" rtlCol="0">
            <a:spAutoFit/>
          </a:bodyPr>
          <a:lstStyle/>
          <a:p>
            <a:pPr algn="r"/>
            <a:r>
              <a:rPr lang="zh-CN" altLang="en-US" sz="1500" dirty="0">
                <a:solidFill>
                  <a:schemeClr val="bg1"/>
                </a:solidFill>
                <a:latin typeface="+mn-lt"/>
                <a:ea typeface="+mn-ea"/>
                <a:cs typeface="+mn-ea"/>
                <a:sym typeface="+mn-lt"/>
              </a:rPr>
              <a:t>嘉宾接待</a:t>
            </a:r>
          </a:p>
        </p:txBody>
      </p:sp>
      <p:sp>
        <p:nvSpPr>
          <p:cNvPr id="164" name="Rectangle 31"/>
          <p:cNvSpPr/>
          <p:nvPr/>
        </p:nvSpPr>
        <p:spPr>
          <a:xfrm>
            <a:off x="1284916" y="3848970"/>
            <a:ext cx="2024039" cy="437749"/>
          </a:xfrm>
          <a:prstGeom prst="rect">
            <a:avLst/>
          </a:prstGeom>
        </p:spPr>
        <p:txBody>
          <a:bodyPr wrap="square">
            <a:spAutoFit/>
          </a:bodyPr>
          <a:lstStyle/>
          <a:p>
            <a:pPr algn="r">
              <a:lnSpc>
                <a:spcPct val="150000"/>
              </a:lnSpc>
            </a:pPr>
            <a:r>
              <a:rPr lang="zh-CN" altLang="en-US" sz="800" dirty="0">
                <a:solidFill>
                  <a:schemeClr val="bg1">
                    <a:lumMod val="65000"/>
                  </a:schemeClr>
                </a:solidFill>
                <a:latin typeface="+mn-lt"/>
                <a:ea typeface="+mn-ea"/>
                <a:cs typeface="+mn-ea"/>
                <a:sym typeface="+mn-lt"/>
              </a:rPr>
              <a:t>此处添加详细文本描述，建议与标题相关并符合整体语言风格，</a:t>
            </a:r>
          </a:p>
        </p:txBody>
      </p:sp>
      <p:sp>
        <p:nvSpPr>
          <p:cNvPr id="175" name="TextBox 32"/>
          <p:cNvSpPr txBox="1"/>
          <p:nvPr/>
        </p:nvSpPr>
        <p:spPr>
          <a:xfrm>
            <a:off x="6284431" y="3508648"/>
            <a:ext cx="954107" cy="323165"/>
          </a:xfrm>
          <a:prstGeom prst="rect">
            <a:avLst/>
          </a:prstGeom>
          <a:solidFill>
            <a:schemeClr val="accent4"/>
          </a:solidFill>
        </p:spPr>
        <p:txBody>
          <a:bodyPr wrap="none" rtlCol="0">
            <a:spAutoFit/>
          </a:bodyPr>
          <a:lstStyle/>
          <a:p>
            <a:r>
              <a:rPr lang="zh-CN" altLang="en-US" sz="1500" dirty="0">
                <a:solidFill>
                  <a:schemeClr val="bg1"/>
                </a:solidFill>
                <a:latin typeface="+mn-lt"/>
                <a:ea typeface="+mn-ea"/>
                <a:cs typeface="+mn-ea"/>
                <a:sym typeface="+mn-lt"/>
              </a:rPr>
              <a:t>紧急应变</a:t>
            </a:r>
          </a:p>
        </p:txBody>
      </p:sp>
      <p:sp>
        <p:nvSpPr>
          <p:cNvPr id="176" name="Rectangle 33"/>
          <p:cNvSpPr/>
          <p:nvPr/>
        </p:nvSpPr>
        <p:spPr>
          <a:xfrm>
            <a:off x="6200811" y="3887632"/>
            <a:ext cx="2010245" cy="437749"/>
          </a:xfrm>
          <a:prstGeom prst="rect">
            <a:avLst/>
          </a:prstGeom>
        </p:spPr>
        <p:txBody>
          <a:bodyPr wrap="square">
            <a:spAutoFit/>
          </a:bodyPr>
          <a:lstStyle/>
          <a:p>
            <a:pPr>
              <a:lnSpc>
                <a:spcPct val="150000"/>
              </a:lnSpc>
            </a:pPr>
            <a:r>
              <a:rPr lang="zh-CN" altLang="en-US" sz="800" dirty="0">
                <a:solidFill>
                  <a:schemeClr val="bg1">
                    <a:lumMod val="65000"/>
                  </a:schemeClr>
                </a:solidFill>
                <a:latin typeface="+mn-lt"/>
                <a:ea typeface="+mn-ea"/>
                <a:cs typeface="+mn-ea"/>
                <a:sym typeface="+mn-lt"/>
              </a:rPr>
              <a:t>此处添加详细文本描述，建议与标题相关并符合整体语言风格，</a:t>
            </a:r>
          </a:p>
        </p:txBody>
      </p:sp>
      <p:sp>
        <p:nvSpPr>
          <p:cNvPr id="177" name="TextBox 34"/>
          <p:cNvSpPr txBox="1"/>
          <p:nvPr/>
        </p:nvSpPr>
        <p:spPr>
          <a:xfrm>
            <a:off x="6284431" y="2259835"/>
            <a:ext cx="954107" cy="323165"/>
          </a:xfrm>
          <a:prstGeom prst="rect">
            <a:avLst/>
          </a:prstGeom>
          <a:solidFill>
            <a:schemeClr val="accent5"/>
          </a:solidFill>
        </p:spPr>
        <p:txBody>
          <a:bodyPr wrap="none" rtlCol="0">
            <a:spAutoFit/>
          </a:bodyPr>
          <a:lstStyle/>
          <a:p>
            <a:r>
              <a:rPr lang="zh-CN" altLang="en-US" sz="1500" dirty="0">
                <a:solidFill>
                  <a:schemeClr val="bg1"/>
                </a:solidFill>
                <a:latin typeface="+mn-lt"/>
                <a:ea typeface="+mn-ea"/>
                <a:cs typeface="+mn-ea"/>
                <a:sym typeface="+mn-lt"/>
              </a:rPr>
              <a:t>人员协调</a:t>
            </a:r>
          </a:p>
        </p:txBody>
      </p:sp>
      <p:sp>
        <p:nvSpPr>
          <p:cNvPr id="178" name="Rectangle 35"/>
          <p:cNvSpPr/>
          <p:nvPr/>
        </p:nvSpPr>
        <p:spPr>
          <a:xfrm>
            <a:off x="6196845" y="2644552"/>
            <a:ext cx="2010245" cy="437749"/>
          </a:xfrm>
          <a:prstGeom prst="rect">
            <a:avLst/>
          </a:prstGeom>
        </p:spPr>
        <p:txBody>
          <a:bodyPr wrap="square">
            <a:spAutoFit/>
          </a:bodyPr>
          <a:lstStyle/>
          <a:p>
            <a:pPr>
              <a:lnSpc>
                <a:spcPct val="150000"/>
              </a:lnSpc>
            </a:pPr>
            <a:r>
              <a:rPr lang="zh-CN" altLang="en-US" sz="800" dirty="0">
                <a:solidFill>
                  <a:schemeClr val="bg1">
                    <a:lumMod val="65000"/>
                  </a:schemeClr>
                </a:solidFill>
                <a:latin typeface="+mn-lt"/>
                <a:ea typeface="+mn-ea"/>
                <a:cs typeface="+mn-ea"/>
                <a:sym typeface="+mn-lt"/>
              </a:rPr>
              <a:t>此处添加详细文本描述，建议与标题相关并符合整体语言风格，</a:t>
            </a:r>
          </a:p>
        </p:txBody>
      </p:sp>
      <p:grpSp>
        <p:nvGrpSpPr>
          <p:cNvPr id="10" name="组合 9">
            <a:extLst>
              <a:ext uri="{FF2B5EF4-FFF2-40B4-BE49-F238E27FC236}">
                <a16:creationId xmlns:a16="http://schemas.microsoft.com/office/drawing/2014/main" id="{CC5F8258-84AC-35B4-E8DA-1B75E52B8CA9}"/>
              </a:ext>
            </a:extLst>
          </p:cNvPr>
          <p:cNvGrpSpPr/>
          <p:nvPr/>
        </p:nvGrpSpPr>
        <p:grpSpPr>
          <a:xfrm>
            <a:off x="4572794" y="0"/>
            <a:ext cx="4598149" cy="488896"/>
            <a:chOff x="5295273" y="122395"/>
            <a:chExt cx="3946796" cy="355983"/>
          </a:xfrm>
          <a:gradFill flip="none" rotWithShape="1">
            <a:gsLst>
              <a:gs pos="74000">
                <a:schemeClr val="accent2">
                  <a:lumMod val="75000"/>
                </a:schemeClr>
              </a:gs>
              <a:gs pos="100000">
                <a:schemeClr val="bg1">
                  <a:lumMod val="95000"/>
                </a:schemeClr>
              </a:gs>
            </a:gsLst>
            <a:path path="circle">
              <a:fillToRect l="50000" t="130000" r="50000" b="-30000"/>
            </a:path>
            <a:tileRect/>
          </a:gradFill>
        </p:grpSpPr>
        <p:sp>
          <p:nvSpPr>
            <p:cNvPr id="11" name="矩形 10">
              <a:extLst>
                <a:ext uri="{FF2B5EF4-FFF2-40B4-BE49-F238E27FC236}">
                  <a16:creationId xmlns:a16="http://schemas.microsoft.com/office/drawing/2014/main" id="{71AD5172-76E4-54C1-A9C0-3CDB94590913}"/>
                </a:ext>
              </a:extLst>
            </p:cNvPr>
            <p:cNvSpPr/>
            <p:nvPr/>
          </p:nvSpPr>
          <p:spPr>
            <a:xfrm>
              <a:off x="5295273" y="122395"/>
              <a:ext cx="3946796" cy="35598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dirty="0">
                <a:solidFill>
                  <a:schemeClr val="bg1"/>
                </a:solidFill>
                <a:highlight>
                  <a:srgbClr val="FFFF00"/>
                </a:highlight>
                <a:sym typeface="+mn-ea"/>
              </a:endParaRPr>
            </a:p>
          </p:txBody>
        </p:sp>
        <p:pic>
          <p:nvPicPr>
            <p:cNvPr id="12" name="图片 11">
              <a:extLst>
                <a:ext uri="{FF2B5EF4-FFF2-40B4-BE49-F238E27FC236}">
                  <a16:creationId xmlns:a16="http://schemas.microsoft.com/office/drawing/2014/main" id="{17B21F02-CD6E-8DD0-7A88-9374E77C471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54218" y="140450"/>
              <a:ext cx="1819100" cy="337927"/>
            </a:xfrm>
            <a:prstGeom prst="rect">
              <a:avLst/>
            </a:prstGeom>
            <a:grpFill/>
            <a:effectLst/>
          </p:spPr>
        </p:pic>
        <p:sp>
          <p:nvSpPr>
            <p:cNvPr id="13" name="TextBox 7">
              <a:extLst>
                <a:ext uri="{FF2B5EF4-FFF2-40B4-BE49-F238E27FC236}">
                  <a16:creationId xmlns:a16="http://schemas.microsoft.com/office/drawing/2014/main" id="{ED5591A5-1636-1354-4C22-A8E2586A8112}"/>
                </a:ext>
              </a:extLst>
            </p:cNvPr>
            <p:cNvSpPr txBox="1"/>
            <p:nvPr/>
          </p:nvSpPr>
          <p:spPr>
            <a:xfrm>
              <a:off x="7432262" y="186156"/>
              <a:ext cx="1648958" cy="246514"/>
            </a:xfrm>
            <a:prstGeom prst="rect">
              <a:avLst/>
            </a:prstGeom>
            <a:grpFill/>
          </p:spPr>
          <p:txBody>
            <a:bodyPr wrap="square" rtlCol="0">
              <a:spAutoFit/>
            </a:bodyPr>
            <a:lstStyle/>
            <a:p>
              <a:r>
                <a:rPr lang="en-US" altLang="zh-CN" sz="1600" b="1" dirty="0">
                  <a:solidFill>
                    <a:schemeClr val="bg1"/>
                  </a:solidFill>
                  <a:latin typeface="微软雅黑" panose="020B0503020204020204" charset="-122"/>
                  <a:ea typeface="微软雅黑" panose="020B0503020204020204" charset="-122"/>
                </a:rPr>
                <a:t>|   </a:t>
              </a:r>
              <a:r>
                <a:rPr lang="zh-CN" altLang="en-US" sz="1600" b="1" dirty="0">
                  <a:solidFill>
                    <a:schemeClr val="bg1"/>
                  </a:solidFill>
                  <a:latin typeface="微软雅黑" panose="020B0503020204020204" charset="-122"/>
                  <a:ea typeface="微软雅黑" panose="020B0503020204020204" charset="-122"/>
                </a:rPr>
                <a:t>南部一组部门</a:t>
              </a:r>
            </a:p>
          </p:txBody>
        </p:sp>
      </p:grpSp>
    </p:spTree>
    <p:extLst>
      <p:ext uri="{BB962C8B-B14F-4D97-AF65-F5344CB8AC3E}">
        <p14:creationId xmlns:p14="http://schemas.microsoft.com/office/powerpoint/2010/main" val="84055735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500"/>
                                        <p:tgtEl>
                                          <p:spTgt spid="117"/>
                                        </p:tgtEl>
                                      </p:cBhvr>
                                    </p:animEffect>
                                    <p:anim calcmode="lin" valueType="num">
                                      <p:cBhvr>
                                        <p:cTn id="8" dur="500" fill="hold"/>
                                        <p:tgtEl>
                                          <p:spTgt spid="117"/>
                                        </p:tgtEl>
                                        <p:attrNameLst>
                                          <p:attrName>ppt_x</p:attrName>
                                        </p:attrNameLst>
                                      </p:cBhvr>
                                      <p:tavLst>
                                        <p:tav tm="0">
                                          <p:val>
                                            <p:strVal val="#ppt_x"/>
                                          </p:val>
                                        </p:tav>
                                        <p:tav tm="100000">
                                          <p:val>
                                            <p:strVal val="#ppt_x"/>
                                          </p:val>
                                        </p:tav>
                                      </p:tavLst>
                                    </p:anim>
                                    <p:anim calcmode="lin" valueType="num">
                                      <p:cBhvr>
                                        <p:cTn id="9" dur="500" fill="hold"/>
                                        <p:tgtEl>
                                          <p:spTgt spid="117"/>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59"/>
                                        </p:tgtEl>
                                        <p:attrNameLst>
                                          <p:attrName>style.visibility</p:attrName>
                                        </p:attrNameLst>
                                      </p:cBhvr>
                                      <p:to>
                                        <p:strVal val="visible"/>
                                      </p:to>
                                    </p:set>
                                    <p:animEffect transition="in" filter="fade">
                                      <p:cBhvr>
                                        <p:cTn id="13" dur="500"/>
                                        <p:tgtEl>
                                          <p:spTgt spid="159"/>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160"/>
                                        </p:tgtEl>
                                        <p:attrNameLst>
                                          <p:attrName>style.visibility</p:attrName>
                                        </p:attrNameLst>
                                      </p:cBhvr>
                                      <p:to>
                                        <p:strVal val="visible"/>
                                      </p:to>
                                    </p:set>
                                    <p:animEffect transition="in" filter="fade">
                                      <p:cBhvr>
                                        <p:cTn id="17" dur="500"/>
                                        <p:tgtEl>
                                          <p:spTgt spid="160"/>
                                        </p:tgtEl>
                                      </p:cBhvr>
                                    </p:animEffect>
                                  </p:childTnLst>
                                </p:cTn>
                              </p:par>
                            </p:childTnLst>
                          </p:cTn>
                        </p:par>
                        <p:par>
                          <p:cTn id="18" fill="hold">
                            <p:stCondLst>
                              <p:cond delay="1500"/>
                            </p:stCondLst>
                            <p:childTnLst>
                              <p:par>
                                <p:cTn id="19" presetID="42" presetClass="entr" presetSubtype="0" fill="hold" grpId="0" nodeType="afterEffect">
                                  <p:stCondLst>
                                    <p:cond delay="0"/>
                                  </p:stCondLst>
                                  <p:childTnLst>
                                    <p:set>
                                      <p:cBhvr>
                                        <p:cTn id="20" dur="1" fill="hold">
                                          <p:stCondLst>
                                            <p:cond delay="0"/>
                                          </p:stCondLst>
                                        </p:cTn>
                                        <p:tgtEl>
                                          <p:spTgt spid="118"/>
                                        </p:tgtEl>
                                        <p:attrNameLst>
                                          <p:attrName>style.visibility</p:attrName>
                                        </p:attrNameLst>
                                      </p:cBhvr>
                                      <p:to>
                                        <p:strVal val="visible"/>
                                      </p:to>
                                    </p:set>
                                    <p:animEffect transition="in" filter="fade">
                                      <p:cBhvr>
                                        <p:cTn id="21" dur="500"/>
                                        <p:tgtEl>
                                          <p:spTgt spid="118"/>
                                        </p:tgtEl>
                                      </p:cBhvr>
                                    </p:animEffect>
                                    <p:anim calcmode="lin" valueType="num">
                                      <p:cBhvr>
                                        <p:cTn id="22" dur="500" fill="hold"/>
                                        <p:tgtEl>
                                          <p:spTgt spid="118"/>
                                        </p:tgtEl>
                                        <p:attrNameLst>
                                          <p:attrName>ppt_x</p:attrName>
                                        </p:attrNameLst>
                                      </p:cBhvr>
                                      <p:tavLst>
                                        <p:tav tm="0">
                                          <p:val>
                                            <p:strVal val="#ppt_x"/>
                                          </p:val>
                                        </p:tav>
                                        <p:tav tm="100000">
                                          <p:val>
                                            <p:strVal val="#ppt_x"/>
                                          </p:val>
                                        </p:tav>
                                      </p:tavLst>
                                    </p:anim>
                                    <p:anim calcmode="lin" valueType="num">
                                      <p:cBhvr>
                                        <p:cTn id="23" dur="500" fill="hold"/>
                                        <p:tgtEl>
                                          <p:spTgt spid="118"/>
                                        </p:tgtEl>
                                        <p:attrNameLst>
                                          <p:attrName>ppt_y</p:attrName>
                                        </p:attrNameLst>
                                      </p:cBhvr>
                                      <p:tavLst>
                                        <p:tav tm="0">
                                          <p:val>
                                            <p:strVal val="#ppt_y+.1"/>
                                          </p:val>
                                        </p:tav>
                                        <p:tav tm="100000">
                                          <p:val>
                                            <p:strVal val="#ppt_y"/>
                                          </p:val>
                                        </p:tav>
                                      </p:tavLst>
                                    </p:anim>
                                  </p:childTnLst>
                                </p:cTn>
                              </p:par>
                            </p:childTnLst>
                          </p:cTn>
                        </p:par>
                        <p:par>
                          <p:cTn id="24" fill="hold">
                            <p:stCondLst>
                              <p:cond delay="2000"/>
                            </p:stCondLst>
                            <p:childTnLst>
                              <p:par>
                                <p:cTn id="25" presetID="10" presetClass="entr" presetSubtype="0" fill="hold" grpId="0" nodeType="afterEffect">
                                  <p:stCondLst>
                                    <p:cond delay="0"/>
                                  </p:stCondLst>
                                  <p:childTnLst>
                                    <p:set>
                                      <p:cBhvr>
                                        <p:cTn id="26" dur="1" fill="hold">
                                          <p:stCondLst>
                                            <p:cond delay="0"/>
                                          </p:stCondLst>
                                        </p:cTn>
                                        <p:tgtEl>
                                          <p:spTgt spid="161"/>
                                        </p:tgtEl>
                                        <p:attrNameLst>
                                          <p:attrName>style.visibility</p:attrName>
                                        </p:attrNameLst>
                                      </p:cBhvr>
                                      <p:to>
                                        <p:strVal val="visible"/>
                                      </p:to>
                                    </p:set>
                                    <p:animEffect transition="in" filter="fade">
                                      <p:cBhvr>
                                        <p:cTn id="27" dur="500"/>
                                        <p:tgtEl>
                                          <p:spTgt spid="161"/>
                                        </p:tgtEl>
                                      </p:cBhvr>
                                    </p:animEffect>
                                  </p:childTnLst>
                                </p:cTn>
                              </p:par>
                            </p:childTnLst>
                          </p:cTn>
                        </p:par>
                        <p:par>
                          <p:cTn id="28" fill="hold">
                            <p:stCondLst>
                              <p:cond delay="2500"/>
                            </p:stCondLst>
                            <p:childTnLst>
                              <p:par>
                                <p:cTn id="29" presetID="10" presetClass="entr" presetSubtype="0" fill="hold" grpId="0" nodeType="afterEffect">
                                  <p:stCondLst>
                                    <p:cond delay="0"/>
                                  </p:stCondLst>
                                  <p:childTnLst>
                                    <p:set>
                                      <p:cBhvr>
                                        <p:cTn id="30" dur="1" fill="hold">
                                          <p:stCondLst>
                                            <p:cond delay="0"/>
                                          </p:stCondLst>
                                        </p:cTn>
                                        <p:tgtEl>
                                          <p:spTgt spid="162"/>
                                        </p:tgtEl>
                                        <p:attrNameLst>
                                          <p:attrName>style.visibility</p:attrName>
                                        </p:attrNameLst>
                                      </p:cBhvr>
                                      <p:to>
                                        <p:strVal val="visible"/>
                                      </p:to>
                                    </p:set>
                                    <p:animEffect transition="in" filter="fade">
                                      <p:cBhvr>
                                        <p:cTn id="31" dur="500"/>
                                        <p:tgtEl>
                                          <p:spTgt spid="162"/>
                                        </p:tgtEl>
                                      </p:cBhvr>
                                    </p:animEffect>
                                  </p:childTnLst>
                                </p:cTn>
                              </p:par>
                            </p:childTnLst>
                          </p:cTn>
                        </p:par>
                        <p:par>
                          <p:cTn id="32" fill="hold">
                            <p:stCondLst>
                              <p:cond delay="3000"/>
                            </p:stCondLst>
                            <p:childTnLst>
                              <p:par>
                                <p:cTn id="33" presetID="42" presetClass="entr" presetSubtype="0" fill="hold" grpId="0" nodeType="afterEffect">
                                  <p:stCondLst>
                                    <p:cond delay="0"/>
                                  </p:stCondLst>
                                  <p:childTnLst>
                                    <p:set>
                                      <p:cBhvr>
                                        <p:cTn id="34" dur="1" fill="hold">
                                          <p:stCondLst>
                                            <p:cond delay="0"/>
                                          </p:stCondLst>
                                        </p:cTn>
                                        <p:tgtEl>
                                          <p:spTgt spid="119"/>
                                        </p:tgtEl>
                                        <p:attrNameLst>
                                          <p:attrName>style.visibility</p:attrName>
                                        </p:attrNameLst>
                                      </p:cBhvr>
                                      <p:to>
                                        <p:strVal val="visible"/>
                                      </p:to>
                                    </p:set>
                                    <p:animEffect transition="in" filter="fade">
                                      <p:cBhvr>
                                        <p:cTn id="35" dur="1000"/>
                                        <p:tgtEl>
                                          <p:spTgt spid="119"/>
                                        </p:tgtEl>
                                      </p:cBhvr>
                                    </p:animEffect>
                                    <p:anim calcmode="lin" valueType="num">
                                      <p:cBhvr>
                                        <p:cTn id="36" dur="1000" fill="hold"/>
                                        <p:tgtEl>
                                          <p:spTgt spid="119"/>
                                        </p:tgtEl>
                                        <p:attrNameLst>
                                          <p:attrName>ppt_x</p:attrName>
                                        </p:attrNameLst>
                                      </p:cBhvr>
                                      <p:tavLst>
                                        <p:tav tm="0">
                                          <p:val>
                                            <p:strVal val="#ppt_x"/>
                                          </p:val>
                                        </p:tav>
                                        <p:tav tm="100000">
                                          <p:val>
                                            <p:strVal val="#ppt_x"/>
                                          </p:val>
                                        </p:tav>
                                      </p:tavLst>
                                    </p:anim>
                                    <p:anim calcmode="lin" valueType="num">
                                      <p:cBhvr>
                                        <p:cTn id="37" dur="1000" fill="hold"/>
                                        <p:tgtEl>
                                          <p:spTgt spid="119"/>
                                        </p:tgtEl>
                                        <p:attrNameLst>
                                          <p:attrName>ppt_y</p:attrName>
                                        </p:attrNameLst>
                                      </p:cBhvr>
                                      <p:tavLst>
                                        <p:tav tm="0">
                                          <p:val>
                                            <p:strVal val="#ppt_y+.1"/>
                                          </p:val>
                                        </p:tav>
                                        <p:tav tm="100000">
                                          <p:val>
                                            <p:strVal val="#ppt_y"/>
                                          </p:val>
                                        </p:tav>
                                      </p:tavLst>
                                    </p:anim>
                                  </p:childTnLst>
                                </p:cTn>
                              </p:par>
                            </p:childTnLst>
                          </p:cTn>
                        </p:par>
                        <p:par>
                          <p:cTn id="38" fill="hold">
                            <p:stCondLst>
                              <p:cond delay="4000"/>
                            </p:stCondLst>
                            <p:childTnLst>
                              <p:par>
                                <p:cTn id="39" presetID="10" presetClass="entr" presetSubtype="0" fill="hold" grpId="0" nodeType="afterEffect">
                                  <p:stCondLst>
                                    <p:cond delay="0"/>
                                  </p:stCondLst>
                                  <p:childTnLst>
                                    <p:set>
                                      <p:cBhvr>
                                        <p:cTn id="40" dur="1" fill="hold">
                                          <p:stCondLst>
                                            <p:cond delay="0"/>
                                          </p:stCondLst>
                                        </p:cTn>
                                        <p:tgtEl>
                                          <p:spTgt spid="163"/>
                                        </p:tgtEl>
                                        <p:attrNameLst>
                                          <p:attrName>style.visibility</p:attrName>
                                        </p:attrNameLst>
                                      </p:cBhvr>
                                      <p:to>
                                        <p:strVal val="visible"/>
                                      </p:to>
                                    </p:set>
                                    <p:animEffect transition="in" filter="fade">
                                      <p:cBhvr>
                                        <p:cTn id="41" dur="500"/>
                                        <p:tgtEl>
                                          <p:spTgt spid="163"/>
                                        </p:tgtEl>
                                      </p:cBhvr>
                                    </p:animEffect>
                                  </p:childTnLst>
                                </p:cTn>
                              </p:par>
                            </p:childTnLst>
                          </p:cTn>
                        </p:par>
                        <p:par>
                          <p:cTn id="42" fill="hold">
                            <p:stCondLst>
                              <p:cond delay="4500"/>
                            </p:stCondLst>
                            <p:childTnLst>
                              <p:par>
                                <p:cTn id="43" presetID="10" presetClass="entr" presetSubtype="0" fill="hold" grpId="0" nodeType="afterEffect">
                                  <p:stCondLst>
                                    <p:cond delay="0"/>
                                  </p:stCondLst>
                                  <p:childTnLst>
                                    <p:set>
                                      <p:cBhvr>
                                        <p:cTn id="44" dur="1" fill="hold">
                                          <p:stCondLst>
                                            <p:cond delay="0"/>
                                          </p:stCondLst>
                                        </p:cTn>
                                        <p:tgtEl>
                                          <p:spTgt spid="164"/>
                                        </p:tgtEl>
                                        <p:attrNameLst>
                                          <p:attrName>style.visibility</p:attrName>
                                        </p:attrNameLst>
                                      </p:cBhvr>
                                      <p:to>
                                        <p:strVal val="visible"/>
                                      </p:to>
                                    </p:set>
                                    <p:animEffect transition="in" filter="fade">
                                      <p:cBhvr>
                                        <p:cTn id="45" dur="500"/>
                                        <p:tgtEl>
                                          <p:spTgt spid="164"/>
                                        </p:tgtEl>
                                      </p:cBhvr>
                                    </p:animEffect>
                                  </p:childTnLst>
                                </p:cTn>
                              </p:par>
                            </p:childTnLst>
                          </p:cTn>
                        </p:par>
                        <p:par>
                          <p:cTn id="46" fill="hold">
                            <p:stCondLst>
                              <p:cond delay="5000"/>
                            </p:stCondLst>
                            <p:childTnLst>
                              <p:par>
                                <p:cTn id="47" presetID="42" presetClass="entr" presetSubtype="0" fill="hold" grpId="0" nodeType="afterEffect">
                                  <p:stCondLst>
                                    <p:cond delay="0"/>
                                  </p:stCondLst>
                                  <p:childTnLst>
                                    <p:set>
                                      <p:cBhvr>
                                        <p:cTn id="48" dur="1" fill="hold">
                                          <p:stCondLst>
                                            <p:cond delay="0"/>
                                          </p:stCondLst>
                                        </p:cTn>
                                        <p:tgtEl>
                                          <p:spTgt spid="120"/>
                                        </p:tgtEl>
                                        <p:attrNameLst>
                                          <p:attrName>style.visibility</p:attrName>
                                        </p:attrNameLst>
                                      </p:cBhvr>
                                      <p:to>
                                        <p:strVal val="visible"/>
                                      </p:to>
                                    </p:set>
                                    <p:animEffect transition="in" filter="fade">
                                      <p:cBhvr>
                                        <p:cTn id="49" dur="500"/>
                                        <p:tgtEl>
                                          <p:spTgt spid="120"/>
                                        </p:tgtEl>
                                      </p:cBhvr>
                                    </p:animEffect>
                                    <p:anim calcmode="lin" valueType="num">
                                      <p:cBhvr>
                                        <p:cTn id="50" dur="500" fill="hold"/>
                                        <p:tgtEl>
                                          <p:spTgt spid="120"/>
                                        </p:tgtEl>
                                        <p:attrNameLst>
                                          <p:attrName>ppt_x</p:attrName>
                                        </p:attrNameLst>
                                      </p:cBhvr>
                                      <p:tavLst>
                                        <p:tav tm="0">
                                          <p:val>
                                            <p:strVal val="#ppt_x"/>
                                          </p:val>
                                        </p:tav>
                                        <p:tav tm="100000">
                                          <p:val>
                                            <p:strVal val="#ppt_x"/>
                                          </p:val>
                                        </p:tav>
                                      </p:tavLst>
                                    </p:anim>
                                    <p:anim calcmode="lin" valueType="num">
                                      <p:cBhvr>
                                        <p:cTn id="51" dur="500" fill="hold"/>
                                        <p:tgtEl>
                                          <p:spTgt spid="120"/>
                                        </p:tgtEl>
                                        <p:attrNameLst>
                                          <p:attrName>ppt_y</p:attrName>
                                        </p:attrNameLst>
                                      </p:cBhvr>
                                      <p:tavLst>
                                        <p:tav tm="0">
                                          <p:val>
                                            <p:strVal val="#ppt_y+.1"/>
                                          </p:val>
                                        </p:tav>
                                        <p:tav tm="100000">
                                          <p:val>
                                            <p:strVal val="#ppt_y"/>
                                          </p:val>
                                        </p:tav>
                                      </p:tavLst>
                                    </p:anim>
                                  </p:childTnLst>
                                </p:cTn>
                              </p:par>
                            </p:childTnLst>
                          </p:cTn>
                        </p:par>
                        <p:par>
                          <p:cTn id="52" fill="hold">
                            <p:stCondLst>
                              <p:cond delay="5500"/>
                            </p:stCondLst>
                            <p:childTnLst>
                              <p:par>
                                <p:cTn id="53" presetID="10" presetClass="entr" presetSubtype="0" fill="hold" grpId="0" nodeType="afterEffect">
                                  <p:stCondLst>
                                    <p:cond delay="0"/>
                                  </p:stCondLst>
                                  <p:childTnLst>
                                    <p:set>
                                      <p:cBhvr>
                                        <p:cTn id="54" dur="1" fill="hold">
                                          <p:stCondLst>
                                            <p:cond delay="0"/>
                                          </p:stCondLst>
                                        </p:cTn>
                                        <p:tgtEl>
                                          <p:spTgt spid="175"/>
                                        </p:tgtEl>
                                        <p:attrNameLst>
                                          <p:attrName>style.visibility</p:attrName>
                                        </p:attrNameLst>
                                      </p:cBhvr>
                                      <p:to>
                                        <p:strVal val="visible"/>
                                      </p:to>
                                    </p:set>
                                    <p:animEffect transition="in" filter="fade">
                                      <p:cBhvr>
                                        <p:cTn id="55" dur="500"/>
                                        <p:tgtEl>
                                          <p:spTgt spid="175"/>
                                        </p:tgtEl>
                                      </p:cBhvr>
                                    </p:animEffect>
                                  </p:childTnLst>
                                </p:cTn>
                              </p:par>
                            </p:childTnLst>
                          </p:cTn>
                        </p:par>
                        <p:par>
                          <p:cTn id="56" fill="hold">
                            <p:stCondLst>
                              <p:cond delay="6000"/>
                            </p:stCondLst>
                            <p:childTnLst>
                              <p:par>
                                <p:cTn id="57" presetID="10" presetClass="entr" presetSubtype="0" fill="hold" grpId="0" nodeType="afterEffect">
                                  <p:stCondLst>
                                    <p:cond delay="0"/>
                                  </p:stCondLst>
                                  <p:childTnLst>
                                    <p:set>
                                      <p:cBhvr>
                                        <p:cTn id="58" dur="1" fill="hold">
                                          <p:stCondLst>
                                            <p:cond delay="0"/>
                                          </p:stCondLst>
                                        </p:cTn>
                                        <p:tgtEl>
                                          <p:spTgt spid="176"/>
                                        </p:tgtEl>
                                        <p:attrNameLst>
                                          <p:attrName>style.visibility</p:attrName>
                                        </p:attrNameLst>
                                      </p:cBhvr>
                                      <p:to>
                                        <p:strVal val="visible"/>
                                      </p:to>
                                    </p:set>
                                    <p:animEffect transition="in" filter="fade">
                                      <p:cBhvr>
                                        <p:cTn id="59" dur="500"/>
                                        <p:tgtEl>
                                          <p:spTgt spid="176"/>
                                        </p:tgtEl>
                                      </p:cBhvr>
                                    </p:animEffect>
                                  </p:childTnLst>
                                </p:cTn>
                              </p:par>
                            </p:childTnLst>
                          </p:cTn>
                        </p:par>
                        <p:par>
                          <p:cTn id="60" fill="hold">
                            <p:stCondLst>
                              <p:cond delay="6500"/>
                            </p:stCondLst>
                            <p:childTnLst>
                              <p:par>
                                <p:cTn id="61" presetID="42" presetClass="entr" presetSubtype="0" fill="hold" grpId="0" nodeType="afterEffect">
                                  <p:stCondLst>
                                    <p:cond delay="0"/>
                                  </p:stCondLst>
                                  <p:childTnLst>
                                    <p:set>
                                      <p:cBhvr>
                                        <p:cTn id="62" dur="1" fill="hold">
                                          <p:stCondLst>
                                            <p:cond delay="0"/>
                                          </p:stCondLst>
                                        </p:cTn>
                                        <p:tgtEl>
                                          <p:spTgt spid="121"/>
                                        </p:tgtEl>
                                        <p:attrNameLst>
                                          <p:attrName>style.visibility</p:attrName>
                                        </p:attrNameLst>
                                      </p:cBhvr>
                                      <p:to>
                                        <p:strVal val="visible"/>
                                      </p:to>
                                    </p:set>
                                    <p:animEffect transition="in" filter="fade">
                                      <p:cBhvr>
                                        <p:cTn id="63" dur="500"/>
                                        <p:tgtEl>
                                          <p:spTgt spid="121"/>
                                        </p:tgtEl>
                                      </p:cBhvr>
                                    </p:animEffect>
                                    <p:anim calcmode="lin" valueType="num">
                                      <p:cBhvr>
                                        <p:cTn id="64" dur="500" fill="hold"/>
                                        <p:tgtEl>
                                          <p:spTgt spid="121"/>
                                        </p:tgtEl>
                                        <p:attrNameLst>
                                          <p:attrName>ppt_x</p:attrName>
                                        </p:attrNameLst>
                                      </p:cBhvr>
                                      <p:tavLst>
                                        <p:tav tm="0">
                                          <p:val>
                                            <p:strVal val="#ppt_x"/>
                                          </p:val>
                                        </p:tav>
                                        <p:tav tm="100000">
                                          <p:val>
                                            <p:strVal val="#ppt_x"/>
                                          </p:val>
                                        </p:tav>
                                      </p:tavLst>
                                    </p:anim>
                                    <p:anim calcmode="lin" valueType="num">
                                      <p:cBhvr>
                                        <p:cTn id="65" dur="500" fill="hold"/>
                                        <p:tgtEl>
                                          <p:spTgt spid="121"/>
                                        </p:tgtEl>
                                        <p:attrNameLst>
                                          <p:attrName>ppt_y</p:attrName>
                                        </p:attrNameLst>
                                      </p:cBhvr>
                                      <p:tavLst>
                                        <p:tav tm="0">
                                          <p:val>
                                            <p:strVal val="#ppt_y+.1"/>
                                          </p:val>
                                        </p:tav>
                                        <p:tav tm="100000">
                                          <p:val>
                                            <p:strVal val="#ppt_y"/>
                                          </p:val>
                                        </p:tav>
                                      </p:tavLst>
                                    </p:anim>
                                  </p:childTnLst>
                                </p:cTn>
                              </p:par>
                            </p:childTnLst>
                          </p:cTn>
                        </p:par>
                        <p:par>
                          <p:cTn id="66" fill="hold">
                            <p:stCondLst>
                              <p:cond delay="7000"/>
                            </p:stCondLst>
                            <p:childTnLst>
                              <p:par>
                                <p:cTn id="67" presetID="10" presetClass="entr" presetSubtype="0" fill="hold" grpId="0" nodeType="afterEffect">
                                  <p:stCondLst>
                                    <p:cond delay="0"/>
                                  </p:stCondLst>
                                  <p:childTnLst>
                                    <p:set>
                                      <p:cBhvr>
                                        <p:cTn id="68" dur="1" fill="hold">
                                          <p:stCondLst>
                                            <p:cond delay="0"/>
                                          </p:stCondLst>
                                        </p:cTn>
                                        <p:tgtEl>
                                          <p:spTgt spid="177"/>
                                        </p:tgtEl>
                                        <p:attrNameLst>
                                          <p:attrName>style.visibility</p:attrName>
                                        </p:attrNameLst>
                                      </p:cBhvr>
                                      <p:to>
                                        <p:strVal val="visible"/>
                                      </p:to>
                                    </p:set>
                                    <p:animEffect transition="in" filter="fade">
                                      <p:cBhvr>
                                        <p:cTn id="69" dur="500"/>
                                        <p:tgtEl>
                                          <p:spTgt spid="177"/>
                                        </p:tgtEl>
                                      </p:cBhvr>
                                    </p:animEffect>
                                  </p:childTnLst>
                                </p:cTn>
                              </p:par>
                            </p:childTnLst>
                          </p:cTn>
                        </p:par>
                        <p:par>
                          <p:cTn id="70" fill="hold">
                            <p:stCondLst>
                              <p:cond delay="7500"/>
                            </p:stCondLst>
                            <p:childTnLst>
                              <p:par>
                                <p:cTn id="71" presetID="10" presetClass="entr" presetSubtype="0" fill="hold" grpId="0" nodeType="afterEffect">
                                  <p:stCondLst>
                                    <p:cond delay="0"/>
                                  </p:stCondLst>
                                  <p:childTnLst>
                                    <p:set>
                                      <p:cBhvr>
                                        <p:cTn id="72" dur="1" fill="hold">
                                          <p:stCondLst>
                                            <p:cond delay="0"/>
                                          </p:stCondLst>
                                        </p:cTn>
                                        <p:tgtEl>
                                          <p:spTgt spid="178"/>
                                        </p:tgtEl>
                                        <p:attrNameLst>
                                          <p:attrName>style.visibility</p:attrName>
                                        </p:attrNameLst>
                                      </p:cBhvr>
                                      <p:to>
                                        <p:strVal val="visible"/>
                                      </p:to>
                                    </p:set>
                                    <p:animEffect transition="in" filter="fade">
                                      <p:cBhvr>
                                        <p:cTn id="73" dur="500"/>
                                        <p:tgtEl>
                                          <p:spTgt spid="178"/>
                                        </p:tgtEl>
                                      </p:cBhvr>
                                    </p:animEffect>
                                  </p:childTnLst>
                                </p:cTn>
                              </p:par>
                              <p:par>
                                <p:cTn id="74" presetID="10" presetClass="entr" presetSubtype="0" fill="hold" grpId="0" nodeType="withEffect">
                                  <p:stCondLst>
                                    <p:cond delay="500"/>
                                  </p:stCondLst>
                                  <p:childTnLst>
                                    <p:set>
                                      <p:cBhvr>
                                        <p:cTn id="75" dur="1" fill="hold">
                                          <p:stCondLst>
                                            <p:cond delay="0"/>
                                          </p:stCondLst>
                                        </p:cTn>
                                        <p:tgtEl>
                                          <p:spTgt spid="116"/>
                                        </p:tgtEl>
                                        <p:attrNameLst>
                                          <p:attrName>style.visibility</p:attrName>
                                        </p:attrNameLst>
                                      </p:cBhvr>
                                      <p:to>
                                        <p:strVal val="visible"/>
                                      </p:to>
                                    </p:set>
                                    <p:animEffect transition="in" filter="fade">
                                      <p:cBhvr>
                                        <p:cTn id="76" dur="500"/>
                                        <p:tgtEl>
                                          <p:spTgt spid="116"/>
                                        </p:tgtEl>
                                      </p:cBhvr>
                                    </p:animEffect>
                                  </p:childTnLst>
                                </p:cTn>
                              </p:par>
                              <p:par>
                                <p:cTn id="77" presetID="10" presetClass="entr" presetSubtype="0" fill="hold" nodeType="withEffect">
                                  <p:stCondLst>
                                    <p:cond delay="500"/>
                                  </p:stCondLst>
                                  <p:childTnLst>
                                    <p:set>
                                      <p:cBhvr>
                                        <p:cTn id="78" dur="1" fill="hold">
                                          <p:stCondLst>
                                            <p:cond delay="0"/>
                                          </p:stCondLst>
                                        </p:cTn>
                                        <p:tgtEl>
                                          <p:spTgt spid="110"/>
                                        </p:tgtEl>
                                        <p:attrNameLst>
                                          <p:attrName>style.visibility</p:attrName>
                                        </p:attrNameLst>
                                      </p:cBhvr>
                                      <p:to>
                                        <p:strVal val="visible"/>
                                      </p:to>
                                    </p:set>
                                    <p:animEffect transition="in" filter="fade">
                                      <p:cBhvr>
                                        <p:cTn id="79" dur="500"/>
                                        <p:tgtEl>
                                          <p:spTgt spid="110"/>
                                        </p:tgtEl>
                                      </p:cBhvr>
                                    </p:animEffect>
                                  </p:childTnLst>
                                </p:cTn>
                              </p:par>
                            </p:childTnLst>
                          </p:cTn>
                        </p:par>
                        <p:par>
                          <p:cTn id="80" fill="hold">
                            <p:stCondLst>
                              <p:cond delay="8500"/>
                            </p:stCondLst>
                            <p:childTnLst>
                              <p:par>
                                <p:cTn id="81" presetID="22" presetClass="entr" presetSubtype="4" fill="hold" nodeType="after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wipe(down)">
                                      <p:cBhvr>
                                        <p:cTn id="8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P spid="117" grpId="0" animBg="1"/>
      <p:bldP spid="118" grpId="0" animBg="1"/>
      <p:bldP spid="119" grpId="0" animBg="1"/>
      <p:bldP spid="120" grpId="0" animBg="1"/>
      <p:bldP spid="121" grpId="0" animBg="1"/>
      <p:bldP spid="159" grpId="0" animBg="1"/>
      <p:bldP spid="160" grpId="0"/>
      <p:bldP spid="161" grpId="0" animBg="1"/>
      <p:bldP spid="162" grpId="0"/>
      <p:bldP spid="163" grpId="0" animBg="1"/>
      <p:bldP spid="164" grpId="0"/>
      <p:bldP spid="175" grpId="0" animBg="1"/>
      <p:bldP spid="176" grpId="0"/>
      <p:bldP spid="177" grpId="0" animBg="1"/>
      <p:bldP spid="17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添加您的标题</a:t>
            </a:r>
          </a:p>
        </p:txBody>
      </p:sp>
      <p:sp>
        <p:nvSpPr>
          <p:cNvPr id="29" name="Right Arrow 29"/>
          <p:cNvSpPr/>
          <p:nvPr/>
        </p:nvSpPr>
        <p:spPr>
          <a:xfrm flipH="1">
            <a:off x="2251990" y="3465787"/>
            <a:ext cx="586284" cy="586284"/>
          </a:xfrm>
          <a:prstGeom prst="rightArrow">
            <a:avLst>
              <a:gd name="adj1" fmla="val 5906"/>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350">
              <a:cs typeface="+mn-ea"/>
              <a:sym typeface="+mn-lt"/>
            </a:endParaRPr>
          </a:p>
        </p:txBody>
      </p:sp>
      <p:sp>
        <p:nvSpPr>
          <p:cNvPr id="30" name="Right Arrow 30"/>
          <p:cNvSpPr/>
          <p:nvPr/>
        </p:nvSpPr>
        <p:spPr>
          <a:xfrm flipH="1">
            <a:off x="2251990" y="1579759"/>
            <a:ext cx="586284" cy="586284"/>
          </a:xfrm>
          <a:prstGeom prst="rightArrow">
            <a:avLst>
              <a:gd name="adj1" fmla="val 5906"/>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350">
              <a:cs typeface="+mn-ea"/>
              <a:sym typeface="+mn-lt"/>
            </a:endParaRPr>
          </a:p>
        </p:txBody>
      </p:sp>
      <p:sp>
        <p:nvSpPr>
          <p:cNvPr id="31" name="Right Arrow 28"/>
          <p:cNvSpPr/>
          <p:nvPr/>
        </p:nvSpPr>
        <p:spPr>
          <a:xfrm>
            <a:off x="6305730" y="3410186"/>
            <a:ext cx="586284" cy="586284"/>
          </a:xfrm>
          <a:prstGeom prst="rightArrow">
            <a:avLst>
              <a:gd name="adj1" fmla="val 5906"/>
              <a:gd name="adj2"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350">
              <a:cs typeface="+mn-ea"/>
              <a:sym typeface="+mn-lt"/>
            </a:endParaRPr>
          </a:p>
        </p:txBody>
      </p:sp>
      <p:sp>
        <p:nvSpPr>
          <p:cNvPr id="32" name="Freeform 24"/>
          <p:cNvSpPr>
            <a:spLocks/>
          </p:cNvSpPr>
          <p:nvPr/>
        </p:nvSpPr>
        <p:spPr bwMode="auto">
          <a:xfrm>
            <a:off x="4599080" y="3432305"/>
            <a:ext cx="2071773" cy="408602"/>
          </a:xfrm>
          <a:custGeom>
            <a:avLst/>
            <a:gdLst>
              <a:gd name="T0" fmla="*/ 79 w 883"/>
              <a:gd name="T1" fmla="*/ 0 h 174"/>
              <a:gd name="T2" fmla="*/ 271 w 883"/>
              <a:gd name="T3" fmla="*/ 58 h 174"/>
              <a:gd name="T4" fmla="*/ 271 w 883"/>
              <a:gd name="T5" fmla="*/ 58 h 174"/>
              <a:gd name="T6" fmla="*/ 883 w 883"/>
              <a:gd name="T7" fmla="*/ 58 h 174"/>
              <a:gd name="T8" fmla="*/ 883 w 883"/>
              <a:gd name="T9" fmla="*/ 174 h 174"/>
              <a:gd name="T10" fmla="*/ 271 w 883"/>
              <a:gd name="T11" fmla="*/ 174 h 174"/>
              <a:gd name="T12" fmla="*/ 0 w 883"/>
              <a:gd name="T13" fmla="*/ 86 h 174"/>
              <a:gd name="T14" fmla="*/ 79 w 883"/>
              <a:gd name="T15" fmla="*/ 0 h 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3" h="174">
                <a:moveTo>
                  <a:pt x="79" y="0"/>
                </a:moveTo>
                <a:cubicBezTo>
                  <a:pt x="134" y="36"/>
                  <a:pt x="200" y="58"/>
                  <a:pt x="271" y="58"/>
                </a:cubicBezTo>
                <a:cubicBezTo>
                  <a:pt x="271" y="58"/>
                  <a:pt x="271" y="58"/>
                  <a:pt x="271" y="58"/>
                </a:cubicBezTo>
                <a:cubicBezTo>
                  <a:pt x="883" y="58"/>
                  <a:pt x="883" y="58"/>
                  <a:pt x="883" y="58"/>
                </a:cubicBezTo>
                <a:cubicBezTo>
                  <a:pt x="883" y="174"/>
                  <a:pt x="883" y="174"/>
                  <a:pt x="883" y="174"/>
                </a:cubicBezTo>
                <a:cubicBezTo>
                  <a:pt x="271" y="174"/>
                  <a:pt x="271" y="174"/>
                  <a:pt x="271" y="174"/>
                </a:cubicBezTo>
                <a:cubicBezTo>
                  <a:pt x="170" y="174"/>
                  <a:pt x="76" y="141"/>
                  <a:pt x="0" y="86"/>
                </a:cubicBezTo>
                <a:lnTo>
                  <a:pt x="79" y="0"/>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1350">
              <a:cs typeface="+mn-ea"/>
              <a:sym typeface="+mn-lt"/>
            </a:endParaRPr>
          </a:p>
        </p:txBody>
      </p:sp>
      <p:sp>
        <p:nvSpPr>
          <p:cNvPr id="33" name="Freeform 25"/>
          <p:cNvSpPr>
            <a:spLocks/>
          </p:cNvSpPr>
          <p:nvPr/>
        </p:nvSpPr>
        <p:spPr bwMode="auto">
          <a:xfrm>
            <a:off x="2541195" y="1734424"/>
            <a:ext cx="2076730" cy="423479"/>
          </a:xfrm>
          <a:custGeom>
            <a:avLst/>
            <a:gdLst>
              <a:gd name="T0" fmla="*/ 811 w 885"/>
              <a:gd name="T1" fmla="*/ 180 h 180"/>
              <a:gd name="T2" fmla="*/ 612 w 885"/>
              <a:gd name="T3" fmla="*/ 116 h 180"/>
              <a:gd name="T4" fmla="*/ 612 w 885"/>
              <a:gd name="T5" fmla="*/ 116 h 180"/>
              <a:gd name="T6" fmla="*/ 0 w 885"/>
              <a:gd name="T7" fmla="*/ 116 h 180"/>
              <a:gd name="T8" fmla="*/ 0 w 885"/>
              <a:gd name="T9" fmla="*/ 0 h 180"/>
              <a:gd name="T10" fmla="*/ 612 w 885"/>
              <a:gd name="T11" fmla="*/ 0 h 180"/>
              <a:gd name="T12" fmla="*/ 885 w 885"/>
              <a:gd name="T13" fmla="*/ 90 h 180"/>
              <a:gd name="T14" fmla="*/ 811 w 885"/>
              <a:gd name="T15" fmla="*/ 180 h 1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5" h="180">
                <a:moveTo>
                  <a:pt x="811" y="180"/>
                </a:moveTo>
                <a:cubicBezTo>
                  <a:pt x="755" y="140"/>
                  <a:pt x="686" y="116"/>
                  <a:pt x="612" y="116"/>
                </a:cubicBezTo>
                <a:cubicBezTo>
                  <a:pt x="612" y="116"/>
                  <a:pt x="612" y="116"/>
                  <a:pt x="612" y="116"/>
                </a:cubicBezTo>
                <a:cubicBezTo>
                  <a:pt x="0" y="116"/>
                  <a:pt x="0" y="116"/>
                  <a:pt x="0" y="116"/>
                </a:cubicBezTo>
                <a:cubicBezTo>
                  <a:pt x="0" y="0"/>
                  <a:pt x="0" y="0"/>
                  <a:pt x="0" y="0"/>
                </a:cubicBezTo>
                <a:cubicBezTo>
                  <a:pt x="612" y="0"/>
                  <a:pt x="612" y="0"/>
                  <a:pt x="612" y="0"/>
                </a:cubicBezTo>
                <a:cubicBezTo>
                  <a:pt x="714" y="0"/>
                  <a:pt x="809" y="33"/>
                  <a:pt x="885" y="90"/>
                </a:cubicBezTo>
                <a:lnTo>
                  <a:pt x="811" y="18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1350">
              <a:cs typeface="+mn-ea"/>
              <a:sym typeface="+mn-lt"/>
            </a:endParaRPr>
          </a:p>
        </p:txBody>
      </p:sp>
      <p:sp>
        <p:nvSpPr>
          <p:cNvPr id="34" name="Freeform 26"/>
          <p:cNvSpPr>
            <a:spLocks/>
          </p:cNvSpPr>
          <p:nvPr/>
        </p:nvSpPr>
        <p:spPr bwMode="auto">
          <a:xfrm>
            <a:off x="2541193" y="2049802"/>
            <a:ext cx="2515085" cy="1847635"/>
          </a:xfrm>
          <a:custGeom>
            <a:avLst/>
            <a:gdLst>
              <a:gd name="T0" fmla="*/ 937 w 1072"/>
              <a:gd name="T1" fmla="*/ 0 h 786"/>
              <a:gd name="T2" fmla="*/ 1072 w 1072"/>
              <a:gd name="T3" fmla="*/ 326 h 786"/>
              <a:gd name="T4" fmla="*/ 612 w 1072"/>
              <a:gd name="T5" fmla="*/ 786 h 786"/>
              <a:gd name="T6" fmla="*/ 0 w 1072"/>
              <a:gd name="T7" fmla="*/ 786 h 786"/>
              <a:gd name="T8" fmla="*/ 0 w 1072"/>
              <a:gd name="T9" fmla="*/ 674 h 786"/>
              <a:gd name="T10" fmla="*/ 612 w 1072"/>
              <a:gd name="T11" fmla="*/ 674 h 786"/>
              <a:gd name="T12" fmla="*/ 612 w 1072"/>
              <a:gd name="T13" fmla="*/ 670 h 786"/>
              <a:gd name="T14" fmla="*/ 956 w 1072"/>
              <a:gd name="T15" fmla="*/ 326 h 786"/>
              <a:gd name="T16" fmla="*/ 858 w 1072"/>
              <a:gd name="T17" fmla="*/ 85 h 786"/>
              <a:gd name="T18" fmla="*/ 937 w 1072"/>
              <a:gd name="T19" fmla="*/ 0 h 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2" h="786">
                <a:moveTo>
                  <a:pt x="937" y="0"/>
                </a:moveTo>
                <a:cubicBezTo>
                  <a:pt x="1020" y="84"/>
                  <a:pt x="1072" y="199"/>
                  <a:pt x="1072" y="326"/>
                </a:cubicBezTo>
                <a:cubicBezTo>
                  <a:pt x="1072" y="580"/>
                  <a:pt x="866" y="786"/>
                  <a:pt x="612" y="786"/>
                </a:cubicBezTo>
                <a:cubicBezTo>
                  <a:pt x="0" y="786"/>
                  <a:pt x="0" y="786"/>
                  <a:pt x="0" y="786"/>
                </a:cubicBezTo>
                <a:cubicBezTo>
                  <a:pt x="0" y="674"/>
                  <a:pt x="0" y="674"/>
                  <a:pt x="0" y="674"/>
                </a:cubicBezTo>
                <a:cubicBezTo>
                  <a:pt x="612" y="674"/>
                  <a:pt x="612" y="674"/>
                  <a:pt x="612" y="674"/>
                </a:cubicBezTo>
                <a:cubicBezTo>
                  <a:pt x="612" y="670"/>
                  <a:pt x="612" y="670"/>
                  <a:pt x="612" y="670"/>
                </a:cubicBezTo>
                <a:cubicBezTo>
                  <a:pt x="802" y="670"/>
                  <a:pt x="956" y="516"/>
                  <a:pt x="956" y="326"/>
                </a:cubicBezTo>
                <a:cubicBezTo>
                  <a:pt x="956" y="232"/>
                  <a:pt x="919" y="147"/>
                  <a:pt x="858" y="85"/>
                </a:cubicBezTo>
                <a:lnTo>
                  <a:pt x="937"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1350">
              <a:cs typeface="+mn-ea"/>
              <a:sym typeface="+mn-lt"/>
            </a:endParaRPr>
          </a:p>
        </p:txBody>
      </p:sp>
      <p:sp>
        <p:nvSpPr>
          <p:cNvPr id="36" name="Freeform 27"/>
          <p:cNvSpPr>
            <a:spLocks/>
          </p:cNvSpPr>
          <p:nvPr/>
        </p:nvSpPr>
        <p:spPr bwMode="auto">
          <a:xfrm>
            <a:off x="4155768" y="1677894"/>
            <a:ext cx="2515085" cy="1805982"/>
          </a:xfrm>
          <a:custGeom>
            <a:avLst/>
            <a:gdLst>
              <a:gd name="T0" fmla="*/ 202 w 1072"/>
              <a:gd name="T1" fmla="*/ 687 h 768"/>
              <a:gd name="T2" fmla="*/ 116 w 1072"/>
              <a:gd name="T3" fmla="*/ 460 h 768"/>
              <a:gd name="T4" fmla="*/ 460 w 1072"/>
              <a:gd name="T5" fmla="*/ 116 h 768"/>
              <a:gd name="T6" fmla="*/ 460 w 1072"/>
              <a:gd name="T7" fmla="*/ 112 h 768"/>
              <a:gd name="T8" fmla="*/ 1072 w 1072"/>
              <a:gd name="T9" fmla="*/ 112 h 768"/>
              <a:gd name="T10" fmla="*/ 1072 w 1072"/>
              <a:gd name="T11" fmla="*/ 0 h 768"/>
              <a:gd name="T12" fmla="*/ 460 w 1072"/>
              <a:gd name="T13" fmla="*/ 0 h 768"/>
              <a:gd name="T14" fmla="*/ 0 w 1072"/>
              <a:gd name="T15" fmla="*/ 460 h 768"/>
              <a:gd name="T16" fmla="*/ 118 w 1072"/>
              <a:gd name="T17" fmla="*/ 768 h 768"/>
              <a:gd name="T18" fmla="*/ 202 w 1072"/>
              <a:gd name="T19" fmla="*/ 687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2" h="768">
                <a:moveTo>
                  <a:pt x="202" y="687"/>
                </a:moveTo>
                <a:cubicBezTo>
                  <a:pt x="148" y="627"/>
                  <a:pt x="116" y="547"/>
                  <a:pt x="116" y="460"/>
                </a:cubicBezTo>
                <a:cubicBezTo>
                  <a:pt x="116" y="270"/>
                  <a:pt x="272" y="116"/>
                  <a:pt x="460" y="116"/>
                </a:cubicBezTo>
                <a:cubicBezTo>
                  <a:pt x="460" y="112"/>
                  <a:pt x="460" y="112"/>
                  <a:pt x="460" y="112"/>
                </a:cubicBezTo>
                <a:cubicBezTo>
                  <a:pt x="1072" y="112"/>
                  <a:pt x="1072" y="112"/>
                  <a:pt x="1072" y="112"/>
                </a:cubicBezTo>
                <a:cubicBezTo>
                  <a:pt x="1072" y="0"/>
                  <a:pt x="1072" y="0"/>
                  <a:pt x="1072" y="0"/>
                </a:cubicBezTo>
                <a:cubicBezTo>
                  <a:pt x="460" y="0"/>
                  <a:pt x="460" y="0"/>
                  <a:pt x="460" y="0"/>
                </a:cubicBezTo>
                <a:cubicBezTo>
                  <a:pt x="206" y="0"/>
                  <a:pt x="0" y="206"/>
                  <a:pt x="0" y="460"/>
                </a:cubicBezTo>
                <a:cubicBezTo>
                  <a:pt x="0" y="578"/>
                  <a:pt x="45" y="686"/>
                  <a:pt x="118" y="768"/>
                </a:cubicBezTo>
                <a:cubicBezTo>
                  <a:pt x="118" y="768"/>
                  <a:pt x="170" y="730"/>
                  <a:pt x="202" y="687"/>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62" tIns="34281" rIns="68562" bIns="34281"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1350">
              <a:cs typeface="+mn-ea"/>
              <a:sym typeface="+mn-lt"/>
            </a:endParaRPr>
          </a:p>
        </p:txBody>
      </p:sp>
      <p:sp>
        <p:nvSpPr>
          <p:cNvPr id="37" name="Right Arrow 11"/>
          <p:cNvSpPr/>
          <p:nvPr/>
        </p:nvSpPr>
        <p:spPr>
          <a:xfrm>
            <a:off x="6305730" y="1516394"/>
            <a:ext cx="586284" cy="586284"/>
          </a:xfrm>
          <a:prstGeom prst="rightArrow">
            <a:avLst>
              <a:gd name="adj1" fmla="val 5906"/>
              <a:gd name="adj2"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350">
              <a:cs typeface="+mn-ea"/>
              <a:sym typeface="+mn-lt"/>
            </a:endParaRPr>
          </a:p>
        </p:txBody>
      </p:sp>
      <p:sp>
        <p:nvSpPr>
          <p:cNvPr id="74" name="TextBox 30"/>
          <p:cNvSpPr txBox="1"/>
          <p:nvPr/>
        </p:nvSpPr>
        <p:spPr>
          <a:xfrm>
            <a:off x="1177582" y="1492424"/>
            <a:ext cx="1034237" cy="646331"/>
          </a:xfrm>
          <a:prstGeom prst="rect">
            <a:avLst/>
          </a:prstGeom>
          <a:noFill/>
        </p:spPr>
        <p:txBody>
          <a:bodyPr wrap="square" lIns="0" tIns="0" rIns="0" bIns="0" rtlCol="0">
            <a:spAutoFit/>
          </a:bodyPr>
          <a:lstStyle/>
          <a:p>
            <a:pPr algn="ctr"/>
            <a:r>
              <a:rPr lang="zh-CN" altLang="en-US" sz="2100" dirty="0">
                <a:solidFill>
                  <a:srgbClr val="C80A2A"/>
                </a:solidFill>
                <a:latin typeface="+mn-lt"/>
                <a:ea typeface="+mn-ea"/>
                <a:cs typeface="+mn-ea"/>
                <a:sym typeface="+mn-lt"/>
              </a:rPr>
              <a:t>内部环</a:t>
            </a:r>
            <a:endParaRPr lang="en-US" altLang="zh-CN" sz="2100" dirty="0">
              <a:solidFill>
                <a:srgbClr val="C80A2A"/>
              </a:solidFill>
              <a:latin typeface="+mn-lt"/>
              <a:ea typeface="+mn-ea"/>
              <a:cs typeface="+mn-ea"/>
              <a:sym typeface="+mn-lt"/>
            </a:endParaRPr>
          </a:p>
          <a:p>
            <a:pPr algn="ctr"/>
            <a:r>
              <a:rPr lang="zh-CN" altLang="en-US" sz="2100" dirty="0">
                <a:solidFill>
                  <a:srgbClr val="C80A2A"/>
                </a:solidFill>
                <a:latin typeface="+mn-lt"/>
                <a:ea typeface="+mn-ea"/>
                <a:cs typeface="+mn-ea"/>
                <a:sym typeface="+mn-lt"/>
              </a:rPr>
              <a:t>境问题</a:t>
            </a:r>
          </a:p>
        </p:txBody>
      </p:sp>
      <p:sp>
        <p:nvSpPr>
          <p:cNvPr id="75" name="TextBox 30"/>
          <p:cNvSpPr txBox="1"/>
          <p:nvPr/>
        </p:nvSpPr>
        <p:spPr>
          <a:xfrm>
            <a:off x="1177582" y="3510389"/>
            <a:ext cx="1034237" cy="646331"/>
          </a:xfrm>
          <a:prstGeom prst="rect">
            <a:avLst/>
          </a:prstGeom>
          <a:noFill/>
        </p:spPr>
        <p:txBody>
          <a:bodyPr wrap="square" lIns="0" tIns="0" rIns="0" bIns="0" rtlCol="0">
            <a:spAutoFit/>
          </a:bodyPr>
          <a:lstStyle/>
          <a:p>
            <a:pPr algn="ctr"/>
            <a:r>
              <a:rPr lang="zh-CN" altLang="en-US" sz="2100" dirty="0">
                <a:solidFill>
                  <a:srgbClr val="C80A2A"/>
                </a:solidFill>
                <a:latin typeface="+mn-lt"/>
                <a:ea typeface="+mn-ea"/>
                <a:cs typeface="+mn-ea"/>
                <a:sym typeface="+mn-lt"/>
              </a:rPr>
              <a:t>人员应变能力</a:t>
            </a:r>
          </a:p>
        </p:txBody>
      </p:sp>
      <p:sp>
        <p:nvSpPr>
          <p:cNvPr id="76" name="TextBox 30"/>
          <p:cNvSpPr txBox="1"/>
          <p:nvPr/>
        </p:nvSpPr>
        <p:spPr>
          <a:xfrm>
            <a:off x="6922933" y="1492424"/>
            <a:ext cx="1034237" cy="646331"/>
          </a:xfrm>
          <a:prstGeom prst="rect">
            <a:avLst/>
          </a:prstGeom>
          <a:noFill/>
        </p:spPr>
        <p:txBody>
          <a:bodyPr wrap="square" lIns="0" tIns="0" rIns="0" bIns="0" rtlCol="0">
            <a:spAutoFit/>
          </a:bodyPr>
          <a:lstStyle/>
          <a:p>
            <a:pPr algn="ctr"/>
            <a:r>
              <a:rPr lang="zh-CN" altLang="en-US" sz="2100" dirty="0">
                <a:solidFill>
                  <a:srgbClr val="C80A2A"/>
                </a:solidFill>
                <a:latin typeface="+mn-lt"/>
                <a:ea typeface="+mn-ea"/>
                <a:cs typeface="+mn-ea"/>
                <a:sym typeface="+mn-lt"/>
              </a:rPr>
              <a:t>场地限制问题</a:t>
            </a:r>
          </a:p>
        </p:txBody>
      </p:sp>
      <p:sp>
        <p:nvSpPr>
          <p:cNvPr id="77" name="TextBox 30"/>
          <p:cNvSpPr txBox="1"/>
          <p:nvPr/>
        </p:nvSpPr>
        <p:spPr>
          <a:xfrm>
            <a:off x="6922933" y="3510389"/>
            <a:ext cx="1034237" cy="646331"/>
          </a:xfrm>
          <a:prstGeom prst="rect">
            <a:avLst/>
          </a:prstGeom>
          <a:noFill/>
        </p:spPr>
        <p:txBody>
          <a:bodyPr wrap="square" lIns="0" tIns="0" rIns="0" bIns="0" rtlCol="0">
            <a:spAutoFit/>
          </a:bodyPr>
          <a:lstStyle/>
          <a:p>
            <a:pPr algn="ctr"/>
            <a:r>
              <a:rPr lang="zh-CN" altLang="en-US" sz="2100" dirty="0">
                <a:solidFill>
                  <a:srgbClr val="C80A2A"/>
                </a:solidFill>
                <a:latin typeface="+mn-lt"/>
                <a:ea typeface="+mn-ea"/>
                <a:cs typeface="+mn-ea"/>
                <a:sym typeface="+mn-lt"/>
              </a:rPr>
              <a:t>现场气氛问题</a:t>
            </a:r>
          </a:p>
        </p:txBody>
      </p:sp>
      <p:sp>
        <p:nvSpPr>
          <p:cNvPr id="78" name="矩形 27"/>
          <p:cNvSpPr>
            <a:spLocks noChangeArrowheads="1"/>
          </p:cNvSpPr>
          <p:nvPr/>
        </p:nvSpPr>
        <p:spPr bwMode="auto">
          <a:xfrm>
            <a:off x="1260426" y="2212504"/>
            <a:ext cx="2145947" cy="457058"/>
          </a:xfrm>
          <a:prstGeom prst="rect">
            <a:avLst/>
          </a:prstGeom>
          <a:noFill/>
          <a:ln w="9525">
            <a:noFill/>
            <a:miter lim="800000"/>
            <a:headEnd/>
            <a:tailEnd/>
          </a:ln>
        </p:spPr>
        <p:txBody>
          <a:bodyPr wrap="square" lIns="68589" tIns="34295" rIns="68589" bIns="34295">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700" b="0" i="0" u="none" strike="noStrike" kern="0" cap="none" spc="0" normalizeH="0" baseline="0" noProof="0" dirty="0">
                <a:ln>
                  <a:noFill/>
                </a:ln>
                <a:solidFill>
                  <a:schemeClr val="bg1">
                    <a:lumMod val="50000"/>
                  </a:schemeClr>
                </a:solidFill>
                <a:effectLst/>
                <a:uLnTx/>
                <a:uFillTx/>
                <a:latin typeface="+mn-lt"/>
                <a:ea typeface="+mn-ea"/>
                <a:cs typeface="+mn-ea"/>
                <a:sym typeface="+mn-lt"/>
              </a:rPr>
              <a:t>此处添加详细文本描述，建议与标题相关并符合整体语言风格，语言描述尽量简洁生动。此处添加详细文本描述</a:t>
            </a:r>
          </a:p>
        </p:txBody>
      </p:sp>
      <p:sp>
        <p:nvSpPr>
          <p:cNvPr id="79" name="矩形 27"/>
          <p:cNvSpPr>
            <a:spLocks noChangeArrowheads="1"/>
          </p:cNvSpPr>
          <p:nvPr/>
        </p:nvSpPr>
        <p:spPr bwMode="auto">
          <a:xfrm>
            <a:off x="1260426" y="2979582"/>
            <a:ext cx="2145947" cy="457058"/>
          </a:xfrm>
          <a:prstGeom prst="rect">
            <a:avLst/>
          </a:prstGeom>
          <a:noFill/>
          <a:ln w="9525">
            <a:noFill/>
            <a:miter lim="800000"/>
            <a:headEnd/>
            <a:tailEnd/>
          </a:ln>
        </p:spPr>
        <p:txBody>
          <a:bodyPr wrap="square" lIns="68589" tIns="34295" rIns="68589" bIns="34295">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700" b="0" i="0" u="none" strike="noStrike" kern="0" cap="none" spc="0" normalizeH="0" baseline="0" noProof="0" dirty="0">
                <a:ln>
                  <a:noFill/>
                </a:ln>
                <a:solidFill>
                  <a:schemeClr val="bg1">
                    <a:lumMod val="50000"/>
                  </a:schemeClr>
                </a:solidFill>
                <a:effectLst/>
                <a:uLnTx/>
                <a:uFillTx/>
                <a:latin typeface="+mn-lt"/>
                <a:ea typeface="+mn-ea"/>
                <a:cs typeface="+mn-ea"/>
                <a:sym typeface="+mn-lt"/>
              </a:rPr>
              <a:t>此处添加详细文本描述，建议与标题相关并符合整体语言风格，语言描述尽量简洁生动。此处添加详细文本描述</a:t>
            </a:r>
          </a:p>
        </p:txBody>
      </p:sp>
      <p:sp>
        <p:nvSpPr>
          <p:cNvPr id="80" name="矩形 27"/>
          <p:cNvSpPr>
            <a:spLocks noChangeArrowheads="1"/>
          </p:cNvSpPr>
          <p:nvPr/>
        </p:nvSpPr>
        <p:spPr bwMode="auto">
          <a:xfrm>
            <a:off x="5768926" y="2212504"/>
            <a:ext cx="2145947" cy="457058"/>
          </a:xfrm>
          <a:prstGeom prst="rect">
            <a:avLst/>
          </a:prstGeom>
          <a:noFill/>
          <a:ln w="9525">
            <a:noFill/>
            <a:miter lim="800000"/>
            <a:headEnd/>
            <a:tailEnd/>
          </a:ln>
        </p:spPr>
        <p:txBody>
          <a:bodyPr wrap="square" lIns="68589" tIns="34295" rIns="68589" bIns="34295">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700" b="0" i="0" u="none" strike="noStrike" kern="0" cap="none" spc="0" normalizeH="0" baseline="0" noProof="0" dirty="0">
                <a:ln>
                  <a:noFill/>
                </a:ln>
                <a:solidFill>
                  <a:schemeClr val="bg1">
                    <a:lumMod val="50000"/>
                  </a:schemeClr>
                </a:solidFill>
                <a:effectLst/>
                <a:uLnTx/>
                <a:uFillTx/>
                <a:latin typeface="+mn-lt"/>
                <a:ea typeface="+mn-ea"/>
                <a:cs typeface="+mn-ea"/>
                <a:sym typeface="+mn-lt"/>
              </a:rPr>
              <a:t>此处添加详细文本描述，建议与标题相关并符合整体语言风格，语言描述尽量简洁生动。此处添加详细文本描述</a:t>
            </a:r>
          </a:p>
        </p:txBody>
      </p:sp>
      <p:sp>
        <p:nvSpPr>
          <p:cNvPr id="81" name="矩形 27"/>
          <p:cNvSpPr>
            <a:spLocks noChangeArrowheads="1"/>
          </p:cNvSpPr>
          <p:nvPr/>
        </p:nvSpPr>
        <p:spPr bwMode="auto">
          <a:xfrm>
            <a:off x="5768926" y="2979582"/>
            <a:ext cx="2145947" cy="457058"/>
          </a:xfrm>
          <a:prstGeom prst="rect">
            <a:avLst/>
          </a:prstGeom>
          <a:noFill/>
          <a:ln w="9525">
            <a:noFill/>
            <a:miter lim="800000"/>
            <a:headEnd/>
            <a:tailEnd/>
          </a:ln>
        </p:spPr>
        <p:txBody>
          <a:bodyPr wrap="square" lIns="68589" tIns="34295" rIns="68589" bIns="34295">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700" b="0" i="0" u="none" strike="noStrike" kern="0" cap="none" spc="0" normalizeH="0" baseline="0" noProof="0" dirty="0">
                <a:ln>
                  <a:noFill/>
                </a:ln>
                <a:solidFill>
                  <a:schemeClr val="bg1">
                    <a:lumMod val="50000"/>
                  </a:schemeClr>
                </a:solidFill>
                <a:effectLst/>
                <a:uLnTx/>
                <a:uFillTx/>
                <a:latin typeface="+mn-lt"/>
                <a:ea typeface="+mn-ea"/>
                <a:cs typeface="+mn-ea"/>
                <a:sym typeface="+mn-lt"/>
              </a:rPr>
              <a:t>此处添加详细文本描述，建议与标题相关并符合整体语言风格，语言描述尽量简洁生动。此处添加详细文本描述</a:t>
            </a:r>
          </a:p>
        </p:txBody>
      </p:sp>
    </p:spTree>
    <p:extLst>
      <p:ext uri="{BB962C8B-B14F-4D97-AF65-F5344CB8AC3E}">
        <p14:creationId xmlns:p14="http://schemas.microsoft.com/office/powerpoint/2010/main" val="358967160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0-#ppt_w/2"/>
                                          </p:val>
                                        </p:tav>
                                        <p:tav tm="100000">
                                          <p:val>
                                            <p:strVal val="#ppt_x"/>
                                          </p:val>
                                        </p:tav>
                                      </p:tavLst>
                                    </p:anim>
                                    <p:anim calcmode="lin" valueType="num">
                                      <p:cBhvr additive="base">
                                        <p:cTn id="8" dur="500" fill="hold"/>
                                        <p:tgtEl>
                                          <p:spTgt spid="3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0-#ppt_w/2"/>
                                          </p:val>
                                        </p:tav>
                                        <p:tav tm="100000">
                                          <p:val>
                                            <p:strVal val="#ppt_x"/>
                                          </p:val>
                                        </p:tav>
                                      </p:tavLst>
                                    </p:anim>
                                    <p:anim calcmode="lin" valueType="num">
                                      <p:cBhvr additive="base">
                                        <p:cTn id="12" dur="500" fill="hold"/>
                                        <p:tgtEl>
                                          <p:spTgt spid="32"/>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500" fill="hold"/>
                                        <p:tgtEl>
                                          <p:spTgt spid="37"/>
                                        </p:tgtEl>
                                        <p:attrNameLst>
                                          <p:attrName>ppt_x</p:attrName>
                                        </p:attrNameLst>
                                      </p:cBhvr>
                                      <p:tavLst>
                                        <p:tav tm="0">
                                          <p:val>
                                            <p:strVal val="0-#ppt_w/2"/>
                                          </p:val>
                                        </p:tav>
                                        <p:tav tm="100000">
                                          <p:val>
                                            <p:strVal val="#ppt_x"/>
                                          </p:val>
                                        </p:tav>
                                      </p:tavLst>
                                    </p:anim>
                                    <p:anim calcmode="lin" valueType="num">
                                      <p:cBhvr additive="base">
                                        <p:cTn id="16" dur="500" fill="hold"/>
                                        <p:tgtEl>
                                          <p:spTgt spid="3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0-#ppt_w/2"/>
                                          </p:val>
                                        </p:tav>
                                        <p:tav tm="100000">
                                          <p:val>
                                            <p:strVal val="#ppt_x"/>
                                          </p:val>
                                        </p:tav>
                                      </p:tavLst>
                                    </p:anim>
                                    <p:anim calcmode="lin" valueType="num">
                                      <p:cBhvr additive="base">
                                        <p:cTn id="20" dur="500" fill="hold"/>
                                        <p:tgtEl>
                                          <p:spTgt spid="31"/>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 calcmode="lin" valueType="num">
                                      <p:cBhvr additive="base">
                                        <p:cTn id="23" dur="500" fill="hold"/>
                                        <p:tgtEl>
                                          <p:spTgt spid="33"/>
                                        </p:tgtEl>
                                        <p:attrNameLst>
                                          <p:attrName>ppt_x</p:attrName>
                                        </p:attrNameLst>
                                      </p:cBhvr>
                                      <p:tavLst>
                                        <p:tav tm="0">
                                          <p:val>
                                            <p:strVal val="1+#ppt_w/2"/>
                                          </p:val>
                                        </p:tav>
                                        <p:tav tm="100000">
                                          <p:val>
                                            <p:strVal val="#ppt_x"/>
                                          </p:val>
                                        </p:tav>
                                      </p:tavLst>
                                    </p:anim>
                                    <p:anim calcmode="lin" valueType="num">
                                      <p:cBhvr additive="base">
                                        <p:cTn id="24" dur="500" fill="hold"/>
                                        <p:tgtEl>
                                          <p:spTgt spid="33"/>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 calcmode="lin" valueType="num">
                                      <p:cBhvr additive="base">
                                        <p:cTn id="27" dur="500" fill="hold"/>
                                        <p:tgtEl>
                                          <p:spTgt spid="30"/>
                                        </p:tgtEl>
                                        <p:attrNameLst>
                                          <p:attrName>ppt_x</p:attrName>
                                        </p:attrNameLst>
                                      </p:cBhvr>
                                      <p:tavLst>
                                        <p:tav tm="0">
                                          <p:val>
                                            <p:strVal val="1+#ppt_w/2"/>
                                          </p:val>
                                        </p:tav>
                                        <p:tav tm="100000">
                                          <p:val>
                                            <p:strVal val="#ppt_x"/>
                                          </p:val>
                                        </p:tav>
                                      </p:tavLst>
                                    </p:anim>
                                    <p:anim calcmode="lin" valueType="num">
                                      <p:cBhvr additive="base">
                                        <p:cTn id="28" dur="500" fill="hold"/>
                                        <p:tgtEl>
                                          <p:spTgt spid="30"/>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1+#ppt_w/2"/>
                                          </p:val>
                                        </p:tav>
                                        <p:tav tm="100000">
                                          <p:val>
                                            <p:strVal val="#ppt_x"/>
                                          </p:val>
                                        </p:tav>
                                      </p:tavLst>
                                    </p:anim>
                                    <p:anim calcmode="lin" valueType="num">
                                      <p:cBhvr additive="base">
                                        <p:cTn id="32" dur="500" fill="hold"/>
                                        <p:tgtEl>
                                          <p:spTgt spid="34"/>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500" fill="hold"/>
                                        <p:tgtEl>
                                          <p:spTgt spid="29"/>
                                        </p:tgtEl>
                                        <p:attrNameLst>
                                          <p:attrName>ppt_x</p:attrName>
                                        </p:attrNameLst>
                                      </p:cBhvr>
                                      <p:tavLst>
                                        <p:tav tm="0">
                                          <p:val>
                                            <p:strVal val="1+#ppt_w/2"/>
                                          </p:val>
                                        </p:tav>
                                        <p:tav tm="100000">
                                          <p:val>
                                            <p:strVal val="#ppt_x"/>
                                          </p:val>
                                        </p:tav>
                                      </p:tavLst>
                                    </p:anim>
                                    <p:anim calcmode="lin" valueType="num">
                                      <p:cBhvr additive="base">
                                        <p:cTn id="36" dur="500" fill="hold"/>
                                        <p:tgtEl>
                                          <p:spTgt spid="29"/>
                                        </p:tgtEl>
                                        <p:attrNameLst>
                                          <p:attrName>ppt_y</p:attrName>
                                        </p:attrNameLst>
                                      </p:cBhvr>
                                      <p:tavLst>
                                        <p:tav tm="0">
                                          <p:val>
                                            <p:strVal val="#ppt_y"/>
                                          </p:val>
                                        </p:tav>
                                        <p:tav tm="100000">
                                          <p:val>
                                            <p:strVal val="#ppt_y"/>
                                          </p:val>
                                        </p:tav>
                                      </p:tavLst>
                                    </p:anim>
                                  </p:childTnLst>
                                </p:cTn>
                              </p:par>
                            </p:childTnLst>
                          </p:cTn>
                        </p:par>
                        <p:par>
                          <p:cTn id="37" fill="hold">
                            <p:stCondLst>
                              <p:cond delay="500"/>
                            </p:stCondLst>
                            <p:childTnLst>
                              <p:par>
                                <p:cTn id="38" presetID="16" presetClass="entr" presetSubtype="21" fill="hold" grpId="0" nodeType="afterEffect">
                                  <p:stCondLst>
                                    <p:cond delay="0"/>
                                  </p:stCondLst>
                                  <p:childTnLst>
                                    <p:set>
                                      <p:cBhvr>
                                        <p:cTn id="39" dur="1" fill="hold">
                                          <p:stCondLst>
                                            <p:cond delay="0"/>
                                          </p:stCondLst>
                                        </p:cTn>
                                        <p:tgtEl>
                                          <p:spTgt spid="74"/>
                                        </p:tgtEl>
                                        <p:attrNameLst>
                                          <p:attrName>style.visibility</p:attrName>
                                        </p:attrNameLst>
                                      </p:cBhvr>
                                      <p:to>
                                        <p:strVal val="visible"/>
                                      </p:to>
                                    </p:set>
                                    <p:animEffect transition="in" filter="barn(inVertical)">
                                      <p:cBhvr>
                                        <p:cTn id="40" dur="500"/>
                                        <p:tgtEl>
                                          <p:spTgt spid="74"/>
                                        </p:tgtEl>
                                      </p:cBhvr>
                                    </p:animEffect>
                                  </p:childTnLst>
                                </p:cTn>
                              </p:par>
                            </p:childTnLst>
                          </p:cTn>
                        </p:par>
                        <p:par>
                          <p:cTn id="41" fill="hold">
                            <p:stCondLst>
                              <p:cond delay="1000"/>
                            </p:stCondLst>
                            <p:childTnLst>
                              <p:par>
                                <p:cTn id="42" presetID="16" presetClass="entr" presetSubtype="21" fill="hold" grpId="0" nodeType="afterEffect">
                                  <p:stCondLst>
                                    <p:cond delay="0"/>
                                  </p:stCondLst>
                                  <p:childTnLst>
                                    <p:set>
                                      <p:cBhvr>
                                        <p:cTn id="43" dur="1" fill="hold">
                                          <p:stCondLst>
                                            <p:cond delay="0"/>
                                          </p:stCondLst>
                                        </p:cTn>
                                        <p:tgtEl>
                                          <p:spTgt spid="75"/>
                                        </p:tgtEl>
                                        <p:attrNameLst>
                                          <p:attrName>style.visibility</p:attrName>
                                        </p:attrNameLst>
                                      </p:cBhvr>
                                      <p:to>
                                        <p:strVal val="visible"/>
                                      </p:to>
                                    </p:set>
                                    <p:animEffect transition="in" filter="barn(inVertical)">
                                      <p:cBhvr>
                                        <p:cTn id="44" dur="500"/>
                                        <p:tgtEl>
                                          <p:spTgt spid="75"/>
                                        </p:tgtEl>
                                      </p:cBhvr>
                                    </p:animEffect>
                                  </p:childTnLst>
                                </p:cTn>
                              </p:par>
                            </p:childTnLst>
                          </p:cTn>
                        </p:par>
                        <p:par>
                          <p:cTn id="45" fill="hold">
                            <p:stCondLst>
                              <p:cond delay="1500"/>
                            </p:stCondLst>
                            <p:childTnLst>
                              <p:par>
                                <p:cTn id="46" presetID="16" presetClass="entr" presetSubtype="21" fill="hold" grpId="0" nodeType="afterEffect">
                                  <p:stCondLst>
                                    <p:cond delay="0"/>
                                  </p:stCondLst>
                                  <p:childTnLst>
                                    <p:set>
                                      <p:cBhvr>
                                        <p:cTn id="47" dur="1" fill="hold">
                                          <p:stCondLst>
                                            <p:cond delay="0"/>
                                          </p:stCondLst>
                                        </p:cTn>
                                        <p:tgtEl>
                                          <p:spTgt spid="76"/>
                                        </p:tgtEl>
                                        <p:attrNameLst>
                                          <p:attrName>style.visibility</p:attrName>
                                        </p:attrNameLst>
                                      </p:cBhvr>
                                      <p:to>
                                        <p:strVal val="visible"/>
                                      </p:to>
                                    </p:set>
                                    <p:animEffect transition="in" filter="barn(inVertical)">
                                      <p:cBhvr>
                                        <p:cTn id="48" dur="500"/>
                                        <p:tgtEl>
                                          <p:spTgt spid="76"/>
                                        </p:tgtEl>
                                      </p:cBhvr>
                                    </p:animEffect>
                                  </p:childTnLst>
                                </p:cTn>
                              </p:par>
                            </p:childTnLst>
                          </p:cTn>
                        </p:par>
                        <p:par>
                          <p:cTn id="49" fill="hold">
                            <p:stCondLst>
                              <p:cond delay="2000"/>
                            </p:stCondLst>
                            <p:childTnLst>
                              <p:par>
                                <p:cTn id="50" presetID="16" presetClass="entr" presetSubtype="21" fill="hold" grpId="0" nodeType="afterEffect">
                                  <p:stCondLst>
                                    <p:cond delay="0"/>
                                  </p:stCondLst>
                                  <p:childTnLst>
                                    <p:set>
                                      <p:cBhvr>
                                        <p:cTn id="51" dur="1" fill="hold">
                                          <p:stCondLst>
                                            <p:cond delay="0"/>
                                          </p:stCondLst>
                                        </p:cTn>
                                        <p:tgtEl>
                                          <p:spTgt spid="77"/>
                                        </p:tgtEl>
                                        <p:attrNameLst>
                                          <p:attrName>style.visibility</p:attrName>
                                        </p:attrNameLst>
                                      </p:cBhvr>
                                      <p:to>
                                        <p:strVal val="visible"/>
                                      </p:to>
                                    </p:set>
                                    <p:animEffect transition="in" filter="barn(inVertical)">
                                      <p:cBhvr>
                                        <p:cTn id="52" dur="500"/>
                                        <p:tgtEl>
                                          <p:spTgt spid="77"/>
                                        </p:tgtEl>
                                      </p:cBhvr>
                                    </p:animEffect>
                                  </p:childTnLst>
                                </p:cTn>
                              </p:par>
                            </p:childTnLst>
                          </p:cTn>
                        </p:par>
                        <p:par>
                          <p:cTn id="53" fill="hold">
                            <p:stCondLst>
                              <p:cond delay="2500"/>
                            </p:stCondLst>
                            <p:childTnLst>
                              <p:par>
                                <p:cTn id="54" presetID="16" presetClass="entr" presetSubtype="21" fill="hold" grpId="0" nodeType="afterEffect">
                                  <p:stCondLst>
                                    <p:cond delay="0"/>
                                  </p:stCondLst>
                                  <p:childTnLst>
                                    <p:set>
                                      <p:cBhvr>
                                        <p:cTn id="55" dur="1" fill="hold">
                                          <p:stCondLst>
                                            <p:cond delay="0"/>
                                          </p:stCondLst>
                                        </p:cTn>
                                        <p:tgtEl>
                                          <p:spTgt spid="78"/>
                                        </p:tgtEl>
                                        <p:attrNameLst>
                                          <p:attrName>style.visibility</p:attrName>
                                        </p:attrNameLst>
                                      </p:cBhvr>
                                      <p:to>
                                        <p:strVal val="visible"/>
                                      </p:to>
                                    </p:set>
                                    <p:animEffect transition="in" filter="barn(inVertical)">
                                      <p:cBhvr>
                                        <p:cTn id="56" dur="500"/>
                                        <p:tgtEl>
                                          <p:spTgt spid="78"/>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79"/>
                                        </p:tgtEl>
                                        <p:attrNameLst>
                                          <p:attrName>style.visibility</p:attrName>
                                        </p:attrNameLst>
                                      </p:cBhvr>
                                      <p:to>
                                        <p:strVal val="visible"/>
                                      </p:to>
                                    </p:set>
                                    <p:animEffect transition="in" filter="barn(inVertical)">
                                      <p:cBhvr>
                                        <p:cTn id="59" dur="500"/>
                                        <p:tgtEl>
                                          <p:spTgt spid="79"/>
                                        </p:tgtEl>
                                      </p:cBhvr>
                                    </p:animEffect>
                                  </p:childTnLst>
                                </p:cTn>
                              </p:par>
                              <p:par>
                                <p:cTn id="60" presetID="16" presetClass="entr" presetSubtype="21" fill="hold" grpId="0" nodeType="withEffect">
                                  <p:stCondLst>
                                    <p:cond delay="0"/>
                                  </p:stCondLst>
                                  <p:childTnLst>
                                    <p:set>
                                      <p:cBhvr>
                                        <p:cTn id="61" dur="1" fill="hold">
                                          <p:stCondLst>
                                            <p:cond delay="0"/>
                                          </p:stCondLst>
                                        </p:cTn>
                                        <p:tgtEl>
                                          <p:spTgt spid="80"/>
                                        </p:tgtEl>
                                        <p:attrNameLst>
                                          <p:attrName>style.visibility</p:attrName>
                                        </p:attrNameLst>
                                      </p:cBhvr>
                                      <p:to>
                                        <p:strVal val="visible"/>
                                      </p:to>
                                    </p:set>
                                    <p:animEffect transition="in" filter="barn(inVertical)">
                                      <p:cBhvr>
                                        <p:cTn id="62" dur="500"/>
                                        <p:tgtEl>
                                          <p:spTgt spid="80"/>
                                        </p:tgtEl>
                                      </p:cBhvr>
                                    </p:animEffect>
                                  </p:childTnLst>
                                </p:cTn>
                              </p:par>
                              <p:par>
                                <p:cTn id="63" presetID="16" presetClass="entr" presetSubtype="21" fill="hold" grpId="0" nodeType="withEffect">
                                  <p:stCondLst>
                                    <p:cond delay="0"/>
                                  </p:stCondLst>
                                  <p:childTnLst>
                                    <p:set>
                                      <p:cBhvr>
                                        <p:cTn id="64" dur="1" fill="hold">
                                          <p:stCondLst>
                                            <p:cond delay="0"/>
                                          </p:stCondLst>
                                        </p:cTn>
                                        <p:tgtEl>
                                          <p:spTgt spid="81"/>
                                        </p:tgtEl>
                                        <p:attrNameLst>
                                          <p:attrName>style.visibility</p:attrName>
                                        </p:attrNameLst>
                                      </p:cBhvr>
                                      <p:to>
                                        <p:strVal val="visible"/>
                                      </p:to>
                                    </p:set>
                                    <p:animEffect transition="in" filter="barn(inVertical)">
                                      <p:cBhvr>
                                        <p:cTn id="65"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6" grpId="0" animBg="1"/>
      <p:bldP spid="37" grpId="0" animBg="1"/>
      <p:bldP spid="74" grpId="0"/>
      <p:bldP spid="75" grpId="0"/>
      <p:bldP spid="76" grpId="0"/>
      <p:bldP spid="77" grpId="0"/>
      <p:bldP spid="78" grpId="0"/>
      <p:bldP spid="79" grpId="0"/>
      <p:bldP spid="80" grpId="0"/>
      <p:bldP spid="8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图片 5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9129623" cy="5145088"/>
          </a:xfrm>
          <a:prstGeom prst="rect">
            <a:avLst/>
          </a:prstGeom>
        </p:spPr>
      </p:pic>
      <p:pic>
        <p:nvPicPr>
          <p:cNvPr id="53" name="图片 5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134" y="1103198"/>
            <a:ext cx="4792704" cy="4041889"/>
          </a:xfrm>
          <a:prstGeom prst="rect">
            <a:avLst/>
          </a:prstGeom>
        </p:spPr>
      </p:pic>
      <p:pic>
        <p:nvPicPr>
          <p:cNvPr id="54" name="图片 5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54728" y="0"/>
            <a:ext cx="3090860" cy="5145088"/>
          </a:xfrm>
          <a:prstGeom prst="rect">
            <a:avLst/>
          </a:prstGeom>
        </p:spPr>
      </p:pic>
      <p:sp>
        <p:nvSpPr>
          <p:cNvPr id="55" name="TextBox 389"/>
          <p:cNvSpPr txBox="1"/>
          <p:nvPr/>
        </p:nvSpPr>
        <p:spPr>
          <a:xfrm>
            <a:off x="2539255" y="1503309"/>
            <a:ext cx="4051109" cy="861774"/>
          </a:xfrm>
          <a:prstGeom prst="rect">
            <a:avLst/>
          </a:prstGeom>
          <a:noFill/>
        </p:spPr>
        <p:txBody>
          <a:bodyPr wrap="none" rtlCol="0">
            <a:spAutoFit/>
          </a:bodyPr>
          <a:lstStyle/>
          <a:p>
            <a:pPr algn="ctr"/>
            <a:r>
              <a:rPr lang="zh-CN" altLang="en-US" sz="5000" b="1" dirty="0">
                <a:solidFill>
                  <a:srgbClr val="C80A2A"/>
                </a:solidFill>
                <a:effectLst>
                  <a:reflection blurRad="6350" stA="25000" endPos="50000" dist="60007" dir="5400000" sy="-100000" algn="bl" rotWithShape="0"/>
                </a:effectLst>
                <a:latin typeface="+mn-lt"/>
                <a:ea typeface="+mn-ea"/>
                <a:cs typeface="+mn-ea"/>
                <a:sym typeface="+mn-lt"/>
              </a:rPr>
              <a:t>谢谢</a:t>
            </a:r>
            <a:r>
              <a:rPr lang="zh-CN" altLang="en-US" sz="5000" b="1" dirty="0">
                <a:solidFill>
                  <a:srgbClr val="108887"/>
                </a:solidFill>
                <a:effectLst>
                  <a:reflection blurRad="6350" stA="25000" endPos="50000" dist="60007" dir="5400000" sy="-100000" algn="bl" rotWithShape="0"/>
                </a:effectLst>
                <a:latin typeface="+mn-lt"/>
                <a:ea typeface="+mn-ea"/>
                <a:cs typeface="+mn-ea"/>
                <a:sym typeface="+mn-lt"/>
              </a:rPr>
              <a:t>观看</a:t>
            </a:r>
            <a:r>
              <a:rPr lang="zh-CN" altLang="en-US" sz="5000" b="1" dirty="0">
                <a:solidFill>
                  <a:srgbClr val="D87833"/>
                </a:solidFill>
                <a:effectLst>
                  <a:reflection blurRad="6350" stA="25000" endPos="50000" dist="60007" dir="5400000" sy="-100000" algn="bl" rotWithShape="0"/>
                </a:effectLst>
                <a:latin typeface="+mn-lt"/>
                <a:ea typeface="+mn-ea"/>
                <a:cs typeface="+mn-ea"/>
                <a:sym typeface="+mn-lt"/>
              </a:rPr>
              <a:t>指导</a:t>
            </a:r>
          </a:p>
        </p:txBody>
      </p:sp>
      <p:sp>
        <p:nvSpPr>
          <p:cNvPr id="57" name="矩形 56"/>
          <p:cNvSpPr/>
          <p:nvPr/>
        </p:nvSpPr>
        <p:spPr>
          <a:xfrm>
            <a:off x="2812568" y="2486536"/>
            <a:ext cx="3504486" cy="307777"/>
          </a:xfrm>
          <a:prstGeom prst="rect">
            <a:avLst/>
          </a:prstGeom>
        </p:spPr>
        <p:txBody>
          <a:bodyPr wrap="none">
            <a:spAutoFit/>
            <a:scene3d>
              <a:camera prst="orthographicFront"/>
              <a:lightRig rig="threePt" dir="t"/>
            </a:scene3d>
            <a:sp3d contourW="12700"/>
          </a:bodyPr>
          <a:lstStyle/>
          <a:p>
            <a:pPr algn="ctr" fontAlgn="auto">
              <a:spcBef>
                <a:spcPts val="0"/>
              </a:spcBef>
              <a:spcAft>
                <a:spcPts val="0"/>
              </a:spcAft>
            </a:pPr>
            <a:r>
              <a:rPr lang="zh-CN" altLang="en-US" sz="1400" b="1" dirty="0">
                <a:solidFill>
                  <a:schemeClr val="tx1">
                    <a:lumMod val="65000"/>
                    <a:lumOff val="35000"/>
                  </a:schemeClr>
                </a:solidFill>
                <a:latin typeface="+mn-lt"/>
                <a:ea typeface="+mn-ea"/>
                <a:cs typeface="+mn-ea"/>
                <a:sym typeface="+mn-lt"/>
              </a:rPr>
              <a:t>工作总结 </a:t>
            </a:r>
            <a:r>
              <a:rPr lang="en-US" altLang="zh-CN" sz="1400" b="1" dirty="0">
                <a:solidFill>
                  <a:schemeClr val="tx1">
                    <a:lumMod val="65000"/>
                    <a:lumOff val="35000"/>
                  </a:schemeClr>
                </a:solidFill>
                <a:latin typeface="+mn-lt"/>
                <a:ea typeface="+mn-ea"/>
                <a:cs typeface="+mn-ea"/>
                <a:sym typeface="+mn-lt"/>
              </a:rPr>
              <a:t>/ </a:t>
            </a:r>
            <a:r>
              <a:rPr lang="zh-CN" altLang="en-US" sz="1400" b="1" dirty="0">
                <a:solidFill>
                  <a:schemeClr val="tx1">
                    <a:lumMod val="65000"/>
                    <a:lumOff val="35000"/>
                  </a:schemeClr>
                </a:solidFill>
                <a:latin typeface="+mn-lt"/>
                <a:ea typeface="+mn-ea"/>
                <a:cs typeface="+mn-ea"/>
                <a:sym typeface="+mn-lt"/>
              </a:rPr>
              <a:t>述职报告 </a:t>
            </a:r>
            <a:r>
              <a:rPr lang="en-US" altLang="zh-CN" sz="1400" b="1" dirty="0">
                <a:solidFill>
                  <a:schemeClr val="tx1">
                    <a:lumMod val="65000"/>
                    <a:lumOff val="35000"/>
                  </a:schemeClr>
                </a:solidFill>
                <a:latin typeface="+mn-lt"/>
                <a:ea typeface="+mn-ea"/>
                <a:cs typeface="+mn-ea"/>
                <a:sym typeface="+mn-lt"/>
              </a:rPr>
              <a:t>/ </a:t>
            </a:r>
            <a:r>
              <a:rPr lang="zh-CN" altLang="en-US" sz="1400" b="1" dirty="0">
                <a:solidFill>
                  <a:schemeClr val="tx1">
                    <a:lumMod val="65000"/>
                    <a:lumOff val="35000"/>
                  </a:schemeClr>
                </a:solidFill>
                <a:latin typeface="+mn-lt"/>
                <a:ea typeface="+mn-ea"/>
                <a:cs typeface="+mn-ea"/>
                <a:sym typeface="+mn-lt"/>
              </a:rPr>
              <a:t>工作培训 </a:t>
            </a:r>
            <a:r>
              <a:rPr lang="en-US" altLang="zh-CN" sz="1400" b="1" dirty="0">
                <a:solidFill>
                  <a:schemeClr val="tx1">
                    <a:lumMod val="65000"/>
                    <a:lumOff val="35000"/>
                  </a:schemeClr>
                </a:solidFill>
                <a:latin typeface="+mn-lt"/>
                <a:ea typeface="+mn-ea"/>
                <a:cs typeface="+mn-ea"/>
                <a:sym typeface="+mn-lt"/>
              </a:rPr>
              <a:t>/ </a:t>
            </a:r>
            <a:r>
              <a:rPr lang="zh-CN" altLang="en-US" sz="1400" b="1" dirty="0">
                <a:solidFill>
                  <a:schemeClr val="tx1">
                    <a:lumMod val="65000"/>
                    <a:lumOff val="35000"/>
                  </a:schemeClr>
                </a:solidFill>
                <a:latin typeface="+mn-lt"/>
                <a:ea typeface="+mn-ea"/>
                <a:cs typeface="+mn-ea"/>
                <a:sym typeface="+mn-lt"/>
              </a:rPr>
              <a:t>公司会议</a:t>
            </a:r>
          </a:p>
        </p:txBody>
      </p:sp>
      <p:sp>
        <p:nvSpPr>
          <p:cNvPr id="58" name="TextBox 387"/>
          <p:cNvSpPr txBox="1"/>
          <p:nvPr/>
        </p:nvSpPr>
        <p:spPr>
          <a:xfrm>
            <a:off x="2428875" y="2748498"/>
            <a:ext cx="4271872" cy="400110"/>
          </a:xfrm>
          <a:prstGeom prst="rect">
            <a:avLst/>
          </a:prstGeom>
          <a:noFill/>
        </p:spPr>
        <p:txBody>
          <a:bodyPr wrap="square" rtlCol="0">
            <a:spAutoFit/>
          </a:bodyPr>
          <a:lstStyle/>
          <a:p>
            <a:pPr algn="ctr"/>
            <a:r>
              <a:rPr lang="en-US" altLang="zh-CN" sz="1000" dirty="0">
                <a:solidFill>
                  <a:schemeClr val="tx1">
                    <a:lumMod val="50000"/>
                    <a:lumOff val="50000"/>
                  </a:schemeClr>
                </a:solidFill>
                <a:latin typeface="+mn-lt"/>
                <a:ea typeface="+mn-ea"/>
                <a:cs typeface="+mn-ea"/>
                <a:sym typeface="+mn-lt"/>
              </a:rPr>
              <a:t>2020 year-end summary work summarizes the boutique PPT  About the summary text input or copy here</a:t>
            </a:r>
          </a:p>
        </p:txBody>
      </p:sp>
      <p:sp>
        <p:nvSpPr>
          <p:cNvPr id="59" name="TextBox 7"/>
          <p:cNvSpPr>
            <a:spLocks noChangeArrowheads="1"/>
          </p:cNvSpPr>
          <p:nvPr/>
        </p:nvSpPr>
        <p:spPr bwMode="auto">
          <a:xfrm>
            <a:off x="3566254" y="3384359"/>
            <a:ext cx="1997114" cy="184666"/>
          </a:xfrm>
          <a:prstGeom prst="rect">
            <a:avLst/>
          </a:prstGeom>
          <a:noFill/>
          <a:ln w="9525">
            <a:solidFill>
              <a:schemeClr val="bg1">
                <a:lumMod val="6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p>
            <a:pPr algn="ctr" fontAlgn="auto">
              <a:spcBef>
                <a:spcPts val="0"/>
              </a:spcBef>
              <a:spcAft>
                <a:spcPts val="0"/>
              </a:spcAft>
              <a:defRPr/>
            </a:pPr>
            <a:r>
              <a:rPr lang="zh-CN" altLang="en-US" sz="1200" dirty="0">
                <a:solidFill>
                  <a:schemeClr val="tx1">
                    <a:lumMod val="50000"/>
                    <a:lumOff val="50000"/>
                  </a:schemeClr>
                </a:solidFill>
                <a:latin typeface="+mn-lt"/>
                <a:ea typeface="+mn-ea"/>
                <a:cs typeface="+mn-ea"/>
                <a:sym typeface="+mn-lt"/>
              </a:rPr>
              <a:t>述职人：魏强</a:t>
            </a:r>
          </a:p>
        </p:txBody>
      </p:sp>
    </p:spTree>
    <p:extLst>
      <p:ext uri="{BB962C8B-B14F-4D97-AF65-F5344CB8AC3E}">
        <p14:creationId xmlns:p14="http://schemas.microsoft.com/office/powerpoint/2010/main" val="140387598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1000"/>
                                        <p:tgtEl>
                                          <p:spTgt spid="53"/>
                                        </p:tgtEl>
                                      </p:cBhvr>
                                    </p:animEffect>
                                    <p:anim calcmode="lin" valueType="num">
                                      <p:cBhvr>
                                        <p:cTn id="8" dur="1000" fill="hold"/>
                                        <p:tgtEl>
                                          <p:spTgt spid="53"/>
                                        </p:tgtEl>
                                        <p:attrNameLst>
                                          <p:attrName>ppt_x</p:attrName>
                                        </p:attrNameLst>
                                      </p:cBhvr>
                                      <p:tavLst>
                                        <p:tav tm="0">
                                          <p:val>
                                            <p:strVal val="#ppt_x"/>
                                          </p:val>
                                        </p:tav>
                                        <p:tav tm="100000">
                                          <p:val>
                                            <p:strVal val="#ppt_x"/>
                                          </p:val>
                                        </p:tav>
                                      </p:tavLst>
                                    </p:anim>
                                    <p:anim calcmode="lin" valueType="num">
                                      <p:cBhvr>
                                        <p:cTn id="9" dur="1000" fill="hold"/>
                                        <p:tgtEl>
                                          <p:spTgt spid="53"/>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50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1000"/>
                                        <p:tgtEl>
                                          <p:spTgt spid="54"/>
                                        </p:tgtEl>
                                      </p:cBhvr>
                                    </p:animEffect>
                                  </p:childTnLst>
                                </p:cTn>
                              </p:par>
                              <p:par>
                                <p:cTn id="13" presetID="22" presetClass="entr" presetSubtype="8" fill="hold" grpId="0" nodeType="withEffect">
                                  <p:stCondLst>
                                    <p:cond delay="250"/>
                                  </p:stCondLst>
                                  <p:childTnLst>
                                    <p:set>
                                      <p:cBhvr>
                                        <p:cTn id="14" dur="1" fill="hold">
                                          <p:stCondLst>
                                            <p:cond delay="0"/>
                                          </p:stCondLst>
                                        </p:cTn>
                                        <p:tgtEl>
                                          <p:spTgt spid="55"/>
                                        </p:tgtEl>
                                        <p:attrNameLst>
                                          <p:attrName>style.visibility</p:attrName>
                                        </p:attrNameLst>
                                      </p:cBhvr>
                                      <p:to>
                                        <p:strVal val="visible"/>
                                      </p:to>
                                    </p:set>
                                    <p:animEffect transition="in" filter="wipe(left)">
                                      <p:cBhvr>
                                        <p:cTn id="15" dur="1750"/>
                                        <p:tgtEl>
                                          <p:spTgt spid="55"/>
                                        </p:tgtEl>
                                      </p:cBhvr>
                                    </p:animEffect>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1000"/>
                                        <p:tgtEl>
                                          <p:spTgt spid="57"/>
                                        </p:tgtEl>
                                      </p:cBhvr>
                                    </p:animEffect>
                                    <p:anim calcmode="lin" valueType="num">
                                      <p:cBhvr>
                                        <p:cTn id="20" dur="1000" fill="hold"/>
                                        <p:tgtEl>
                                          <p:spTgt spid="57"/>
                                        </p:tgtEl>
                                        <p:attrNameLst>
                                          <p:attrName>ppt_x</p:attrName>
                                        </p:attrNameLst>
                                      </p:cBhvr>
                                      <p:tavLst>
                                        <p:tav tm="0">
                                          <p:val>
                                            <p:strVal val="#ppt_x"/>
                                          </p:val>
                                        </p:tav>
                                        <p:tav tm="100000">
                                          <p:val>
                                            <p:strVal val="#ppt_x"/>
                                          </p:val>
                                        </p:tav>
                                      </p:tavLst>
                                    </p:anim>
                                    <p:anim calcmode="lin" valueType="num">
                                      <p:cBhvr>
                                        <p:cTn id="21" dur="1000" fill="hold"/>
                                        <p:tgtEl>
                                          <p:spTgt spid="57"/>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10" presetClass="entr" presetSubtype="0" fill="hold" grpId="0" nodeType="after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fade">
                                      <p:cBhvr>
                                        <p:cTn id="25" dur="500"/>
                                        <p:tgtEl>
                                          <p:spTgt spid="58"/>
                                        </p:tgtEl>
                                      </p:cBhvr>
                                    </p:animEffect>
                                  </p:childTnLst>
                                </p:cTn>
                              </p:par>
                            </p:childTnLst>
                          </p:cTn>
                        </p:par>
                        <p:par>
                          <p:cTn id="26" fill="hold">
                            <p:stCondLst>
                              <p:cond delay="3500"/>
                            </p:stCondLst>
                            <p:childTnLst>
                              <p:par>
                                <p:cTn id="27" presetID="16" presetClass="entr" presetSubtype="37" fill="hold" grpId="0" nodeType="afterEffect">
                                  <p:stCondLst>
                                    <p:cond delay="0"/>
                                  </p:stCondLst>
                                  <p:childTnLst>
                                    <p:set>
                                      <p:cBhvr>
                                        <p:cTn id="28" dur="1" fill="hold">
                                          <p:stCondLst>
                                            <p:cond delay="0"/>
                                          </p:stCondLst>
                                        </p:cTn>
                                        <p:tgtEl>
                                          <p:spTgt spid="59"/>
                                        </p:tgtEl>
                                        <p:attrNameLst>
                                          <p:attrName>style.visibility</p:attrName>
                                        </p:attrNameLst>
                                      </p:cBhvr>
                                      <p:to>
                                        <p:strVal val="visible"/>
                                      </p:to>
                                    </p:set>
                                    <p:animEffect transition="in" filter="barn(outVertical)">
                                      <p:cBhvr>
                                        <p:cTn id="29" dur="10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7" grpId="0"/>
      <p:bldP spid="58" grpId="0"/>
      <p:bldP spid="5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1" name="Group 39984">
            <a:extLst>
              <a:ext uri="{FF2B5EF4-FFF2-40B4-BE49-F238E27FC236}">
                <a16:creationId xmlns:a16="http://schemas.microsoft.com/office/drawing/2014/main" id="{7FF26FDE-18B0-4A20-A399-1CC6898BD27E}"/>
              </a:ext>
            </a:extLst>
          </p:cNvPr>
          <p:cNvGrpSpPr/>
          <p:nvPr/>
        </p:nvGrpSpPr>
        <p:grpSpPr>
          <a:xfrm>
            <a:off x="2099853" y="1911395"/>
            <a:ext cx="5077320" cy="698127"/>
            <a:chOff x="0" y="0"/>
            <a:chExt cx="9201606" cy="1265211"/>
          </a:xfrm>
        </p:grpSpPr>
        <p:sp>
          <p:nvSpPr>
            <p:cNvPr id="102" name="Shape 39980">
              <a:extLst>
                <a:ext uri="{FF2B5EF4-FFF2-40B4-BE49-F238E27FC236}">
                  <a16:creationId xmlns:a16="http://schemas.microsoft.com/office/drawing/2014/main" id="{63E01C1E-7EEC-4F6A-85F4-5D600C35CC8B}"/>
                </a:ext>
              </a:extLst>
            </p:cNvPr>
            <p:cNvSpPr/>
            <p:nvPr/>
          </p:nvSpPr>
          <p:spPr>
            <a:xfrm>
              <a:off x="0" y="484502"/>
              <a:ext cx="9201607" cy="780710"/>
            </a:xfrm>
            <a:custGeom>
              <a:avLst/>
              <a:gdLst/>
              <a:ahLst/>
              <a:cxnLst>
                <a:cxn ang="0">
                  <a:pos x="wd2" y="hd2"/>
                </a:cxn>
                <a:cxn ang="5400000">
                  <a:pos x="wd2" y="hd2"/>
                </a:cxn>
                <a:cxn ang="10800000">
                  <a:pos x="wd2" y="hd2"/>
                </a:cxn>
                <a:cxn ang="16200000">
                  <a:pos x="wd2" y="hd2"/>
                </a:cxn>
              </a:cxnLst>
              <a:rect l="0" t="0" r="r" b="b"/>
              <a:pathLst>
                <a:path w="21600" h="21600" extrusionOk="0">
                  <a:moveTo>
                    <a:pt x="0" y="21476"/>
                  </a:moveTo>
                  <a:lnTo>
                    <a:pt x="0" y="0"/>
                  </a:lnTo>
                  <a:lnTo>
                    <a:pt x="21600" y="0"/>
                  </a:lnTo>
                  <a:lnTo>
                    <a:pt x="21600" y="21600"/>
                  </a:lnTo>
                </a:path>
              </a:pathLst>
            </a:custGeom>
            <a:noFill/>
            <a:ln w="19050" cap="flat">
              <a:solidFill>
                <a:schemeClr val="bg1">
                  <a:lumMod val="75000"/>
                </a:schemeClr>
              </a:solidFill>
              <a:prstDash val="solid"/>
              <a:miter lim="400000"/>
            </a:ln>
            <a:effectLst/>
          </p:spPr>
          <p:txBody>
            <a:bodyPr wrap="square" lIns="20092" tIns="20092" rIns="20092" bIns="20092" numCol="1" anchor="ctr">
              <a:noAutofit/>
            </a:bodyPr>
            <a:lstStyle/>
            <a:p>
              <a:endParaRPr sz="1013">
                <a:latin typeface="+mn-lt"/>
                <a:ea typeface="+mn-ea"/>
                <a:cs typeface="+mn-ea"/>
                <a:sym typeface="+mn-lt"/>
              </a:endParaRPr>
            </a:p>
          </p:txBody>
        </p:sp>
        <p:sp>
          <p:nvSpPr>
            <p:cNvPr id="103" name="Shape 39981">
              <a:extLst>
                <a:ext uri="{FF2B5EF4-FFF2-40B4-BE49-F238E27FC236}">
                  <a16:creationId xmlns:a16="http://schemas.microsoft.com/office/drawing/2014/main" id="{93021CA7-4A7D-4E09-9E36-443569356BE3}"/>
                </a:ext>
              </a:extLst>
            </p:cNvPr>
            <p:cNvSpPr/>
            <p:nvPr/>
          </p:nvSpPr>
          <p:spPr>
            <a:xfrm>
              <a:off x="4594453" y="0"/>
              <a:ext cx="1" cy="1263286"/>
            </a:xfrm>
            <a:prstGeom prst="line">
              <a:avLst/>
            </a:prstGeom>
            <a:noFill/>
            <a:ln w="19050" cap="flat">
              <a:solidFill>
                <a:schemeClr val="bg1">
                  <a:lumMod val="75000"/>
                </a:schemeClr>
              </a:solidFill>
              <a:prstDash val="solid"/>
              <a:miter lim="400000"/>
            </a:ln>
            <a:effectLst/>
          </p:spPr>
          <p:txBody>
            <a:bodyPr wrap="square" lIns="20092" tIns="20092" rIns="20092" bIns="20092" numCol="1" anchor="ctr">
              <a:noAutofit/>
            </a:bodyPr>
            <a:lstStyle/>
            <a:p>
              <a:endParaRPr sz="1013">
                <a:latin typeface="+mn-lt"/>
                <a:ea typeface="+mn-ea"/>
                <a:cs typeface="+mn-ea"/>
                <a:sym typeface="+mn-lt"/>
              </a:endParaRPr>
            </a:p>
          </p:txBody>
        </p:sp>
        <p:sp>
          <p:nvSpPr>
            <p:cNvPr id="104" name="Shape 39982">
              <a:extLst>
                <a:ext uri="{FF2B5EF4-FFF2-40B4-BE49-F238E27FC236}">
                  <a16:creationId xmlns:a16="http://schemas.microsoft.com/office/drawing/2014/main" id="{87801ED8-7CBA-443D-AE84-F68B8D12F4F4}"/>
                </a:ext>
              </a:extLst>
            </p:cNvPr>
            <p:cNvSpPr/>
            <p:nvPr/>
          </p:nvSpPr>
          <p:spPr>
            <a:xfrm>
              <a:off x="2295753" y="482600"/>
              <a:ext cx="1" cy="780686"/>
            </a:xfrm>
            <a:prstGeom prst="line">
              <a:avLst/>
            </a:prstGeom>
            <a:noFill/>
            <a:ln w="19050" cap="flat">
              <a:solidFill>
                <a:schemeClr val="bg1">
                  <a:lumMod val="75000"/>
                </a:schemeClr>
              </a:solidFill>
              <a:prstDash val="solid"/>
              <a:miter lim="400000"/>
            </a:ln>
            <a:effectLst/>
          </p:spPr>
          <p:txBody>
            <a:bodyPr wrap="square" lIns="20092" tIns="20092" rIns="20092" bIns="20092" numCol="1" anchor="ctr">
              <a:noAutofit/>
            </a:bodyPr>
            <a:lstStyle/>
            <a:p>
              <a:endParaRPr sz="1013">
                <a:latin typeface="+mn-lt"/>
                <a:ea typeface="+mn-ea"/>
                <a:cs typeface="+mn-ea"/>
                <a:sym typeface="+mn-lt"/>
              </a:endParaRPr>
            </a:p>
          </p:txBody>
        </p:sp>
        <p:sp>
          <p:nvSpPr>
            <p:cNvPr id="105" name="Shape 39983">
              <a:extLst>
                <a:ext uri="{FF2B5EF4-FFF2-40B4-BE49-F238E27FC236}">
                  <a16:creationId xmlns:a16="http://schemas.microsoft.com/office/drawing/2014/main" id="{B50AA2E9-1482-40D0-BFA7-5BA5CB2917B6}"/>
                </a:ext>
              </a:extLst>
            </p:cNvPr>
            <p:cNvSpPr/>
            <p:nvPr/>
          </p:nvSpPr>
          <p:spPr>
            <a:xfrm>
              <a:off x="6893152" y="482600"/>
              <a:ext cx="1" cy="780686"/>
            </a:xfrm>
            <a:prstGeom prst="line">
              <a:avLst/>
            </a:prstGeom>
            <a:noFill/>
            <a:ln w="19050" cap="flat">
              <a:solidFill>
                <a:schemeClr val="bg1">
                  <a:lumMod val="75000"/>
                </a:schemeClr>
              </a:solidFill>
              <a:prstDash val="solid"/>
              <a:miter lim="400000"/>
            </a:ln>
            <a:effectLst/>
          </p:spPr>
          <p:txBody>
            <a:bodyPr wrap="square" lIns="20092" tIns="20092" rIns="20092" bIns="20092" numCol="1" anchor="ctr">
              <a:noAutofit/>
            </a:bodyPr>
            <a:lstStyle/>
            <a:p>
              <a:endParaRPr sz="1013">
                <a:latin typeface="+mn-lt"/>
                <a:ea typeface="+mn-ea"/>
                <a:cs typeface="+mn-ea"/>
                <a:sym typeface="+mn-lt"/>
              </a:endParaRPr>
            </a:p>
          </p:txBody>
        </p:sp>
      </p:grpSp>
      <p:sp>
        <p:nvSpPr>
          <p:cNvPr id="48"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添加您的标题</a:t>
            </a:r>
          </a:p>
        </p:txBody>
      </p:sp>
      <p:grpSp>
        <p:nvGrpSpPr>
          <p:cNvPr id="83" name="Group 39961">
            <a:extLst>
              <a:ext uri="{FF2B5EF4-FFF2-40B4-BE49-F238E27FC236}">
                <a16:creationId xmlns:a16="http://schemas.microsoft.com/office/drawing/2014/main" id="{448CACFC-E9D4-4E7F-A8A0-64321DD56A8E}"/>
              </a:ext>
            </a:extLst>
          </p:cNvPr>
          <p:cNvGrpSpPr/>
          <p:nvPr/>
        </p:nvGrpSpPr>
        <p:grpSpPr>
          <a:xfrm>
            <a:off x="4109433" y="1109834"/>
            <a:ext cx="1051153" cy="811591"/>
            <a:chOff x="0" y="0"/>
            <a:chExt cx="1905000" cy="1470841"/>
          </a:xfrm>
          <a:solidFill>
            <a:srgbClr val="C80A2A"/>
          </a:solidFill>
        </p:grpSpPr>
        <p:sp>
          <p:nvSpPr>
            <p:cNvPr id="84" name="Shape 39959">
              <a:extLst>
                <a:ext uri="{FF2B5EF4-FFF2-40B4-BE49-F238E27FC236}">
                  <a16:creationId xmlns:a16="http://schemas.microsoft.com/office/drawing/2014/main" id="{17130B7A-9407-4B1F-B1CA-F6EEADCD428F}"/>
                </a:ext>
              </a:extLst>
            </p:cNvPr>
            <p:cNvSpPr/>
            <p:nvPr/>
          </p:nvSpPr>
          <p:spPr>
            <a:xfrm>
              <a:off x="139091" y="0"/>
              <a:ext cx="1626818" cy="274952"/>
            </a:xfrm>
            <a:custGeom>
              <a:avLst/>
              <a:gdLst/>
              <a:ahLst/>
              <a:cxnLst>
                <a:cxn ang="0">
                  <a:pos x="wd2" y="hd2"/>
                </a:cxn>
                <a:cxn ang="5400000">
                  <a:pos x="wd2" y="hd2"/>
                </a:cxn>
                <a:cxn ang="10800000">
                  <a:pos x="wd2" y="hd2"/>
                </a:cxn>
                <a:cxn ang="16200000">
                  <a:pos x="wd2" y="hd2"/>
                </a:cxn>
              </a:cxnLst>
              <a:rect l="0" t="0" r="r" b="b"/>
              <a:pathLst>
                <a:path w="21586" h="21600" extrusionOk="0">
                  <a:moveTo>
                    <a:pt x="21586" y="21600"/>
                  </a:moveTo>
                  <a:lnTo>
                    <a:pt x="21586" y="17622"/>
                  </a:lnTo>
                  <a:cubicBezTo>
                    <a:pt x="21586" y="15553"/>
                    <a:pt x="21300" y="13860"/>
                    <a:pt x="20950" y="13860"/>
                  </a:cubicBezTo>
                  <a:lnTo>
                    <a:pt x="9943" y="13860"/>
                  </a:lnTo>
                  <a:cubicBezTo>
                    <a:pt x="9594" y="13860"/>
                    <a:pt x="9151" y="12442"/>
                    <a:pt x="8960" y="10709"/>
                  </a:cubicBezTo>
                  <a:lnTo>
                    <a:pt x="8126" y="3150"/>
                  </a:lnTo>
                  <a:cubicBezTo>
                    <a:pt x="7935" y="1418"/>
                    <a:pt x="7493" y="0"/>
                    <a:pt x="7143" y="0"/>
                  </a:cubicBezTo>
                  <a:lnTo>
                    <a:pt x="609" y="0"/>
                  </a:lnTo>
                  <a:cubicBezTo>
                    <a:pt x="260" y="0"/>
                    <a:pt x="-14" y="1692"/>
                    <a:pt x="1" y="3759"/>
                  </a:cubicBezTo>
                  <a:lnTo>
                    <a:pt x="128" y="21600"/>
                  </a:lnTo>
                  <a:cubicBezTo>
                    <a:pt x="128" y="21600"/>
                    <a:pt x="21586" y="21600"/>
                    <a:pt x="21586" y="21600"/>
                  </a:cubicBezTo>
                  <a:close/>
                </a:path>
              </a:pathLst>
            </a:custGeom>
            <a:grpFill/>
            <a:ln w="12700" cap="flat">
              <a:noFill/>
              <a:miter lim="400000"/>
            </a:ln>
            <a:effectLst/>
          </p:spPr>
          <p:txBody>
            <a:bodyPr wrap="square" lIns="15069" tIns="15069" rIns="15069" bIns="15069" numCol="1" anchor="ctr">
              <a:noAutofit/>
            </a:bodyPr>
            <a:lstStyle/>
            <a:p>
              <a:endParaRPr sz="1013">
                <a:latin typeface="+mn-lt"/>
                <a:ea typeface="+mn-ea"/>
                <a:cs typeface="+mn-ea"/>
                <a:sym typeface="+mn-lt"/>
              </a:endParaRPr>
            </a:p>
          </p:txBody>
        </p:sp>
        <p:sp>
          <p:nvSpPr>
            <p:cNvPr id="85" name="Shape 39960">
              <a:extLst>
                <a:ext uri="{FF2B5EF4-FFF2-40B4-BE49-F238E27FC236}">
                  <a16:creationId xmlns:a16="http://schemas.microsoft.com/office/drawing/2014/main" id="{185A401A-097E-47DE-8F1A-2F038FEFCB5D}"/>
                </a:ext>
              </a:extLst>
            </p:cNvPr>
            <p:cNvSpPr/>
            <p:nvPr/>
          </p:nvSpPr>
          <p:spPr>
            <a:xfrm>
              <a:off x="-1" y="265225"/>
              <a:ext cx="1905002" cy="1205617"/>
            </a:xfrm>
            <a:custGeom>
              <a:avLst/>
              <a:gdLst/>
              <a:ahLst/>
              <a:cxnLst>
                <a:cxn ang="0">
                  <a:pos x="wd2" y="hd2"/>
                </a:cxn>
                <a:cxn ang="5400000">
                  <a:pos x="wd2" y="hd2"/>
                </a:cxn>
                <a:cxn ang="10800000">
                  <a:pos x="wd2" y="hd2"/>
                </a:cxn>
                <a:cxn ang="16200000">
                  <a:pos x="wd2" y="hd2"/>
                </a:cxn>
              </a:cxnLst>
              <a:rect l="0" t="0" r="r" b="b"/>
              <a:pathLst>
                <a:path w="21540" h="21600" extrusionOk="0">
                  <a:moveTo>
                    <a:pt x="20041" y="20748"/>
                  </a:moveTo>
                  <a:cubicBezTo>
                    <a:pt x="20006" y="21217"/>
                    <a:pt x="19733" y="21600"/>
                    <a:pt x="19435" y="21600"/>
                  </a:cubicBezTo>
                  <a:lnTo>
                    <a:pt x="1921" y="21600"/>
                  </a:lnTo>
                  <a:cubicBezTo>
                    <a:pt x="1623" y="21600"/>
                    <a:pt x="1354" y="21216"/>
                    <a:pt x="1323" y="20747"/>
                  </a:cubicBezTo>
                  <a:lnTo>
                    <a:pt x="3" y="853"/>
                  </a:lnTo>
                  <a:cubicBezTo>
                    <a:pt x="-28" y="384"/>
                    <a:pt x="190" y="0"/>
                    <a:pt x="488" y="0"/>
                  </a:cubicBezTo>
                  <a:lnTo>
                    <a:pt x="21059" y="0"/>
                  </a:lnTo>
                  <a:cubicBezTo>
                    <a:pt x="21357" y="0"/>
                    <a:pt x="21572" y="383"/>
                    <a:pt x="21537" y="852"/>
                  </a:cubicBezTo>
                  <a:cubicBezTo>
                    <a:pt x="21537" y="852"/>
                    <a:pt x="20041" y="20748"/>
                    <a:pt x="20041" y="20748"/>
                  </a:cubicBezTo>
                  <a:close/>
                </a:path>
              </a:pathLst>
            </a:custGeom>
            <a:grpFill/>
            <a:ln w="12700" cap="flat">
              <a:noFill/>
              <a:miter lim="400000"/>
            </a:ln>
            <a:effectLst/>
          </p:spPr>
          <p:txBody>
            <a:bodyPr wrap="square" lIns="15069" tIns="15069" rIns="15069" bIns="15069" numCol="1" anchor="ctr">
              <a:noAutofit/>
            </a:bodyPr>
            <a:lstStyle/>
            <a:p>
              <a:endParaRPr sz="1013">
                <a:latin typeface="+mn-lt"/>
                <a:ea typeface="+mn-ea"/>
                <a:cs typeface="+mn-ea"/>
                <a:sym typeface="+mn-lt"/>
              </a:endParaRPr>
            </a:p>
          </p:txBody>
        </p:sp>
      </p:grpSp>
      <p:sp>
        <p:nvSpPr>
          <p:cNvPr id="112" name="标题 20"/>
          <p:cNvSpPr txBox="1">
            <a:spLocks/>
          </p:cNvSpPr>
          <p:nvPr/>
        </p:nvSpPr>
        <p:spPr bwMode="auto">
          <a:xfrm>
            <a:off x="3708698" y="1325391"/>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pPr algn="ctr"/>
            <a:r>
              <a:rPr lang="zh-CN" altLang="en-US" sz="1800" dirty="0">
                <a:solidFill>
                  <a:schemeClr val="bg1"/>
                </a:solidFill>
                <a:latin typeface="+mn-lt"/>
                <a:ea typeface="+mn-ea"/>
                <a:cs typeface="+mn-ea"/>
                <a:sym typeface="+mn-lt"/>
              </a:rPr>
              <a:t>执行</a:t>
            </a:r>
            <a:endParaRPr lang="en-US" altLang="zh-CN" sz="1800" dirty="0">
              <a:solidFill>
                <a:schemeClr val="bg1"/>
              </a:solidFill>
              <a:latin typeface="+mn-lt"/>
              <a:ea typeface="+mn-ea"/>
              <a:cs typeface="+mn-ea"/>
              <a:sym typeface="+mn-lt"/>
            </a:endParaRPr>
          </a:p>
          <a:p>
            <a:pPr algn="ctr"/>
            <a:r>
              <a:rPr lang="zh-CN" altLang="en-US" sz="1800" dirty="0">
                <a:solidFill>
                  <a:schemeClr val="bg1"/>
                </a:solidFill>
                <a:latin typeface="+mn-lt"/>
                <a:ea typeface="+mn-ea"/>
                <a:cs typeface="+mn-ea"/>
                <a:sym typeface="+mn-lt"/>
              </a:rPr>
              <a:t>细节</a:t>
            </a:r>
          </a:p>
        </p:txBody>
      </p:sp>
      <p:grpSp>
        <p:nvGrpSpPr>
          <p:cNvPr id="86" name="Group 39966">
            <a:extLst>
              <a:ext uri="{FF2B5EF4-FFF2-40B4-BE49-F238E27FC236}">
                <a16:creationId xmlns:a16="http://schemas.microsoft.com/office/drawing/2014/main" id="{FE45DA98-92F1-4B3F-9C6E-21B3F3FBFEAF}"/>
              </a:ext>
            </a:extLst>
          </p:cNvPr>
          <p:cNvGrpSpPr/>
          <p:nvPr/>
        </p:nvGrpSpPr>
        <p:grpSpPr>
          <a:xfrm>
            <a:off x="1747842" y="2461734"/>
            <a:ext cx="700769" cy="541062"/>
            <a:chOff x="0" y="0"/>
            <a:chExt cx="1270000" cy="980561"/>
          </a:xfrm>
          <a:solidFill>
            <a:srgbClr val="108887"/>
          </a:solidFill>
        </p:grpSpPr>
        <p:sp>
          <p:nvSpPr>
            <p:cNvPr id="87" name="Shape 39964">
              <a:extLst>
                <a:ext uri="{FF2B5EF4-FFF2-40B4-BE49-F238E27FC236}">
                  <a16:creationId xmlns:a16="http://schemas.microsoft.com/office/drawing/2014/main" id="{70FF5930-36BB-4358-84E5-6F6A01DCFF13}"/>
                </a:ext>
              </a:extLst>
            </p:cNvPr>
            <p:cNvSpPr/>
            <p:nvPr/>
          </p:nvSpPr>
          <p:spPr>
            <a:xfrm>
              <a:off x="92727" y="0"/>
              <a:ext cx="1084546" cy="183301"/>
            </a:xfrm>
            <a:custGeom>
              <a:avLst/>
              <a:gdLst/>
              <a:ahLst/>
              <a:cxnLst>
                <a:cxn ang="0">
                  <a:pos x="wd2" y="hd2"/>
                </a:cxn>
                <a:cxn ang="5400000">
                  <a:pos x="wd2" y="hd2"/>
                </a:cxn>
                <a:cxn ang="10800000">
                  <a:pos x="wd2" y="hd2"/>
                </a:cxn>
                <a:cxn ang="16200000">
                  <a:pos x="wd2" y="hd2"/>
                </a:cxn>
              </a:cxnLst>
              <a:rect l="0" t="0" r="r" b="b"/>
              <a:pathLst>
                <a:path w="21586" h="21600" extrusionOk="0">
                  <a:moveTo>
                    <a:pt x="21586" y="21600"/>
                  </a:moveTo>
                  <a:lnTo>
                    <a:pt x="21586" y="17622"/>
                  </a:lnTo>
                  <a:cubicBezTo>
                    <a:pt x="21586" y="15553"/>
                    <a:pt x="21300" y="13860"/>
                    <a:pt x="20950" y="13860"/>
                  </a:cubicBezTo>
                  <a:lnTo>
                    <a:pt x="9943" y="13860"/>
                  </a:lnTo>
                  <a:cubicBezTo>
                    <a:pt x="9594" y="13860"/>
                    <a:pt x="9151" y="12442"/>
                    <a:pt x="8960" y="10709"/>
                  </a:cubicBezTo>
                  <a:lnTo>
                    <a:pt x="8126" y="3150"/>
                  </a:lnTo>
                  <a:cubicBezTo>
                    <a:pt x="7935" y="1418"/>
                    <a:pt x="7493" y="0"/>
                    <a:pt x="7143" y="0"/>
                  </a:cubicBezTo>
                  <a:lnTo>
                    <a:pt x="609" y="0"/>
                  </a:lnTo>
                  <a:cubicBezTo>
                    <a:pt x="260" y="0"/>
                    <a:pt x="-14" y="1692"/>
                    <a:pt x="1" y="3759"/>
                  </a:cubicBezTo>
                  <a:lnTo>
                    <a:pt x="128" y="21600"/>
                  </a:lnTo>
                  <a:cubicBezTo>
                    <a:pt x="128" y="21600"/>
                    <a:pt x="21586" y="21600"/>
                    <a:pt x="21586" y="21600"/>
                  </a:cubicBezTo>
                  <a:close/>
                </a:path>
              </a:pathLst>
            </a:custGeom>
            <a:grpFill/>
            <a:ln w="12700" cap="flat">
              <a:noFill/>
              <a:miter lim="400000"/>
            </a:ln>
            <a:effectLst/>
          </p:spPr>
          <p:txBody>
            <a:bodyPr wrap="square" lIns="15069" tIns="15069" rIns="15069" bIns="15069" numCol="1" anchor="ctr">
              <a:noAutofit/>
            </a:bodyPr>
            <a:lstStyle/>
            <a:p>
              <a:endParaRPr sz="1013">
                <a:latin typeface="+mn-lt"/>
                <a:ea typeface="+mn-ea"/>
                <a:cs typeface="+mn-ea"/>
                <a:sym typeface="+mn-lt"/>
              </a:endParaRPr>
            </a:p>
          </p:txBody>
        </p:sp>
        <p:sp>
          <p:nvSpPr>
            <p:cNvPr id="88" name="Shape 39965">
              <a:extLst>
                <a:ext uri="{FF2B5EF4-FFF2-40B4-BE49-F238E27FC236}">
                  <a16:creationId xmlns:a16="http://schemas.microsoft.com/office/drawing/2014/main" id="{3A59C7B7-AB05-4C29-9B95-C712C97EA31B}"/>
                </a:ext>
              </a:extLst>
            </p:cNvPr>
            <p:cNvSpPr/>
            <p:nvPr/>
          </p:nvSpPr>
          <p:spPr>
            <a:xfrm>
              <a:off x="-1" y="176816"/>
              <a:ext cx="1270001" cy="803746"/>
            </a:xfrm>
            <a:custGeom>
              <a:avLst/>
              <a:gdLst/>
              <a:ahLst/>
              <a:cxnLst>
                <a:cxn ang="0">
                  <a:pos x="wd2" y="hd2"/>
                </a:cxn>
                <a:cxn ang="5400000">
                  <a:pos x="wd2" y="hd2"/>
                </a:cxn>
                <a:cxn ang="10800000">
                  <a:pos x="wd2" y="hd2"/>
                </a:cxn>
                <a:cxn ang="16200000">
                  <a:pos x="wd2" y="hd2"/>
                </a:cxn>
              </a:cxnLst>
              <a:rect l="0" t="0" r="r" b="b"/>
              <a:pathLst>
                <a:path w="21540" h="21600" extrusionOk="0">
                  <a:moveTo>
                    <a:pt x="20041" y="20748"/>
                  </a:moveTo>
                  <a:cubicBezTo>
                    <a:pt x="20006" y="21217"/>
                    <a:pt x="19733" y="21600"/>
                    <a:pt x="19435" y="21600"/>
                  </a:cubicBezTo>
                  <a:lnTo>
                    <a:pt x="1921" y="21600"/>
                  </a:lnTo>
                  <a:cubicBezTo>
                    <a:pt x="1623" y="21600"/>
                    <a:pt x="1354" y="21216"/>
                    <a:pt x="1323" y="20747"/>
                  </a:cubicBezTo>
                  <a:lnTo>
                    <a:pt x="3" y="853"/>
                  </a:lnTo>
                  <a:cubicBezTo>
                    <a:pt x="-28" y="384"/>
                    <a:pt x="190" y="0"/>
                    <a:pt x="488" y="0"/>
                  </a:cubicBezTo>
                  <a:lnTo>
                    <a:pt x="21059" y="0"/>
                  </a:lnTo>
                  <a:cubicBezTo>
                    <a:pt x="21357" y="0"/>
                    <a:pt x="21572" y="383"/>
                    <a:pt x="21537" y="852"/>
                  </a:cubicBezTo>
                  <a:cubicBezTo>
                    <a:pt x="21537" y="852"/>
                    <a:pt x="20041" y="20748"/>
                    <a:pt x="20041" y="20748"/>
                  </a:cubicBezTo>
                  <a:close/>
                </a:path>
              </a:pathLst>
            </a:custGeom>
            <a:grpFill/>
            <a:ln w="12700" cap="flat">
              <a:noFill/>
              <a:miter lim="400000"/>
            </a:ln>
            <a:effectLst/>
          </p:spPr>
          <p:txBody>
            <a:bodyPr wrap="square" lIns="15069" tIns="15069" rIns="15069" bIns="15069" numCol="1" anchor="ctr">
              <a:noAutofit/>
            </a:bodyPr>
            <a:lstStyle/>
            <a:p>
              <a:endParaRPr sz="1013">
                <a:latin typeface="+mn-lt"/>
                <a:ea typeface="+mn-ea"/>
                <a:cs typeface="+mn-ea"/>
                <a:sym typeface="+mn-lt"/>
              </a:endParaRPr>
            </a:p>
          </p:txBody>
        </p:sp>
      </p:grpSp>
      <p:grpSp>
        <p:nvGrpSpPr>
          <p:cNvPr id="89" name="Group 39969">
            <a:extLst>
              <a:ext uri="{FF2B5EF4-FFF2-40B4-BE49-F238E27FC236}">
                <a16:creationId xmlns:a16="http://schemas.microsoft.com/office/drawing/2014/main" id="{593DAAF7-42D1-49D8-B22D-8C6D3F5CB30B}"/>
              </a:ext>
            </a:extLst>
          </p:cNvPr>
          <p:cNvGrpSpPr/>
          <p:nvPr/>
        </p:nvGrpSpPr>
        <p:grpSpPr>
          <a:xfrm>
            <a:off x="4284624" y="2461734"/>
            <a:ext cx="700769" cy="541062"/>
            <a:chOff x="0" y="0"/>
            <a:chExt cx="1270000" cy="980561"/>
          </a:xfrm>
          <a:solidFill>
            <a:srgbClr val="108887"/>
          </a:solidFill>
        </p:grpSpPr>
        <p:sp>
          <p:nvSpPr>
            <p:cNvPr id="90" name="Shape 39967">
              <a:extLst>
                <a:ext uri="{FF2B5EF4-FFF2-40B4-BE49-F238E27FC236}">
                  <a16:creationId xmlns:a16="http://schemas.microsoft.com/office/drawing/2014/main" id="{123DA004-B849-41D7-B55A-6314BBA41CCB}"/>
                </a:ext>
              </a:extLst>
            </p:cNvPr>
            <p:cNvSpPr/>
            <p:nvPr/>
          </p:nvSpPr>
          <p:spPr>
            <a:xfrm>
              <a:off x="92727" y="0"/>
              <a:ext cx="1084546" cy="183301"/>
            </a:xfrm>
            <a:custGeom>
              <a:avLst/>
              <a:gdLst/>
              <a:ahLst/>
              <a:cxnLst>
                <a:cxn ang="0">
                  <a:pos x="wd2" y="hd2"/>
                </a:cxn>
                <a:cxn ang="5400000">
                  <a:pos x="wd2" y="hd2"/>
                </a:cxn>
                <a:cxn ang="10800000">
                  <a:pos x="wd2" y="hd2"/>
                </a:cxn>
                <a:cxn ang="16200000">
                  <a:pos x="wd2" y="hd2"/>
                </a:cxn>
              </a:cxnLst>
              <a:rect l="0" t="0" r="r" b="b"/>
              <a:pathLst>
                <a:path w="21586" h="21600" extrusionOk="0">
                  <a:moveTo>
                    <a:pt x="21586" y="21600"/>
                  </a:moveTo>
                  <a:lnTo>
                    <a:pt x="21586" y="17622"/>
                  </a:lnTo>
                  <a:cubicBezTo>
                    <a:pt x="21586" y="15553"/>
                    <a:pt x="21300" y="13860"/>
                    <a:pt x="20950" y="13860"/>
                  </a:cubicBezTo>
                  <a:lnTo>
                    <a:pt x="9943" y="13860"/>
                  </a:lnTo>
                  <a:cubicBezTo>
                    <a:pt x="9594" y="13860"/>
                    <a:pt x="9151" y="12442"/>
                    <a:pt x="8960" y="10709"/>
                  </a:cubicBezTo>
                  <a:lnTo>
                    <a:pt x="8126" y="3150"/>
                  </a:lnTo>
                  <a:cubicBezTo>
                    <a:pt x="7935" y="1418"/>
                    <a:pt x="7493" y="0"/>
                    <a:pt x="7143" y="0"/>
                  </a:cubicBezTo>
                  <a:lnTo>
                    <a:pt x="609" y="0"/>
                  </a:lnTo>
                  <a:cubicBezTo>
                    <a:pt x="260" y="0"/>
                    <a:pt x="-14" y="1692"/>
                    <a:pt x="1" y="3759"/>
                  </a:cubicBezTo>
                  <a:lnTo>
                    <a:pt x="128" y="21600"/>
                  </a:lnTo>
                  <a:cubicBezTo>
                    <a:pt x="128" y="21600"/>
                    <a:pt x="21586" y="21600"/>
                    <a:pt x="21586" y="21600"/>
                  </a:cubicBezTo>
                  <a:close/>
                </a:path>
              </a:pathLst>
            </a:custGeom>
            <a:grpFill/>
            <a:ln w="12700" cap="flat">
              <a:noFill/>
              <a:miter lim="400000"/>
            </a:ln>
            <a:effectLst/>
          </p:spPr>
          <p:txBody>
            <a:bodyPr wrap="square" lIns="15069" tIns="15069" rIns="15069" bIns="15069" numCol="1" anchor="ctr">
              <a:noAutofit/>
            </a:bodyPr>
            <a:lstStyle/>
            <a:p>
              <a:endParaRPr sz="1013">
                <a:latin typeface="+mn-lt"/>
                <a:ea typeface="+mn-ea"/>
                <a:cs typeface="+mn-ea"/>
                <a:sym typeface="+mn-lt"/>
              </a:endParaRPr>
            </a:p>
          </p:txBody>
        </p:sp>
        <p:sp>
          <p:nvSpPr>
            <p:cNvPr id="91" name="Shape 39968">
              <a:extLst>
                <a:ext uri="{FF2B5EF4-FFF2-40B4-BE49-F238E27FC236}">
                  <a16:creationId xmlns:a16="http://schemas.microsoft.com/office/drawing/2014/main" id="{8B7BACF4-A4C8-4D62-A5A1-E8B46E4E9C06}"/>
                </a:ext>
              </a:extLst>
            </p:cNvPr>
            <p:cNvSpPr/>
            <p:nvPr/>
          </p:nvSpPr>
          <p:spPr>
            <a:xfrm>
              <a:off x="-1" y="176816"/>
              <a:ext cx="1270001" cy="803746"/>
            </a:xfrm>
            <a:custGeom>
              <a:avLst/>
              <a:gdLst/>
              <a:ahLst/>
              <a:cxnLst>
                <a:cxn ang="0">
                  <a:pos x="wd2" y="hd2"/>
                </a:cxn>
                <a:cxn ang="5400000">
                  <a:pos x="wd2" y="hd2"/>
                </a:cxn>
                <a:cxn ang="10800000">
                  <a:pos x="wd2" y="hd2"/>
                </a:cxn>
                <a:cxn ang="16200000">
                  <a:pos x="wd2" y="hd2"/>
                </a:cxn>
              </a:cxnLst>
              <a:rect l="0" t="0" r="r" b="b"/>
              <a:pathLst>
                <a:path w="21540" h="21600" extrusionOk="0">
                  <a:moveTo>
                    <a:pt x="20041" y="20748"/>
                  </a:moveTo>
                  <a:cubicBezTo>
                    <a:pt x="20006" y="21217"/>
                    <a:pt x="19733" y="21600"/>
                    <a:pt x="19435" y="21600"/>
                  </a:cubicBezTo>
                  <a:lnTo>
                    <a:pt x="1921" y="21600"/>
                  </a:lnTo>
                  <a:cubicBezTo>
                    <a:pt x="1623" y="21600"/>
                    <a:pt x="1354" y="21216"/>
                    <a:pt x="1323" y="20747"/>
                  </a:cubicBezTo>
                  <a:lnTo>
                    <a:pt x="3" y="853"/>
                  </a:lnTo>
                  <a:cubicBezTo>
                    <a:pt x="-28" y="384"/>
                    <a:pt x="190" y="0"/>
                    <a:pt x="488" y="0"/>
                  </a:cubicBezTo>
                  <a:lnTo>
                    <a:pt x="21059" y="0"/>
                  </a:lnTo>
                  <a:cubicBezTo>
                    <a:pt x="21357" y="0"/>
                    <a:pt x="21572" y="383"/>
                    <a:pt x="21537" y="852"/>
                  </a:cubicBezTo>
                  <a:cubicBezTo>
                    <a:pt x="21537" y="852"/>
                    <a:pt x="20041" y="20748"/>
                    <a:pt x="20041" y="20748"/>
                  </a:cubicBezTo>
                  <a:close/>
                </a:path>
              </a:pathLst>
            </a:custGeom>
            <a:grpFill/>
            <a:ln w="12700" cap="flat">
              <a:noFill/>
              <a:miter lim="400000"/>
            </a:ln>
            <a:effectLst/>
          </p:spPr>
          <p:txBody>
            <a:bodyPr wrap="square" lIns="15069" tIns="15069" rIns="15069" bIns="15069" numCol="1" anchor="ctr">
              <a:noAutofit/>
            </a:bodyPr>
            <a:lstStyle/>
            <a:p>
              <a:endParaRPr sz="1013">
                <a:latin typeface="+mn-lt"/>
                <a:ea typeface="+mn-ea"/>
                <a:cs typeface="+mn-ea"/>
                <a:sym typeface="+mn-lt"/>
              </a:endParaRPr>
            </a:p>
          </p:txBody>
        </p:sp>
      </p:grpSp>
      <p:grpSp>
        <p:nvGrpSpPr>
          <p:cNvPr id="92" name="Group 39972">
            <a:extLst>
              <a:ext uri="{FF2B5EF4-FFF2-40B4-BE49-F238E27FC236}">
                <a16:creationId xmlns:a16="http://schemas.microsoft.com/office/drawing/2014/main" id="{BEBE1FAD-4B30-4CB6-83C0-ACAC30DBDE57}"/>
              </a:ext>
            </a:extLst>
          </p:cNvPr>
          <p:cNvGrpSpPr/>
          <p:nvPr/>
        </p:nvGrpSpPr>
        <p:grpSpPr>
          <a:xfrm>
            <a:off x="3016233" y="2461734"/>
            <a:ext cx="700769" cy="541062"/>
            <a:chOff x="0" y="0"/>
            <a:chExt cx="1270000" cy="980561"/>
          </a:xfrm>
          <a:solidFill>
            <a:srgbClr val="D87833"/>
          </a:solidFill>
        </p:grpSpPr>
        <p:sp>
          <p:nvSpPr>
            <p:cNvPr id="93" name="Shape 39970">
              <a:extLst>
                <a:ext uri="{FF2B5EF4-FFF2-40B4-BE49-F238E27FC236}">
                  <a16:creationId xmlns:a16="http://schemas.microsoft.com/office/drawing/2014/main" id="{9E17F7B3-8B57-4FD6-B98A-CB0B855CB4D0}"/>
                </a:ext>
              </a:extLst>
            </p:cNvPr>
            <p:cNvSpPr/>
            <p:nvPr/>
          </p:nvSpPr>
          <p:spPr>
            <a:xfrm>
              <a:off x="92727" y="0"/>
              <a:ext cx="1084546" cy="183301"/>
            </a:xfrm>
            <a:custGeom>
              <a:avLst/>
              <a:gdLst/>
              <a:ahLst/>
              <a:cxnLst>
                <a:cxn ang="0">
                  <a:pos x="wd2" y="hd2"/>
                </a:cxn>
                <a:cxn ang="5400000">
                  <a:pos x="wd2" y="hd2"/>
                </a:cxn>
                <a:cxn ang="10800000">
                  <a:pos x="wd2" y="hd2"/>
                </a:cxn>
                <a:cxn ang="16200000">
                  <a:pos x="wd2" y="hd2"/>
                </a:cxn>
              </a:cxnLst>
              <a:rect l="0" t="0" r="r" b="b"/>
              <a:pathLst>
                <a:path w="21586" h="21600" extrusionOk="0">
                  <a:moveTo>
                    <a:pt x="21586" y="21600"/>
                  </a:moveTo>
                  <a:lnTo>
                    <a:pt x="21586" y="17622"/>
                  </a:lnTo>
                  <a:cubicBezTo>
                    <a:pt x="21586" y="15553"/>
                    <a:pt x="21300" y="13860"/>
                    <a:pt x="20950" y="13860"/>
                  </a:cubicBezTo>
                  <a:lnTo>
                    <a:pt x="9943" y="13860"/>
                  </a:lnTo>
                  <a:cubicBezTo>
                    <a:pt x="9594" y="13860"/>
                    <a:pt x="9151" y="12442"/>
                    <a:pt x="8960" y="10709"/>
                  </a:cubicBezTo>
                  <a:lnTo>
                    <a:pt x="8126" y="3150"/>
                  </a:lnTo>
                  <a:cubicBezTo>
                    <a:pt x="7935" y="1418"/>
                    <a:pt x="7493" y="0"/>
                    <a:pt x="7143" y="0"/>
                  </a:cubicBezTo>
                  <a:lnTo>
                    <a:pt x="609" y="0"/>
                  </a:lnTo>
                  <a:cubicBezTo>
                    <a:pt x="260" y="0"/>
                    <a:pt x="-14" y="1692"/>
                    <a:pt x="1" y="3759"/>
                  </a:cubicBezTo>
                  <a:lnTo>
                    <a:pt x="128" y="21600"/>
                  </a:lnTo>
                  <a:cubicBezTo>
                    <a:pt x="128" y="21600"/>
                    <a:pt x="21586" y="21600"/>
                    <a:pt x="21586" y="21600"/>
                  </a:cubicBezTo>
                  <a:close/>
                </a:path>
              </a:pathLst>
            </a:custGeom>
            <a:grpFill/>
            <a:ln w="12700" cap="flat">
              <a:noFill/>
              <a:miter lim="400000"/>
            </a:ln>
            <a:effectLst/>
          </p:spPr>
          <p:txBody>
            <a:bodyPr wrap="square" lIns="15069" tIns="15069" rIns="15069" bIns="15069" numCol="1" anchor="ctr">
              <a:noAutofit/>
            </a:bodyPr>
            <a:lstStyle/>
            <a:p>
              <a:endParaRPr sz="1013">
                <a:latin typeface="+mn-lt"/>
                <a:ea typeface="+mn-ea"/>
                <a:cs typeface="+mn-ea"/>
                <a:sym typeface="+mn-lt"/>
              </a:endParaRPr>
            </a:p>
          </p:txBody>
        </p:sp>
        <p:sp>
          <p:nvSpPr>
            <p:cNvPr id="94" name="Shape 39971">
              <a:extLst>
                <a:ext uri="{FF2B5EF4-FFF2-40B4-BE49-F238E27FC236}">
                  <a16:creationId xmlns:a16="http://schemas.microsoft.com/office/drawing/2014/main" id="{B153796D-208F-4C70-B148-D519D73225A9}"/>
                </a:ext>
              </a:extLst>
            </p:cNvPr>
            <p:cNvSpPr/>
            <p:nvPr/>
          </p:nvSpPr>
          <p:spPr>
            <a:xfrm>
              <a:off x="-1" y="176816"/>
              <a:ext cx="1270001" cy="803746"/>
            </a:xfrm>
            <a:custGeom>
              <a:avLst/>
              <a:gdLst/>
              <a:ahLst/>
              <a:cxnLst>
                <a:cxn ang="0">
                  <a:pos x="wd2" y="hd2"/>
                </a:cxn>
                <a:cxn ang="5400000">
                  <a:pos x="wd2" y="hd2"/>
                </a:cxn>
                <a:cxn ang="10800000">
                  <a:pos x="wd2" y="hd2"/>
                </a:cxn>
                <a:cxn ang="16200000">
                  <a:pos x="wd2" y="hd2"/>
                </a:cxn>
              </a:cxnLst>
              <a:rect l="0" t="0" r="r" b="b"/>
              <a:pathLst>
                <a:path w="21540" h="21600" extrusionOk="0">
                  <a:moveTo>
                    <a:pt x="20041" y="20748"/>
                  </a:moveTo>
                  <a:cubicBezTo>
                    <a:pt x="20006" y="21217"/>
                    <a:pt x="19733" y="21600"/>
                    <a:pt x="19435" y="21600"/>
                  </a:cubicBezTo>
                  <a:lnTo>
                    <a:pt x="1921" y="21600"/>
                  </a:lnTo>
                  <a:cubicBezTo>
                    <a:pt x="1623" y="21600"/>
                    <a:pt x="1354" y="21216"/>
                    <a:pt x="1323" y="20747"/>
                  </a:cubicBezTo>
                  <a:lnTo>
                    <a:pt x="3" y="853"/>
                  </a:lnTo>
                  <a:cubicBezTo>
                    <a:pt x="-28" y="384"/>
                    <a:pt x="190" y="0"/>
                    <a:pt x="488" y="0"/>
                  </a:cubicBezTo>
                  <a:lnTo>
                    <a:pt x="21059" y="0"/>
                  </a:lnTo>
                  <a:cubicBezTo>
                    <a:pt x="21357" y="0"/>
                    <a:pt x="21572" y="383"/>
                    <a:pt x="21537" y="852"/>
                  </a:cubicBezTo>
                  <a:cubicBezTo>
                    <a:pt x="21537" y="852"/>
                    <a:pt x="20041" y="20748"/>
                    <a:pt x="20041" y="20748"/>
                  </a:cubicBezTo>
                  <a:close/>
                </a:path>
              </a:pathLst>
            </a:custGeom>
            <a:grpFill/>
            <a:ln w="12700" cap="flat">
              <a:noFill/>
              <a:miter lim="400000"/>
            </a:ln>
            <a:effectLst/>
          </p:spPr>
          <p:txBody>
            <a:bodyPr wrap="square" lIns="15069" tIns="15069" rIns="15069" bIns="15069" numCol="1" anchor="ctr">
              <a:noAutofit/>
            </a:bodyPr>
            <a:lstStyle/>
            <a:p>
              <a:endParaRPr sz="1013">
                <a:latin typeface="+mn-lt"/>
                <a:ea typeface="+mn-ea"/>
                <a:cs typeface="+mn-ea"/>
                <a:sym typeface="+mn-lt"/>
              </a:endParaRPr>
            </a:p>
          </p:txBody>
        </p:sp>
      </p:grpSp>
      <p:grpSp>
        <p:nvGrpSpPr>
          <p:cNvPr id="95" name="Group 39975">
            <a:extLst>
              <a:ext uri="{FF2B5EF4-FFF2-40B4-BE49-F238E27FC236}">
                <a16:creationId xmlns:a16="http://schemas.microsoft.com/office/drawing/2014/main" id="{935FC865-B07D-47F3-9998-33A2321DC6E4}"/>
              </a:ext>
            </a:extLst>
          </p:cNvPr>
          <p:cNvGrpSpPr/>
          <p:nvPr/>
        </p:nvGrpSpPr>
        <p:grpSpPr>
          <a:xfrm>
            <a:off x="6821406" y="2461734"/>
            <a:ext cx="700769" cy="541062"/>
            <a:chOff x="0" y="0"/>
            <a:chExt cx="1270000" cy="980561"/>
          </a:xfrm>
          <a:solidFill>
            <a:srgbClr val="108887"/>
          </a:solidFill>
        </p:grpSpPr>
        <p:sp>
          <p:nvSpPr>
            <p:cNvPr id="96" name="Shape 39973">
              <a:extLst>
                <a:ext uri="{FF2B5EF4-FFF2-40B4-BE49-F238E27FC236}">
                  <a16:creationId xmlns:a16="http://schemas.microsoft.com/office/drawing/2014/main" id="{3366744C-FBB1-4C02-B944-500D13897BEA}"/>
                </a:ext>
              </a:extLst>
            </p:cNvPr>
            <p:cNvSpPr/>
            <p:nvPr/>
          </p:nvSpPr>
          <p:spPr>
            <a:xfrm>
              <a:off x="92727" y="0"/>
              <a:ext cx="1084546" cy="183301"/>
            </a:xfrm>
            <a:custGeom>
              <a:avLst/>
              <a:gdLst/>
              <a:ahLst/>
              <a:cxnLst>
                <a:cxn ang="0">
                  <a:pos x="wd2" y="hd2"/>
                </a:cxn>
                <a:cxn ang="5400000">
                  <a:pos x="wd2" y="hd2"/>
                </a:cxn>
                <a:cxn ang="10800000">
                  <a:pos x="wd2" y="hd2"/>
                </a:cxn>
                <a:cxn ang="16200000">
                  <a:pos x="wd2" y="hd2"/>
                </a:cxn>
              </a:cxnLst>
              <a:rect l="0" t="0" r="r" b="b"/>
              <a:pathLst>
                <a:path w="21586" h="21600" extrusionOk="0">
                  <a:moveTo>
                    <a:pt x="21586" y="21600"/>
                  </a:moveTo>
                  <a:lnTo>
                    <a:pt x="21586" y="17622"/>
                  </a:lnTo>
                  <a:cubicBezTo>
                    <a:pt x="21586" y="15553"/>
                    <a:pt x="21300" y="13860"/>
                    <a:pt x="20950" y="13860"/>
                  </a:cubicBezTo>
                  <a:lnTo>
                    <a:pt x="9943" y="13860"/>
                  </a:lnTo>
                  <a:cubicBezTo>
                    <a:pt x="9594" y="13860"/>
                    <a:pt x="9151" y="12442"/>
                    <a:pt x="8960" y="10709"/>
                  </a:cubicBezTo>
                  <a:lnTo>
                    <a:pt x="8126" y="3150"/>
                  </a:lnTo>
                  <a:cubicBezTo>
                    <a:pt x="7935" y="1418"/>
                    <a:pt x="7493" y="0"/>
                    <a:pt x="7143" y="0"/>
                  </a:cubicBezTo>
                  <a:lnTo>
                    <a:pt x="609" y="0"/>
                  </a:lnTo>
                  <a:cubicBezTo>
                    <a:pt x="260" y="0"/>
                    <a:pt x="-14" y="1692"/>
                    <a:pt x="1" y="3759"/>
                  </a:cubicBezTo>
                  <a:lnTo>
                    <a:pt x="128" y="21600"/>
                  </a:lnTo>
                  <a:cubicBezTo>
                    <a:pt x="128" y="21600"/>
                    <a:pt x="21586" y="21600"/>
                    <a:pt x="21586" y="21600"/>
                  </a:cubicBezTo>
                  <a:close/>
                </a:path>
              </a:pathLst>
            </a:custGeom>
            <a:grpFill/>
            <a:ln w="12700" cap="flat">
              <a:noFill/>
              <a:miter lim="400000"/>
            </a:ln>
            <a:effectLst/>
          </p:spPr>
          <p:txBody>
            <a:bodyPr wrap="square" lIns="15069" tIns="15069" rIns="15069" bIns="15069" numCol="1" anchor="ctr">
              <a:noAutofit/>
            </a:bodyPr>
            <a:lstStyle/>
            <a:p>
              <a:endParaRPr sz="1013">
                <a:latin typeface="+mn-lt"/>
                <a:ea typeface="+mn-ea"/>
                <a:cs typeface="+mn-ea"/>
                <a:sym typeface="+mn-lt"/>
              </a:endParaRPr>
            </a:p>
          </p:txBody>
        </p:sp>
        <p:sp>
          <p:nvSpPr>
            <p:cNvPr id="97" name="Shape 39974">
              <a:extLst>
                <a:ext uri="{FF2B5EF4-FFF2-40B4-BE49-F238E27FC236}">
                  <a16:creationId xmlns:a16="http://schemas.microsoft.com/office/drawing/2014/main" id="{1AEEB8D1-E598-43FF-B59C-C5F2D51AB238}"/>
                </a:ext>
              </a:extLst>
            </p:cNvPr>
            <p:cNvSpPr/>
            <p:nvPr/>
          </p:nvSpPr>
          <p:spPr>
            <a:xfrm>
              <a:off x="-1" y="176816"/>
              <a:ext cx="1270001" cy="803746"/>
            </a:xfrm>
            <a:custGeom>
              <a:avLst/>
              <a:gdLst/>
              <a:ahLst/>
              <a:cxnLst>
                <a:cxn ang="0">
                  <a:pos x="wd2" y="hd2"/>
                </a:cxn>
                <a:cxn ang="5400000">
                  <a:pos x="wd2" y="hd2"/>
                </a:cxn>
                <a:cxn ang="10800000">
                  <a:pos x="wd2" y="hd2"/>
                </a:cxn>
                <a:cxn ang="16200000">
                  <a:pos x="wd2" y="hd2"/>
                </a:cxn>
              </a:cxnLst>
              <a:rect l="0" t="0" r="r" b="b"/>
              <a:pathLst>
                <a:path w="21540" h="21600" extrusionOk="0">
                  <a:moveTo>
                    <a:pt x="20041" y="20748"/>
                  </a:moveTo>
                  <a:cubicBezTo>
                    <a:pt x="20006" y="21217"/>
                    <a:pt x="19733" y="21600"/>
                    <a:pt x="19435" y="21600"/>
                  </a:cubicBezTo>
                  <a:lnTo>
                    <a:pt x="1921" y="21600"/>
                  </a:lnTo>
                  <a:cubicBezTo>
                    <a:pt x="1623" y="21600"/>
                    <a:pt x="1354" y="21216"/>
                    <a:pt x="1323" y="20747"/>
                  </a:cubicBezTo>
                  <a:lnTo>
                    <a:pt x="3" y="853"/>
                  </a:lnTo>
                  <a:cubicBezTo>
                    <a:pt x="-28" y="384"/>
                    <a:pt x="190" y="0"/>
                    <a:pt x="488" y="0"/>
                  </a:cubicBezTo>
                  <a:lnTo>
                    <a:pt x="21059" y="0"/>
                  </a:lnTo>
                  <a:cubicBezTo>
                    <a:pt x="21357" y="0"/>
                    <a:pt x="21572" y="383"/>
                    <a:pt x="21537" y="852"/>
                  </a:cubicBezTo>
                  <a:cubicBezTo>
                    <a:pt x="21537" y="852"/>
                    <a:pt x="20041" y="20748"/>
                    <a:pt x="20041" y="20748"/>
                  </a:cubicBezTo>
                  <a:close/>
                </a:path>
              </a:pathLst>
            </a:custGeom>
            <a:grpFill/>
            <a:ln w="12700" cap="flat">
              <a:noFill/>
              <a:miter lim="400000"/>
            </a:ln>
            <a:effectLst/>
          </p:spPr>
          <p:txBody>
            <a:bodyPr wrap="square" lIns="15069" tIns="15069" rIns="15069" bIns="15069" numCol="1" anchor="ctr">
              <a:noAutofit/>
            </a:bodyPr>
            <a:lstStyle/>
            <a:p>
              <a:endParaRPr sz="1013">
                <a:latin typeface="+mn-lt"/>
                <a:ea typeface="+mn-ea"/>
                <a:cs typeface="+mn-ea"/>
                <a:sym typeface="+mn-lt"/>
              </a:endParaRPr>
            </a:p>
          </p:txBody>
        </p:sp>
      </p:grpSp>
      <p:grpSp>
        <p:nvGrpSpPr>
          <p:cNvPr id="98" name="Group 39978">
            <a:extLst>
              <a:ext uri="{FF2B5EF4-FFF2-40B4-BE49-F238E27FC236}">
                <a16:creationId xmlns:a16="http://schemas.microsoft.com/office/drawing/2014/main" id="{1B0C4233-DBC0-4E00-BAB8-C285C97EDCBB}"/>
              </a:ext>
            </a:extLst>
          </p:cNvPr>
          <p:cNvGrpSpPr/>
          <p:nvPr/>
        </p:nvGrpSpPr>
        <p:grpSpPr>
          <a:xfrm>
            <a:off x="5553015" y="2461734"/>
            <a:ext cx="700769" cy="541062"/>
            <a:chOff x="0" y="0"/>
            <a:chExt cx="1270000" cy="980561"/>
          </a:xfrm>
          <a:solidFill>
            <a:srgbClr val="D87833"/>
          </a:solidFill>
        </p:grpSpPr>
        <p:sp>
          <p:nvSpPr>
            <p:cNvPr id="99" name="Shape 39976">
              <a:extLst>
                <a:ext uri="{FF2B5EF4-FFF2-40B4-BE49-F238E27FC236}">
                  <a16:creationId xmlns:a16="http://schemas.microsoft.com/office/drawing/2014/main" id="{B612888B-1478-4F47-862F-161D41AB0095}"/>
                </a:ext>
              </a:extLst>
            </p:cNvPr>
            <p:cNvSpPr/>
            <p:nvPr/>
          </p:nvSpPr>
          <p:spPr>
            <a:xfrm>
              <a:off x="92727" y="0"/>
              <a:ext cx="1084546" cy="183301"/>
            </a:xfrm>
            <a:custGeom>
              <a:avLst/>
              <a:gdLst/>
              <a:ahLst/>
              <a:cxnLst>
                <a:cxn ang="0">
                  <a:pos x="wd2" y="hd2"/>
                </a:cxn>
                <a:cxn ang="5400000">
                  <a:pos x="wd2" y="hd2"/>
                </a:cxn>
                <a:cxn ang="10800000">
                  <a:pos x="wd2" y="hd2"/>
                </a:cxn>
                <a:cxn ang="16200000">
                  <a:pos x="wd2" y="hd2"/>
                </a:cxn>
              </a:cxnLst>
              <a:rect l="0" t="0" r="r" b="b"/>
              <a:pathLst>
                <a:path w="21586" h="21600" extrusionOk="0">
                  <a:moveTo>
                    <a:pt x="21586" y="21600"/>
                  </a:moveTo>
                  <a:lnTo>
                    <a:pt x="21586" y="17622"/>
                  </a:lnTo>
                  <a:cubicBezTo>
                    <a:pt x="21586" y="15553"/>
                    <a:pt x="21300" y="13860"/>
                    <a:pt x="20950" y="13860"/>
                  </a:cubicBezTo>
                  <a:lnTo>
                    <a:pt x="9943" y="13860"/>
                  </a:lnTo>
                  <a:cubicBezTo>
                    <a:pt x="9594" y="13860"/>
                    <a:pt x="9151" y="12442"/>
                    <a:pt x="8960" y="10709"/>
                  </a:cubicBezTo>
                  <a:lnTo>
                    <a:pt x="8126" y="3150"/>
                  </a:lnTo>
                  <a:cubicBezTo>
                    <a:pt x="7935" y="1418"/>
                    <a:pt x="7493" y="0"/>
                    <a:pt x="7143" y="0"/>
                  </a:cubicBezTo>
                  <a:lnTo>
                    <a:pt x="609" y="0"/>
                  </a:lnTo>
                  <a:cubicBezTo>
                    <a:pt x="260" y="0"/>
                    <a:pt x="-14" y="1692"/>
                    <a:pt x="1" y="3759"/>
                  </a:cubicBezTo>
                  <a:lnTo>
                    <a:pt x="128" y="21600"/>
                  </a:lnTo>
                  <a:cubicBezTo>
                    <a:pt x="128" y="21600"/>
                    <a:pt x="21586" y="21600"/>
                    <a:pt x="21586" y="21600"/>
                  </a:cubicBezTo>
                  <a:close/>
                </a:path>
              </a:pathLst>
            </a:custGeom>
            <a:grpFill/>
            <a:ln w="12700" cap="flat">
              <a:noFill/>
              <a:miter lim="400000"/>
            </a:ln>
            <a:effectLst/>
          </p:spPr>
          <p:txBody>
            <a:bodyPr wrap="square" lIns="15069" tIns="15069" rIns="15069" bIns="15069" numCol="1" anchor="ctr">
              <a:noAutofit/>
            </a:bodyPr>
            <a:lstStyle/>
            <a:p>
              <a:endParaRPr sz="1013">
                <a:latin typeface="+mn-lt"/>
                <a:ea typeface="+mn-ea"/>
                <a:cs typeface="+mn-ea"/>
                <a:sym typeface="+mn-lt"/>
              </a:endParaRPr>
            </a:p>
          </p:txBody>
        </p:sp>
        <p:sp>
          <p:nvSpPr>
            <p:cNvPr id="100" name="Shape 39977">
              <a:extLst>
                <a:ext uri="{FF2B5EF4-FFF2-40B4-BE49-F238E27FC236}">
                  <a16:creationId xmlns:a16="http://schemas.microsoft.com/office/drawing/2014/main" id="{8B1C5FCF-9BB6-4E14-BF6C-DB3879D8E617}"/>
                </a:ext>
              </a:extLst>
            </p:cNvPr>
            <p:cNvSpPr/>
            <p:nvPr/>
          </p:nvSpPr>
          <p:spPr>
            <a:xfrm>
              <a:off x="-1" y="176816"/>
              <a:ext cx="1270001" cy="803746"/>
            </a:xfrm>
            <a:custGeom>
              <a:avLst/>
              <a:gdLst/>
              <a:ahLst/>
              <a:cxnLst>
                <a:cxn ang="0">
                  <a:pos x="wd2" y="hd2"/>
                </a:cxn>
                <a:cxn ang="5400000">
                  <a:pos x="wd2" y="hd2"/>
                </a:cxn>
                <a:cxn ang="10800000">
                  <a:pos x="wd2" y="hd2"/>
                </a:cxn>
                <a:cxn ang="16200000">
                  <a:pos x="wd2" y="hd2"/>
                </a:cxn>
              </a:cxnLst>
              <a:rect l="0" t="0" r="r" b="b"/>
              <a:pathLst>
                <a:path w="21540" h="21600" extrusionOk="0">
                  <a:moveTo>
                    <a:pt x="20041" y="20748"/>
                  </a:moveTo>
                  <a:cubicBezTo>
                    <a:pt x="20006" y="21217"/>
                    <a:pt x="19733" y="21600"/>
                    <a:pt x="19435" y="21600"/>
                  </a:cubicBezTo>
                  <a:lnTo>
                    <a:pt x="1921" y="21600"/>
                  </a:lnTo>
                  <a:cubicBezTo>
                    <a:pt x="1623" y="21600"/>
                    <a:pt x="1354" y="21216"/>
                    <a:pt x="1323" y="20747"/>
                  </a:cubicBezTo>
                  <a:lnTo>
                    <a:pt x="3" y="853"/>
                  </a:lnTo>
                  <a:cubicBezTo>
                    <a:pt x="-28" y="384"/>
                    <a:pt x="190" y="0"/>
                    <a:pt x="488" y="0"/>
                  </a:cubicBezTo>
                  <a:lnTo>
                    <a:pt x="21059" y="0"/>
                  </a:lnTo>
                  <a:cubicBezTo>
                    <a:pt x="21357" y="0"/>
                    <a:pt x="21572" y="383"/>
                    <a:pt x="21537" y="852"/>
                  </a:cubicBezTo>
                  <a:cubicBezTo>
                    <a:pt x="21537" y="852"/>
                    <a:pt x="20041" y="20748"/>
                    <a:pt x="20041" y="20748"/>
                  </a:cubicBezTo>
                  <a:close/>
                </a:path>
              </a:pathLst>
            </a:custGeom>
            <a:grpFill/>
            <a:ln w="12700" cap="flat">
              <a:noFill/>
              <a:miter lim="400000"/>
            </a:ln>
            <a:effectLst/>
          </p:spPr>
          <p:txBody>
            <a:bodyPr wrap="square" lIns="15069" tIns="15069" rIns="15069" bIns="15069" numCol="1" anchor="ctr">
              <a:noAutofit/>
            </a:bodyPr>
            <a:lstStyle/>
            <a:p>
              <a:endParaRPr sz="1013">
                <a:latin typeface="+mn-lt"/>
                <a:ea typeface="+mn-ea"/>
                <a:cs typeface="+mn-ea"/>
                <a:sym typeface="+mn-lt"/>
              </a:endParaRPr>
            </a:p>
          </p:txBody>
        </p:sp>
      </p:grpSp>
      <p:sp>
        <p:nvSpPr>
          <p:cNvPr id="113" name="文本框 25"/>
          <p:cNvSpPr txBox="1"/>
          <p:nvPr/>
        </p:nvSpPr>
        <p:spPr>
          <a:xfrm>
            <a:off x="1723117" y="2591111"/>
            <a:ext cx="750218" cy="392536"/>
          </a:xfrm>
          <a:prstGeom prst="rect">
            <a:avLst/>
          </a:prstGeom>
          <a:noFill/>
        </p:spPr>
        <p:txBody>
          <a:bodyPr wrap="square" lIns="68589" tIns="34295" rIns="68589" bIns="34295"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100" b="0" i="0" u="none" strike="noStrike" kern="0" cap="none" spc="0" normalizeH="0" baseline="0" noProof="0" dirty="0">
                <a:ln>
                  <a:noFill/>
                </a:ln>
                <a:solidFill>
                  <a:sysClr val="window" lastClr="FFFFFF"/>
                </a:solidFill>
                <a:effectLst/>
                <a:uLnTx/>
                <a:uFillTx/>
                <a:latin typeface="+mn-lt"/>
                <a:ea typeface="+mn-ea"/>
                <a:cs typeface="+mn-ea"/>
                <a:sym typeface="+mn-lt"/>
              </a:rPr>
              <a:t>01</a:t>
            </a:r>
            <a:endParaRPr kumimoji="0" lang="zh-CN" altLang="en-US" sz="21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114" name="文本框 25"/>
          <p:cNvSpPr txBox="1"/>
          <p:nvPr/>
        </p:nvSpPr>
        <p:spPr>
          <a:xfrm>
            <a:off x="2982175" y="2591111"/>
            <a:ext cx="750218" cy="392536"/>
          </a:xfrm>
          <a:prstGeom prst="rect">
            <a:avLst/>
          </a:prstGeom>
          <a:noFill/>
        </p:spPr>
        <p:txBody>
          <a:bodyPr wrap="square" lIns="68589" tIns="34295" rIns="68589" bIns="34295"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100" b="0" i="0" u="none" strike="noStrike" kern="0" cap="none" spc="0" normalizeH="0" baseline="0" noProof="0" dirty="0">
                <a:ln>
                  <a:noFill/>
                </a:ln>
                <a:solidFill>
                  <a:sysClr val="window" lastClr="FFFFFF"/>
                </a:solidFill>
                <a:effectLst/>
                <a:uLnTx/>
                <a:uFillTx/>
                <a:latin typeface="+mn-lt"/>
                <a:ea typeface="+mn-ea"/>
                <a:cs typeface="+mn-ea"/>
                <a:sym typeface="+mn-lt"/>
              </a:rPr>
              <a:t>02</a:t>
            </a:r>
            <a:endParaRPr kumimoji="0" lang="zh-CN" altLang="en-US" sz="21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118" name="文本框 25"/>
          <p:cNvSpPr txBox="1"/>
          <p:nvPr/>
        </p:nvSpPr>
        <p:spPr>
          <a:xfrm>
            <a:off x="4276403" y="2591111"/>
            <a:ext cx="750218" cy="392536"/>
          </a:xfrm>
          <a:prstGeom prst="rect">
            <a:avLst/>
          </a:prstGeom>
          <a:noFill/>
        </p:spPr>
        <p:txBody>
          <a:bodyPr wrap="square" lIns="68589" tIns="34295" rIns="68589" bIns="34295"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100" b="0" i="0" u="none" strike="noStrike" kern="0" cap="none" spc="0" normalizeH="0" baseline="0" noProof="0" dirty="0">
                <a:ln>
                  <a:noFill/>
                </a:ln>
                <a:solidFill>
                  <a:sysClr val="window" lastClr="FFFFFF"/>
                </a:solidFill>
                <a:effectLst/>
                <a:uLnTx/>
                <a:uFillTx/>
                <a:latin typeface="+mn-lt"/>
                <a:ea typeface="+mn-ea"/>
                <a:cs typeface="+mn-ea"/>
                <a:sym typeface="+mn-lt"/>
              </a:rPr>
              <a:t>03</a:t>
            </a:r>
            <a:endParaRPr kumimoji="0" lang="zh-CN" altLang="en-US" sz="21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119" name="文本框 25"/>
          <p:cNvSpPr txBox="1"/>
          <p:nvPr/>
        </p:nvSpPr>
        <p:spPr>
          <a:xfrm>
            <a:off x="5535462" y="2591111"/>
            <a:ext cx="750218" cy="392536"/>
          </a:xfrm>
          <a:prstGeom prst="rect">
            <a:avLst/>
          </a:prstGeom>
          <a:noFill/>
        </p:spPr>
        <p:txBody>
          <a:bodyPr wrap="square" lIns="68589" tIns="34295" rIns="68589" bIns="34295"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100" b="0" i="0" u="none" strike="noStrike" kern="0" cap="none" spc="0" normalizeH="0" baseline="0" noProof="0" dirty="0">
                <a:ln>
                  <a:noFill/>
                </a:ln>
                <a:solidFill>
                  <a:sysClr val="window" lastClr="FFFFFF"/>
                </a:solidFill>
                <a:effectLst/>
                <a:uLnTx/>
                <a:uFillTx/>
                <a:latin typeface="+mn-lt"/>
                <a:ea typeface="+mn-ea"/>
                <a:cs typeface="+mn-ea"/>
                <a:sym typeface="+mn-lt"/>
              </a:rPr>
              <a:t>04</a:t>
            </a:r>
            <a:endParaRPr kumimoji="0" lang="zh-CN" altLang="en-US" sz="21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120" name="文本框 25"/>
          <p:cNvSpPr txBox="1"/>
          <p:nvPr/>
        </p:nvSpPr>
        <p:spPr>
          <a:xfrm>
            <a:off x="6822656" y="2591111"/>
            <a:ext cx="750218" cy="392536"/>
          </a:xfrm>
          <a:prstGeom prst="rect">
            <a:avLst/>
          </a:prstGeom>
          <a:noFill/>
        </p:spPr>
        <p:txBody>
          <a:bodyPr wrap="square" lIns="68589" tIns="34295" rIns="68589" bIns="34295"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100" b="0" i="0" u="none" strike="noStrike" kern="0" cap="none" spc="0" normalizeH="0" baseline="0" noProof="0" dirty="0">
                <a:ln>
                  <a:noFill/>
                </a:ln>
                <a:solidFill>
                  <a:sysClr val="window" lastClr="FFFFFF"/>
                </a:solidFill>
                <a:effectLst/>
                <a:uLnTx/>
                <a:uFillTx/>
                <a:latin typeface="+mn-lt"/>
                <a:ea typeface="+mn-ea"/>
                <a:cs typeface="+mn-ea"/>
                <a:sym typeface="+mn-lt"/>
              </a:rPr>
              <a:t>05</a:t>
            </a:r>
            <a:endParaRPr kumimoji="0" lang="zh-CN" altLang="en-US" sz="2100" b="0" i="0" u="none" strike="noStrike" kern="0" cap="none" spc="0" normalizeH="0" baseline="0" noProof="0" dirty="0">
              <a:ln>
                <a:noFill/>
              </a:ln>
              <a:solidFill>
                <a:sysClr val="window" lastClr="FFFFFF"/>
              </a:solidFill>
              <a:effectLst/>
              <a:uLnTx/>
              <a:uFillTx/>
              <a:latin typeface="+mn-lt"/>
              <a:ea typeface="+mn-ea"/>
              <a:cs typeface="+mn-ea"/>
              <a:sym typeface="+mn-lt"/>
            </a:endParaRPr>
          </a:p>
        </p:txBody>
      </p:sp>
      <p:sp>
        <p:nvSpPr>
          <p:cNvPr id="126" name="TextBox 30"/>
          <p:cNvSpPr txBox="1"/>
          <p:nvPr/>
        </p:nvSpPr>
        <p:spPr>
          <a:xfrm>
            <a:off x="1210770" y="3105914"/>
            <a:ext cx="1565650" cy="461665"/>
          </a:xfrm>
          <a:prstGeom prst="rect">
            <a:avLst/>
          </a:prstGeom>
          <a:noFill/>
        </p:spPr>
        <p:txBody>
          <a:bodyPr wrap="square" lIns="0" tIns="0" rIns="0" bIns="0" rtlCol="0">
            <a:spAutoFit/>
          </a:bodyPr>
          <a:lstStyle/>
          <a:p>
            <a:pPr algn="ctr"/>
            <a:r>
              <a:rPr lang="zh-CN" altLang="en-US" sz="1500" dirty="0">
                <a:solidFill>
                  <a:schemeClr val="tx1">
                    <a:lumMod val="75000"/>
                    <a:lumOff val="25000"/>
                  </a:schemeClr>
                </a:solidFill>
                <a:latin typeface="+mn-lt"/>
                <a:ea typeface="+mn-ea"/>
                <a:cs typeface="+mn-ea"/>
                <a:sym typeface="+mn-lt"/>
              </a:rPr>
              <a:t>活动方案</a:t>
            </a:r>
            <a:endParaRPr lang="en-US" altLang="zh-CN" sz="1500" dirty="0">
              <a:solidFill>
                <a:schemeClr val="tx1">
                  <a:lumMod val="75000"/>
                  <a:lumOff val="25000"/>
                </a:schemeClr>
              </a:solidFill>
              <a:latin typeface="+mn-lt"/>
              <a:ea typeface="+mn-ea"/>
              <a:cs typeface="+mn-ea"/>
              <a:sym typeface="+mn-lt"/>
            </a:endParaRPr>
          </a:p>
          <a:p>
            <a:pPr algn="ctr"/>
            <a:r>
              <a:rPr lang="zh-CN" altLang="en-US" sz="1500" dirty="0">
                <a:solidFill>
                  <a:schemeClr val="tx1">
                    <a:lumMod val="75000"/>
                    <a:lumOff val="25000"/>
                  </a:schemeClr>
                </a:solidFill>
                <a:latin typeface="+mn-lt"/>
                <a:ea typeface="+mn-ea"/>
                <a:cs typeface="+mn-ea"/>
                <a:sym typeface="+mn-lt"/>
              </a:rPr>
              <a:t>文案化</a:t>
            </a:r>
          </a:p>
        </p:txBody>
      </p:sp>
      <p:sp>
        <p:nvSpPr>
          <p:cNvPr id="127" name="TextBox 30"/>
          <p:cNvSpPr txBox="1"/>
          <p:nvPr/>
        </p:nvSpPr>
        <p:spPr>
          <a:xfrm>
            <a:off x="2772594" y="3105914"/>
            <a:ext cx="1127814" cy="461665"/>
          </a:xfrm>
          <a:prstGeom prst="rect">
            <a:avLst/>
          </a:prstGeom>
          <a:noFill/>
        </p:spPr>
        <p:txBody>
          <a:bodyPr wrap="square" lIns="0" tIns="0" rIns="0" bIns="0" rtlCol="0">
            <a:spAutoFit/>
          </a:bodyPr>
          <a:lstStyle>
            <a:defPPr>
              <a:defRPr lang="zh-CN"/>
            </a:defPPr>
            <a:lvl1pPr algn="ctr">
              <a:defRPr b="1">
                <a:solidFill>
                  <a:srgbClr val="EF4136"/>
                </a:solidFill>
                <a:latin typeface="微软雅黑" pitchFamily="34" charset="-122"/>
                <a:ea typeface="微软雅黑" pitchFamily="34" charset="-122"/>
              </a:defRPr>
            </a:lvl1pPr>
          </a:lstStyle>
          <a:p>
            <a:r>
              <a:rPr lang="zh-CN" altLang="en-US" sz="1500" b="0" dirty="0">
                <a:solidFill>
                  <a:schemeClr val="tx1">
                    <a:lumMod val="75000"/>
                    <a:lumOff val="25000"/>
                  </a:schemeClr>
                </a:solidFill>
                <a:latin typeface="+mn-lt"/>
                <a:ea typeface="+mn-ea"/>
                <a:cs typeface="+mn-ea"/>
                <a:sym typeface="+mn-lt"/>
              </a:rPr>
              <a:t>形式多</a:t>
            </a:r>
            <a:endParaRPr lang="en-US" altLang="zh-CN" sz="1500" b="0" dirty="0">
              <a:solidFill>
                <a:schemeClr val="tx1">
                  <a:lumMod val="75000"/>
                  <a:lumOff val="25000"/>
                </a:schemeClr>
              </a:solidFill>
              <a:latin typeface="+mn-lt"/>
              <a:ea typeface="+mn-ea"/>
              <a:cs typeface="+mn-ea"/>
              <a:sym typeface="+mn-lt"/>
            </a:endParaRPr>
          </a:p>
          <a:p>
            <a:r>
              <a:rPr lang="zh-CN" altLang="en-US" sz="1500" b="0" dirty="0">
                <a:solidFill>
                  <a:schemeClr val="tx1">
                    <a:lumMod val="75000"/>
                    <a:lumOff val="25000"/>
                  </a:schemeClr>
                </a:solidFill>
                <a:latin typeface="+mn-lt"/>
                <a:ea typeface="+mn-ea"/>
                <a:cs typeface="+mn-ea"/>
                <a:sym typeface="+mn-lt"/>
              </a:rPr>
              <a:t>样化</a:t>
            </a:r>
          </a:p>
        </p:txBody>
      </p:sp>
      <p:sp>
        <p:nvSpPr>
          <p:cNvPr id="128" name="TextBox 30"/>
          <p:cNvSpPr txBox="1"/>
          <p:nvPr/>
        </p:nvSpPr>
        <p:spPr>
          <a:xfrm>
            <a:off x="4014209" y="3105914"/>
            <a:ext cx="1134649" cy="461665"/>
          </a:xfrm>
          <a:prstGeom prst="rect">
            <a:avLst/>
          </a:prstGeom>
          <a:noFill/>
        </p:spPr>
        <p:txBody>
          <a:bodyPr wrap="square" lIns="0" tIns="0" rIns="0" bIns="0" rtlCol="0">
            <a:spAutoFit/>
          </a:bodyPr>
          <a:lstStyle>
            <a:defPPr>
              <a:defRPr lang="zh-CN"/>
            </a:defPPr>
            <a:lvl1pPr algn="ctr">
              <a:defRPr b="1">
                <a:solidFill>
                  <a:srgbClr val="EF4136"/>
                </a:solidFill>
                <a:latin typeface="微软雅黑" pitchFamily="34" charset="-122"/>
                <a:ea typeface="微软雅黑" pitchFamily="34" charset="-122"/>
              </a:defRPr>
            </a:lvl1pPr>
          </a:lstStyle>
          <a:p>
            <a:r>
              <a:rPr lang="zh-CN" altLang="en-US" sz="1500" b="0" dirty="0">
                <a:solidFill>
                  <a:schemeClr val="tx1">
                    <a:lumMod val="75000"/>
                    <a:lumOff val="25000"/>
                  </a:schemeClr>
                </a:solidFill>
                <a:latin typeface="+mn-lt"/>
                <a:ea typeface="+mn-ea"/>
                <a:cs typeface="+mn-ea"/>
                <a:sym typeface="+mn-lt"/>
              </a:rPr>
              <a:t>活动效</a:t>
            </a:r>
            <a:endParaRPr lang="en-US" altLang="zh-CN" sz="1500" b="0" dirty="0">
              <a:solidFill>
                <a:schemeClr val="tx1">
                  <a:lumMod val="75000"/>
                  <a:lumOff val="25000"/>
                </a:schemeClr>
              </a:solidFill>
              <a:latin typeface="+mn-lt"/>
              <a:ea typeface="+mn-ea"/>
              <a:cs typeface="+mn-ea"/>
              <a:sym typeface="+mn-lt"/>
            </a:endParaRPr>
          </a:p>
          <a:p>
            <a:r>
              <a:rPr lang="zh-CN" altLang="en-US" sz="1500" b="0" dirty="0">
                <a:solidFill>
                  <a:schemeClr val="tx1">
                    <a:lumMod val="75000"/>
                    <a:lumOff val="25000"/>
                  </a:schemeClr>
                </a:solidFill>
                <a:latin typeface="+mn-lt"/>
                <a:ea typeface="+mn-ea"/>
                <a:cs typeface="+mn-ea"/>
                <a:sym typeface="+mn-lt"/>
              </a:rPr>
              <a:t>果评估</a:t>
            </a:r>
          </a:p>
        </p:txBody>
      </p:sp>
      <p:sp>
        <p:nvSpPr>
          <p:cNvPr id="129" name="TextBox 30"/>
          <p:cNvSpPr txBox="1"/>
          <p:nvPr/>
        </p:nvSpPr>
        <p:spPr>
          <a:xfrm>
            <a:off x="5292874" y="3105914"/>
            <a:ext cx="1248012" cy="461665"/>
          </a:xfrm>
          <a:prstGeom prst="rect">
            <a:avLst/>
          </a:prstGeom>
          <a:noFill/>
        </p:spPr>
        <p:txBody>
          <a:bodyPr wrap="square" lIns="0" tIns="0" rIns="0" bIns="0" rtlCol="0">
            <a:spAutoFit/>
          </a:bodyPr>
          <a:lstStyle>
            <a:defPPr>
              <a:defRPr lang="zh-CN"/>
            </a:defPPr>
            <a:lvl1pPr algn="ctr">
              <a:defRPr b="1">
                <a:solidFill>
                  <a:srgbClr val="EF4136"/>
                </a:solidFill>
                <a:latin typeface="微软雅黑" pitchFamily="34" charset="-122"/>
                <a:ea typeface="微软雅黑" pitchFamily="34" charset="-122"/>
              </a:defRPr>
            </a:lvl1pPr>
          </a:lstStyle>
          <a:p>
            <a:r>
              <a:rPr lang="zh-CN" altLang="en-US" sz="1500" b="0" dirty="0">
                <a:solidFill>
                  <a:schemeClr val="tx1">
                    <a:lumMod val="75000"/>
                    <a:lumOff val="25000"/>
                  </a:schemeClr>
                </a:solidFill>
                <a:latin typeface="+mn-lt"/>
                <a:ea typeface="+mn-ea"/>
                <a:cs typeface="+mn-ea"/>
                <a:sym typeface="+mn-lt"/>
              </a:rPr>
              <a:t>注重前</a:t>
            </a:r>
            <a:endParaRPr lang="en-US" altLang="zh-CN" sz="1500" b="0" dirty="0">
              <a:solidFill>
                <a:schemeClr val="tx1">
                  <a:lumMod val="75000"/>
                  <a:lumOff val="25000"/>
                </a:schemeClr>
              </a:solidFill>
              <a:latin typeface="+mn-lt"/>
              <a:ea typeface="+mn-ea"/>
              <a:cs typeface="+mn-ea"/>
              <a:sym typeface="+mn-lt"/>
            </a:endParaRPr>
          </a:p>
          <a:p>
            <a:r>
              <a:rPr lang="zh-CN" altLang="en-US" sz="1500" b="0" dirty="0">
                <a:solidFill>
                  <a:schemeClr val="tx1">
                    <a:lumMod val="75000"/>
                    <a:lumOff val="25000"/>
                  </a:schemeClr>
                </a:solidFill>
                <a:latin typeface="+mn-lt"/>
                <a:ea typeface="+mn-ea"/>
                <a:cs typeface="+mn-ea"/>
                <a:sym typeface="+mn-lt"/>
              </a:rPr>
              <a:t>期培训</a:t>
            </a:r>
          </a:p>
        </p:txBody>
      </p:sp>
      <p:sp>
        <p:nvSpPr>
          <p:cNvPr id="130" name="TextBox 30"/>
          <p:cNvSpPr txBox="1"/>
          <p:nvPr/>
        </p:nvSpPr>
        <p:spPr>
          <a:xfrm>
            <a:off x="6654687" y="3105914"/>
            <a:ext cx="1110335" cy="461665"/>
          </a:xfrm>
          <a:prstGeom prst="rect">
            <a:avLst/>
          </a:prstGeom>
          <a:noFill/>
        </p:spPr>
        <p:txBody>
          <a:bodyPr wrap="square" lIns="0" tIns="0" rIns="0" bIns="0" rtlCol="0">
            <a:spAutoFit/>
          </a:bodyPr>
          <a:lstStyle>
            <a:defPPr>
              <a:defRPr lang="zh-CN"/>
            </a:defPPr>
            <a:lvl1pPr algn="ctr">
              <a:defRPr b="1">
                <a:solidFill>
                  <a:srgbClr val="EF4136"/>
                </a:solidFill>
                <a:latin typeface="微软雅黑" pitchFamily="34" charset="-122"/>
                <a:ea typeface="微软雅黑" pitchFamily="34" charset="-122"/>
              </a:defRPr>
            </a:lvl1pPr>
          </a:lstStyle>
          <a:p>
            <a:r>
              <a:rPr lang="zh-CN" altLang="en-US" sz="1500" b="0" dirty="0">
                <a:solidFill>
                  <a:schemeClr val="tx1">
                    <a:lumMod val="75000"/>
                    <a:lumOff val="25000"/>
                  </a:schemeClr>
                </a:solidFill>
                <a:latin typeface="+mn-lt"/>
                <a:ea typeface="+mn-ea"/>
                <a:cs typeface="+mn-ea"/>
                <a:sym typeface="+mn-lt"/>
              </a:rPr>
              <a:t>活动的</a:t>
            </a:r>
            <a:endParaRPr lang="en-US" altLang="zh-CN" sz="1500" b="0" dirty="0">
              <a:solidFill>
                <a:schemeClr val="tx1">
                  <a:lumMod val="75000"/>
                  <a:lumOff val="25000"/>
                </a:schemeClr>
              </a:solidFill>
              <a:latin typeface="+mn-lt"/>
              <a:ea typeface="+mn-ea"/>
              <a:cs typeface="+mn-ea"/>
              <a:sym typeface="+mn-lt"/>
            </a:endParaRPr>
          </a:p>
          <a:p>
            <a:r>
              <a:rPr lang="zh-CN" altLang="en-US" sz="1500" b="0" dirty="0">
                <a:solidFill>
                  <a:schemeClr val="tx1">
                    <a:lumMod val="75000"/>
                    <a:lumOff val="25000"/>
                  </a:schemeClr>
                </a:solidFill>
                <a:latin typeface="+mn-lt"/>
                <a:ea typeface="+mn-ea"/>
                <a:cs typeface="+mn-ea"/>
                <a:sym typeface="+mn-lt"/>
              </a:rPr>
              <a:t>完整记录</a:t>
            </a:r>
          </a:p>
        </p:txBody>
      </p:sp>
      <p:sp>
        <p:nvSpPr>
          <p:cNvPr id="131" name="矩形 27"/>
          <p:cNvSpPr>
            <a:spLocks noChangeArrowheads="1"/>
          </p:cNvSpPr>
          <p:nvPr/>
        </p:nvSpPr>
        <p:spPr bwMode="auto">
          <a:xfrm>
            <a:off x="1394568" y="3639587"/>
            <a:ext cx="1130774" cy="877173"/>
          </a:xfrm>
          <a:prstGeom prst="rect">
            <a:avLst/>
          </a:prstGeom>
          <a:noFill/>
          <a:ln w="9525">
            <a:noFill/>
            <a:miter lim="800000"/>
            <a:headEnd/>
            <a:tailEnd/>
          </a:ln>
        </p:spPr>
        <p:txBody>
          <a:bodyPr wrap="square" lIns="68589" tIns="34295" rIns="68589" bIns="34295">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700" b="0" i="0" u="none" strike="noStrike" kern="0" cap="none" spc="0" normalizeH="0" baseline="0" noProof="0" dirty="0">
                <a:ln>
                  <a:noFill/>
                </a:ln>
                <a:solidFill>
                  <a:schemeClr val="bg1">
                    <a:lumMod val="50000"/>
                  </a:schemeClr>
                </a:solidFill>
                <a:effectLst/>
                <a:uLnTx/>
                <a:uFillTx/>
                <a:latin typeface="+mn-lt"/>
                <a:ea typeface="+mn-ea"/>
                <a:cs typeface="+mn-ea"/>
                <a:sym typeface="+mn-lt"/>
              </a:rPr>
              <a:t>此处添加详细文本描述，建议与标题相关并符合整体语言风格，语言描述尽量简洁生动。此处添加详细文本描述</a:t>
            </a:r>
          </a:p>
        </p:txBody>
      </p:sp>
      <p:sp>
        <p:nvSpPr>
          <p:cNvPr id="132" name="矩形 27"/>
          <p:cNvSpPr>
            <a:spLocks noChangeArrowheads="1"/>
          </p:cNvSpPr>
          <p:nvPr/>
        </p:nvSpPr>
        <p:spPr bwMode="auto">
          <a:xfrm>
            <a:off x="2756643" y="3639587"/>
            <a:ext cx="1130774" cy="877173"/>
          </a:xfrm>
          <a:prstGeom prst="rect">
            <a:avLst/>
          </a:prstGeom>
          <a:noFill/>
          <a:ln w="9525">
            <a:noFill/>
            <a:miter lim="800000"/>
            <a:headEnd/>
            <a:tailEnd/>
          </a:ln>
        </p:spPr>
        <p:txBody>
          <a:bodyPr wrap="square" lIns="68589" tIns="34295" rIns="68589" bIns="34295">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700" b="0" i="0" u="none" strike="noStrike" kern="0" cap="none" spc="0" normalizeH="0" baseline="0" noProof="0" dirty="0">
                <a:ln>
                  <a:noFill/>
                </a:ln>
                <a:solidFill>
                  <a:schemeClr val="bg1">
                    <a:lumMod val="50000"/>
                  </a:schemeClr>
                </a:solidFill>
                <a:effectLst/>
                <a:uLnTx/>
                <a:uFillTx/>
                <a:latin typeface="+mn-lt"/>
                <a:ea typeface="+mn-ea"/>
                <a:cs typeface="+mn-ea"/>
                <a:sym typeface="+mn-lt"/>
              </a:rPr>
              <a:t>此处添加详细文本描述，建议与标题相关并符合整体语言风格，语言描述尽量简洁生动。此处添加详细文本描述</a:t>
            </a:r>
          </a:p>
        </p:txBody>
      </p:sp>
      <p:sp>
        <p:nvSpPr>
          <p:cNvPr id="133" name="矩形 27"/>
          <p:cNvSpPr>
            <a:spLocks noChangeArrowheads="1"/>
          </p:cNvSpPr>
          <p:nvPr/>
        </p:nvSpPr>
        <p:spPr bwMode="auto">
          <a:xfrm>
            <a:off x="4027959" y="3639587"/>
            <a:ext cx="1130774" cy="877173"/>
          </a:xfrm>
          <a:prstGeom prst="rect">
            <a:avLst/>
          </a:prstGeom>
          <a:noFill/>
          <a:ln w="9525">
            <a:noFill/>
            <a:miter lim="800000"/>
            <a:headEnd/>
            <a:tailEnd/>
          </a:ln>
        </p:spPr>
        <p:txBody>
          <a:bodyPr wrap="square" lIns="68589" tIns="34295" rIns="68589" bIns="34295">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700" b="0" i="0" u="none" strike="noStrike" kern="0" cap="none" spc="0" normalizeH="0" baseline="0" noProof="0" dirty="0">
                <a:ln>
                  <a:noFill/>
                </a:ln>
                <a:solidFill>
                  <a:schemeClr val="bg1">
                    <a:lumMod val="50000"/>
                  </a:schemeClr>
                </a:solidFill>
                <a:effectLst/>
                <a:uLnTx/>
                <a:uFillTx/>
                <a:latin typeface="+mn-lt"/>
                <a:ea typeface="+mn-ea"/>
                <a:cs typeface="+mn-ea"/>
                <a:sym typeface="+mn-lt"/>
              </a:rPr>
              <a:t>此处添加详细文本描述，建议与标题相关并符合整体语言风格，语言描述尽量简洁生动。此处添加详细文本描述</a:t>
            </a:r>
          </a:p>
        </p:txBody>
      </p:sp>
      <p:sp>
        <p:nvSpPr>
          <p:cNvPr id="134" name="矩形 27"/>
          <p:cNvSpPr>
            <a:spLocks noChangeArrowheads="1"/>
          </p:cNvSpPr>
          <p:nvPr/>
        </p:nvSpPr>
        <p:spPr bwMode="auto">
          <a:xfrm>
            <a:off x="5346227" y="3639587"/>
            <a:ext cx="1130774" cy="877173"/>
          </a:xfrm>
          <a:prstGeom prst="rect">
            <a:avLst/>
          </a:prstGeom>
          <a:noFill/>
          <a:ln w="9525">
            <a:noFill/>
            <a:miter lim="800000"/>
            <a:headEnd/>
            <a:tailEnd/>
          </a:ln>
        </p:spPr>
        <p:txBody>
          <a:bodyPr wrap="square" lIns="68589" tIns="34295" rIns="68589" bIns="34295">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700" b="0" i="0" u="none" strike="noStrike" kern="0" cap="none" spc="0" normalizeH="0" baseline="0" noProof="0" dirty="0">
                <a:ln>
                  <a:noFill/>
                </a:ln>
                <a:solidFill>
                  <a:schemeClr val="bg1">
                    <a:lumMod val="50000"/>
                  </a:schemeClr>
                </a:solidFill>
                <a:effectLst/>
                <a:uLnTx/>
                <a:uFillTx/>
                <a:latin typeface="+mn-lt"/>
                <a:ea typeface="+mn-ea"/>
                <a:cs typeface="+mn-ea"/>
                <a:sym typeface="+mn-lt"/>
              </a:rPr>
              <a:t>此处添加详细文本描述，建议与标题相关并符合整体语言风格，语言描述尽量简洁生动。此处添加详细文本描述</a:t>
            </a:r>
          </a:p>
        </p:txBody>
      </p:sp>
      <p:sp>
        <p:nvSpPr>
          <p:cNvPr id="135" name="矩形 27"/>
          <p:cNvSpPr>
            <a:spLocks noChangeArrowheads="1"/>
          </p:cNvSpPr>
          <p:nvPr/>
        </p:nvSpPr>
        <p:spPr bwMode="auto">
          <a:xfrm>
            <a:off x="6651152" y="3639587"/>
            <a:ext cx="1130774" cy="877173"/>
          </a:xfrm>
          <a:prstGeom prst="rect">
            <a:avLst/>
          </a:prstGeom>
          <a:noFill/>
          <a:ln w="9525">
            <a:noFill/>
            <a:miter lim="800000"/>
            <a:headEnd/>
            <a:tailEnd/>
          </a:ln>
        </p:spPr>
        <p:txBody>
          <a:bodyPr wrap="square" lIns="68589" tIns="34295" rIns="68589" bIns="34295">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700" b="0" i="0" u="none" strike="noStrike" kern="0" cap="none" spc="0" normalizeH="0" baseline="0" noProof="0" dirty="0">
                <a:ln>
                  <a:noFill/>
                </a:ln>
                <a:solidFill>
                  <a:schemeClr val="bg1">
                    <a:lumMod val="50000"/>
                  </a:schemeClr>
                </a:solidFill>
                <a:effectLst/>
                <a:uLnTx/>
                <a:uFillTx/>
                <a:latin typeface="+mn-lt"/>
                <a:ea typeface="+mn-ea"/>
                <a:cs typeface="+mn-ea"/>
                <a:sym typeface="+mn-lt"/>
              </a:rPr>
              <a:t>此处添加详细文本描述，建议与标题相关并符合整体语言风格，语言描述尽量简洁生动。此处添加详细文本描述</a:t>
            </a:r>
          </a:p>
        </p:txBody>
      </p:sp>
    </p:spTree>
    <p:extLst>
      <p:ext uri="{BB962C8B-B14F-4D97-AF65-F5344CB8AC3E}">
        <p14:creationId xmlns:p14="http://schemas.microsoft.com/office/powerpoint/2010/main" val="398250939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1000"/>
                                        <p:tgtEl>
                                          <p:spTgt spid="101"/>
                                        </p:tgtEl>
                                      </p:cBhvr>
                                    </p:animEffect>
                                    <p:anim calcmode="lin" valueType="num">
                                      <p:cBhvr>
                                        <p:cTn id="8" dur="1000" fill="hold"/>
                                        <p:tgtEl>
                                          <p:spTgt spid="101"/>
                                        </p:tgtEl>
                                        <p:attrNameLst>
                                          <p:attrName>ppt_x</p:attrName>
                                        </p:attrNameLst>
                                      </p:cBhvr>
                                      <p:tavLst>
                                        <p:tav tm="0">
                                          <p:val>
                                            <p:strVal val="#ppt_x"/>
                                          </p:val>
                                        </p:tav>
                                        <p:tav tm="100000">
                                          <p:val>
                                            <p:strVal val="#ppt_x"/>
                                          </p:val>
                                        </p:tav>
                                      </p:tavLst>
                                    </p:anim>
                                    <p:anim calcmode="lin" valueType="num">
                                      <p:cBhvr>
                                        <p:cTn id="9" dur="1000" fill="hold"/>
                                        <p:tgtEl>
                                          <p:spTgt spid="101"/>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83"/>
                                        </p:tgtEl>
                                        <p:attrNameLst>
                                          <p:attrName>style.visibility</p:attrName>
                                        </p:attrNameLst>
                                      </p:cBhvr>
                                      <p:to>
                                        <p:strVal val="visible"/>
                                      </p:to>
                                    </p:set>
                                    <p:animEffect transition="in" filter="fade">
                                      <p:cBhvr>
                                        <p:cTn id="12" dur="1000"/>
                                        <p:tgtEl>
                                          <p:spTgt spid="83"/>
                                        </p:tgtEl>
                                      </p:cBhvr>
                                    </p:animEffect>
                                    <p:anim calcmode="lin" valueType="num">
                                      <p:cBhvr>
                                        <p:cTn id="13" dur="1000" fill="hold"/>
                                        <p:tgtEl>
                                          <p:spTgt spid="83"/>
                                        </p:tgtEl>
                                        <p:attrNameLst>
                                          <p:attrName>ppt_x</p:attrName>
                                        </p:attrNameLst>
                                      </p:cBhvr>
                                      <p:tavLst>
                                        <p:tav tm="0">
                                          <p:val>
                                            <p:strVal val="#ppt_x"/>
                                          </p:val>
                                        </p:tav>
                                        <p:tav tm="100000">
                                          <p:val>
                                            <p:strVal val="#ppt_x"/>
                                          </p:val>
                                        </p:tav>
                                      </p:tavLst>
                                    </p:anim>
                                    <p:anim calcmode="lin" valueType="num">
                                      <p:cBhvr>
                                        <p:cTn id="14" dur="1000" fill="hold"/>
                                        <p:tgtEl>
                                          <p:spTgt spid="83"/>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112"/>
                                        </p:tgtEl>
                                        <p:attrNameLst>
                                          <p:attrName>style.visibility</p:attrName>
                                        </p:attrNameLst>
                                      </p:cBhvr>
                                      <p:to>
                                        <p:strVal val="visible"/>
                                      </p:to>
                                    </p:set>
                                    <p:animEffect transition="in" filter="fade">
                                      <p:cBhvr>
                                        <p:cTn id="17" dur="1000"/>
                                        <p:tgtEl>
                                          <p:spTgt spid="112"/>
                                        </p:tgtEl>
                                      </p:cBhvr>
                                    </p:animEffect>
                                    <p:anim calcmode="lin" valueType="num">
                                      <p:cBhvr>
                                        <p:cTn id="18" dur="1000" fill="hold"/>
                                        <p:tgtEl>
                                          <p:spTgt spid="112"/>
                                        </p:tgtEl>
                                        <p:attrNameLst>
                                          <p:attrName>ppt_x</p:attrName>
                                        </p:attrNameLst>
                                      </p:cBhvr>
                                      <p:tavLst>
                                        <p:tav tm="0">
                                          <p:val>
                                            <p:strVal val="#ppt_x"/>
                                          </p:val>
                                        </p:tav>
                                        <p:tav tm="100000">
                                          <p:val>
                                            <p:strVal val="#ppt_x"/>
                                          </p:val>
                                        </p:tav>
                                      </p:tavLst>
                                    </p:anim>
                                    <p:anim calcmode="lin" valueType="num">
                                      <p:cBhvr>
                                        <p:cTn id="19" dur="1000" fill="hold"/>
                                        <p:tgtEl>
                                          <p:spTgt spid="112"/>
                                        </p:tgtEl>
                                        <p:attrNameLst>
                                          <p:attrName>ppt_y</p:attrName>
                                        </p:attrNameLst>
                                      </p:cBhvr>
                                      <p:tavLst>
                                        <p:tav tm="0">
                                          <p:val>
                                            <p:strVal val="#ppt_y-.1"/>
                                          </p:val>
                                        </p:tav>
                                        <p:tav tm="100000">
                                          <p:val>
                                            <p:strVal val="#ppt_y"/>
                                          </p:val>
                                        </p:tav>
                                      </p:tavLst>
                                    </p:anim>
                                  </p:childTnLst>
                                </p:cTn>
                              </p:par>
                              <p:par>
                                <p:cTn id="20" presetID="47" presetClass="entr" presetSubtype="0" fill="hold" nodeType="withEffect">
                                  <p:stCondLst>
                                    <p:cond delay="0"/>
                                  </p:stCondLst>
                                  <p:childTnLst>
                                    <p:set>
                                      <p:cBhvr>
                                        <p:cTn id="21" dur="1" fill="hold">
                                          <p:stCondLst>
                                            <p:cond delay="0"/>
                                          </p:stCondLst>
                                        </p:cTn>
                                        <p:tgtEl>
                                          <p:spTgt spid="86"/>
                                        </p:tgtEl>
                                        <p:attrNameLst>
                                          <p:attrName>style.visibility</p:attrName>
                                        </p:attrNameLst>
                                      </p:cBhvr>
                                      <p:to>
                                        <p:strVal val="visible"/>
                                      </p:to>
                                    </p:set>
                                    <p:animEffect transition="in" filter="fade">
                                      <p:cBhvr>
                                        <p:cTn id="22" dur="1000"/>
                                        <p:tgtEl>
                                          <p:spTgt spid="86"/>
                                        </p:tgtEl>
                                      </p:cBhvr>
                                    </p:animEffect>
                                    <p:anim calcmode="lin" valueType="num">
                                      <p:cBhvr>
                                        <p:cTn id="23" dur="1000" fill="hold"/>
                                        <p:tgtEl>
                                          <p:spTgt spid="86"/>
                                        </p:tgtEl>
                                        <p:attrNameLst>
                                          <p:attrName>ppt_x</p:attrName>
                                        </p:attrNameLst>
                                      </p:cBhvr>
                                      <p:tavLst>
                                        <p:tav tm="0">
                                          <p:val>
                                            <p:strVal val="#ppt_x"/>
                                          </p:val>
                                        </p:tav>
                                        <p:tav tm="100000">
                                          <p:val>
                                            <p:strVal val="#ppt_x"/>
                                          </p:val>
                                        </p:tav>
                                      </p:tavLst>
                                    </p:anim>
                                    <p:anim calcmode="lin" valueType="num">
                                      <p:cBhvr>
                                        <p:cTn id="24" dur="1000" fill="hold"/>
                                        <p:tgtEl>
                                          <p:spTgt spid="86"/>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0"/>
                                  </p:stCondLst>
                                  <p:childTnLst>
                                    <p:set>
                                      <p:cBhvr>
                                        <p:cTn id="26" dur="1" fill="hold">
                                          <p:stCondLst>
                                            <p:cond delay="0"/>
                                          </p:stCondLst>
                                        </p:cTn>
                                        <p:tgtEl>
                                          <p:spTgt spid="89"/>
                                        </p:tgtEl>
                                        <p:attrNameLst>
                                          <p:attrName>style.visibility</p:attrName>
                                        </p:attrNameLst>
                                      </p:cBhvr>
                                      <p:to>
                                        <p:strVal val="visible"/>
                                      </p:to>
                                    </p:set>
                                    <p:animEffect transition="in" filter="fade">
                                      <p:cBhvr>
                                        <p:cTn id="27" dur="1000"/>
                                        <p:tgtEl>
                                          <p:spTgt spid="89"/>
                                        </p:tgtEl>
                                      </p:cBhvr>
                                    </p:animEffect>
                                    <p:anim calcmode="lin" valueType="num">
                                      <p:cBhvr>
                                        <p:cTn id="28" dur="1000" fill="hold"/>
                                        <p:tgtEl>
                                          <p:spTgt spid="89"/>
                                        </p:tgtEl>
                                        <p:attrNameLst>
                                          <p:attrName>ppt_x</p:attrName>
                                        </p:attrNameLst>
                                      </p:cBhvr>
                                      <p:tavLst>
                                        <p:tav tm="0">
                                          <p:val>
                                            <p:strVal val="#ppt_x"/>
                                          </p:val>
                                        </p:tav>
                                        <p:tav tm="100000">
                                          <p:val>
                                            <p:strVal val="#ppt_x"/>
                                          </p:val>
                                        </p:tav>
                                      </p:tavLst>
                                    </p:anim>
                                    <p:anim calcmode="lin" valueType="num">
                                      <p:cBhvr>
                                        <p:cTn id="29" dur="1000" fill="hold"/>
                                        <p:tgtEl>
                                          <p:spTgt spid="89"/>
                                        </p:tgtEl>
                                        <p:attrNameLst>
                                          <p:attrName>ppt_y</p:attrName>
                                        </p:attrNameLst>
                                      </p:cBhvr>
                                      <p:tavLst>
                                        <p:tav tm="0">
                                          <p:val>
                                            <p:strVal val="#ppt_y-.1"/>
                                          </p:val>
                                        </p:tav>
                                        <p:tav tm="100000">
                                          <p:val>
                                            <p:strVal val="#ppt_y"/>
                                          </p:val>
                                        </p:tav>
                                      </p:tavLst>
                                    </p:anim>
                                  </p:childTnLst>
                                </p:cTn>
                              </p:par>
                              <p:par>
                                <p:cTn id="30" presetID="47" presetClass="entr" presetSubtype="0" fill="hold" nodeType="withEffect">
                                  <p:stCondLst>
                                    <p:cond delay="0"/>
                                  </p:stCondLst>
                                  <p:childTnLst>
                                    <p:set>
                                      <p:cBhvr>
                                        <p:cTn id="31" dur="1" fill="hold">
                                          <p:stCondLst>
                                            <p:cond delay="0"/>
                                          </p:stCondLst>
                                        </p:cTn>
                                        <p:tgtEl>
                                          <p:spTgt spid="92"/>
                                        </p:tgtEl>
                                        <p:attrNameLst>
                                          <p:attrName>style.visibility</p:attrName>
                                        </p:attrNameLst>
                                      </p:cBhvr>
                                      <p:to>
                                        <p:strVal val="visible"/>
                                      </p:to>
                                    </p:set>
                                    <p:animEffect transition="in" filter="fade">
                                      <p:cBhvr>
                                        <p:cTn id="32" dur="1000"/>
                                        <p:tgtEl>
                                          <p:spTgt spid="92"/>
                                        </p:tgtEl>
                                      </p:cBhvr>
                                    </p:animEffect>
                                    <p:anim calcmode="lin" valueType="num">
                                      <p:cBhvr>
                                        <p:cTn id="33" dur="1000" fill="hold"/>
                                        <p:tgtEl>
                                          <p:spTgt spid="92"/>
                                        </p:tgtEl>
                                        <p:attrNameLst>
                                          <p:attrName>ppt_x</p:attrName>
                                        </p:attrNameLst>
                                      </p:cBhvr>
                                      <p:tavLst>
                                        <p:tav tm="0">
                                          <p:val>
                                            <p:strVal val="#ppt_x"/>
                                          </p:val>
                                        </p:tav>
                                        <p:tav tm="100000">
                                          <p:val>
                                            <p:strVal val="#ppt_x"/>
                                          </p:val>
                                        </p:tav>
                                      </p:tavLst>
                                    </p:anim>
                                    <p:anim calcmode="lin" valueType="num">
                                      <p:cBhvr>
                                        <p:cTn id="34" dur="1000" fill="hold"/>
                                        <p:tgtEl>
                                          <p:spTgt spid="92"/>
                                        </p:tgtEl>
                                        <p:attrNameLst>
                                          <p:attrName>ppt_y</p:attrName>
                                        </p:attrNameLst>
                                      </p:cBhvr>
                                      <p:tavLst>
                                        <p:tav tm="0">
                                          <p:val>
                                            <p:strVal val="#ppt_y-.1"/>
                                          </p:val>
                                        </p:tav>
                                        <p:tav tm="100000">
                                          <p:val>
                                            <p:strVal val="#ppt_y"/>
                                          </p:val>
                                        </p:tav>
                                      </p:tavLst>
                                    </p:anim>
                                  </p:childTnLst>
                                </p:cTn>
                              </p:par>
                              <p:par>
                                <p:cTn id="35" presetID="47" presetClass="entr" presetSubtype="0" fill="hold" nodeType="withEffect">
                                  <p:stCondLst>
                                    <p:cond delay="0"/>
                                  </p:stCondLst>
                                  <p:childTnLst>
                                    <p:set>
                                      <p:cBhvr>
                                        <p:cTn id="36" dur="1" fill="hold">
                                          <p:stCondLst>
                                            <p:cond delay="0"/>
                                          </p:stCondLst>
                                        </p:cTn>
                                        <p:tgtEl>
                                          <p:spTgt spid="95"/>
                                        </p:tgtEl>
                                        <p:attrNameLst>
                                          <p:attrName>style.visibility</p:attrName>
                                        </p:attrNameLst>
                                      </p:cBhvr>
                                      <p:to>
                                        <p:strVal val="visible"/>
                                      </p:to>
                                    </p:set>
                                    <p:animEffect transition="in" filter="fade">
                                      <p:cBhvr>
                                        <p:cTn id="37" dur="1000"/>
                                        <p:tgtEl>
                                          <p:spTgt spid="95"/>
                                        </p:tgtEl>
                                      </p:cBhvr>
                                    </p:animEffect>
                                    <p:anim calcmode="lin" valueType="num">
                                      <p:cBhvr>
                                        <p:cTn id="38" dur="1000" fill="hold"/>
                                        <p:tgtEl>
                                          <p:spTgt spid="95"/>
                                        </p:tgtEl>
                                        <p:attrNameLst>
                                          <p:attrName>ppt_x</p:attrName>
                                        </p:attrNameLst>
                                      </p:cBhvr>
                                      <p:tavLst>
                                        <p:tav tm="0">
                                          <p:val>
                                            <p:strVal val="#ppt_x"/>
                                          </p:val>
                                        </p:tav>
                                        <p:tav tm="100000">
                                          <p:val>
                                            <p:strVal val="#ppt_x"/>
                                          </p:val>
                                        </p:tav>
                                      </p:tavLst>
                                    </p:anim>
                                    <p:anim calcmode="lin" valueType="num">
                                      <p:cBhvr>
                                        <p:cTn id="39" dur="1000" fill="hold"/>
                                        <p:tgtEl>
                                          <p:spTgt spid="95"/>
                                        </p:tgtEl>
                                        <p:attrNameLst>
                                          <p:attrName>ppt_y</p:attrName>
                                        </p:attrNameLst>
                                      </p:cBhvr>
                                      <p:tavLst>
                                        <p:tav tm="0">
                                          <p:val>
                                            <p:strVal val="#ppt_y-.1"/>
                                          </p:val>
                                        </p:tav>
                                        <p:tav tm="100000">
                                          <p:val>
                                            <p:strVal val="#ppt_y"/>
                                          </p:val>
                                        </p:tav>
                                      </p:tavLst>
                                    </p:anim>
                                  </p:childTnLst>
                                </p:cTn>
                              </p:par>
                              <p:par>
                                <p:cTn id="40" presetID="47" presetClass="entr" presetSubtype="0" fill="hold" nodeType="withEffect">
                                  <p:stCondLst>
                                    <p:cond delay="0"/>
                                  </p:stCondLst>
                                  <p:childTnLst>
                                    <p:set>
                                      <p:cBhvr>
                                        <p:cTn id="41" dur="1" fill="hold">
                                          <p:stCondLst>
                                            <p:cond delay="0"/>
                                          </p:stCondLst>
                                        </p:cTn>
                                        <p:tgtEl>
                                          <p:spTgt spid="98"/>
                                        </p:tgtEl>
                                        <p:attrNameLst>
                                          <p:attrName>style.visibility</p:attrName>
                                        </p:attrNameLst>
                                      </p:cBhvr>
                                      <p:to>
                                        <p:strVal val="visible"/>
                                      </p:to>
                                    </p:set>
                                    <p:animEffect transition="in" filter="fade">
                                      <p:cBhvr>
                                        <p:cTn id="42" dur="1000"/>
                                        <p:tgtEl>
                                          <p:spTgt spid="98"/>
                                        </p:tgtEl>
                                      </p:cBhvr>
                                    </p:animEffect>
                                    <p:anim calcmode="lin" valueType="num">
                                      <p:cBhvr>
                                        <p:cTn id="43" dur="1000" fill="hold"/>
                                        <p:tgtEl>
                                          <p:spTgt spid="98"/>
                                        </p:tgtEl>
                                        <p:attrNameLst>
                                          <p:attrName>ppt_x</p:attrName>
                                        </p:attrNameLst>
                                      </p:cBhvr>
                                      <p:tavLst>
                                        <p:tav tm="0">
                                          <p:val>
                                            <p:strVal val="#ppt_x"/>
                                          </p:val>
                                        </p:tav>
                                        <p:tav tm="100000">
                                          <p:val>
                                            <p:strVal val="#ppt_x"/>
                                          </p:val>
                                        </p:tav>
                                      </p:tavLst>
                                    </p:anim>
                                    <p:anim calcmode="lin" valueType="num">
                                      <p:cBhvr>
                                        <p:cTn id="44" dur="1000" fill="hold"/>
                                        <p:tgtEl>
                                          <p:spTgt spid="98"/>
                                        </p:tgtEl>
                                        <p:attrNameLst>
                                          <p:attrName>ppt_y</p:attrName>
                                        </p:attrNameLst>
                                      </p:cBhvr>
                                      <p:tavLst>
                                        <p:tav tm="0">
                                          <p:val>
                                            <p:strVal val="#ppt_y-.1"/>
                                          </p:val>
                                        </p:tav>
                                        <p:tav tm="100000">
                                          <p:val>
                                            <p:strVal val="#ppt_y"/>
                                          </p:val>
                                        </p:tav>
                                      </p:tavLst>
                                    </p:anim>
                                  </p:childTnLst>
                                </p:cTn>
                              </p:par>
                              <p:par>
                                <p:cTn id="45" presetID="47" presetClass="entr" presetSubtype="0" fill="hold" grpId="0" nodeType="withEffect">
                                  <p:stCondLst>
                                    <p:cond delay="0"/>
                                  </p:stCondLst>
                                  <p:childTnLst>
                                    <p:set>
                                      <p:cBhvr>
                                        <p:cTn id="46" dur="1" fill="hold">
                                          <p:stCondLst>
                                            <p:cond delay="0"/>
                                          </p:stCondLst>
                                        </p:cTn>
                                        <p:tgtEl>
                                          <p:spTgt spid="113"/>
                                        </p:tgtEl>
                                        <p:attrNameLst>
                                          <p:attrName>style.visibility</p:attrName>
                                        </p:attrNameLst>
                                      </p:cBhvr>
                                      <p:to>
                                        <p:strVal val="visible"/>
                                      </p:to>
                                    </p:set>
                                    <p:animEffect transition="in" filter="fade">
                                      <p:cBhvr>
                                        <p:cTn id="47" dur="1000"/>
                                        <p:tgtEl>
                                          <p:spTgt spid="113"/>
                                        </p:tgtEl>
                                      </p:cBhvr>
                                    </p:animEffect>
                                    <p:anim calcmode="lin" valueType="num">
                                      <p:cBhvr>
                                        <p:cTn id="48" dur="1000" fill="hold"/>
                                        <p:tgtEl>
                                          <p:spTgt spid="113"/>
                                        </p:tgtEl>
                                        <p:attrNameLst>
                                          <p:attrName>ppt_x</p:attrName>
                                        </p:attrNameLst>
                                      </p:cBhvr>
                                      <p:tavLst>
                                        <p:tav tm="0">
                                          <p:val>
                                            <p:strVal val="#ppt_x"/>
                                          </p:val>
                                        </p:tav>
                                        <p:tav tm="100000">
                                          <p:val>
                                            <p:strVal val="#ppt_x"/>
                                          </p:val>
                                        </p:tav>
                                      </p:tavLst>
                                    </p:anim>
                                    <p:anim calcmode="lin" valueType="num">
                                      <p:cBhvr>
                                        <p:cTn id="49" dur="1000" fill="hold"/>
                                        <p:tgtEl>
                                          <p:spTgt spid="113"/>
                                        </p:tgtEl>
                                        <p:attrNameLst>
                                          <p:attrName>ppt_y</p:attrName>
                                        </p:attrNameLst>
                                      </p:cBhvr>
                                      <p:tavLst>
                                        <p:tav tm="0">
                                          <p:val>
                                            <p:strVal val="#ppt_y-.1"/>
                                          </p:val>
                                        </p:tav>
                                        <p:tav tm="100000">
                                          <p:val>
                                            <p:strVal val="#ppt_y"/>
                                          </p:val>
                                        </p:tav>
                                      </p:tavLst>
                                    </p:anim>
                                  </p:childTnLst>
                                </p:cTn>
                              </p:par>
                              <p:par>
                                <p:cTn id="50" presetID="47" presetClass="entr" presetSubtype="0" fill="hold" grpId="0" nodeType="withEffect">
                                  <p:stCondLst>
                                    <p:cond delay="0"/>
                                  </p:stCondLst>
                                  <p:childTnLst>
                                    <p:set>
                                      <p:cBhvr>
                                        <p:cTn id="51" dur="1" fill="hold">
                                          <p:stCondLst>
                                            <p:cond delay="0"/>
                                          </p:stCondLst>
                                        </p:cTn>
                                        <p:tgtEl>
                                          <p:spTgt spid="114"/>
                                        </p:tgtEl>
                                        <p:attrNameLst>
                                          <p:attrName>style.visibility</p:attrName>
                                        </p:attrNameLst>
                                      </p:cBhvr>
                                      <p:to>
                                        <p:strVal val="visible"/>
                                      </p:to>
                                    </p:set>
                                    <p:animEffect transition="in" filter="fade">
                                      <p:cBhvr>
                                        <p:cTn id="52" dur="1000"/>
                                        <p:tgtEl>
                                          <p:spTgt spid="114"/>
                                        </p:tgtEl>
                                      </p:cBhvr>
                                    </p:animEffect>
                                    <p:anim calcmode="lin" valueType="num">
                                      <p:cBhvr>
                                        <p:cTn id="53" dur="1000" fill="hold"/>
                                        <p:tgtEl>
                                          <p:spTgt spid="114"/>
                                        </p:tgtEl>
                                        <p:attrNameLst>
                                          <p:attrName>ppt_x</p:attrName>
                                        </p:attrNameLst>
                                      </p:cBhvr>
                                      <p:tavLst>
                                        <p:tav tm="0">
                                          <p:val>
                                            <p:strVal val="#ppt_x"/>
                                          </p:val>
                                        </p:tav>
                                        <p:tav tm="100000">
                                          <p:val>
                                            <p:strVal val="#ppt_x"/>
                                          </p:val>
                                        </p:tav>
                                      </p:tavLst>
                                    </p:anim>
                                    <p:anim calcmode="lin" valueType="num">
                                      <p:cBhvr>
                                        <p:cTn id="54" dur="1000" fill="hold"/>
                                        <p:tgtEl>
                                          <p:spTgt spid="114"/>
                                        </p:tgtEl>
                                        <p:attrNameLst>
                                          <p:attrName>ppt_y</p:attrName>
                                        </p:attrNameLst>
                                      </p:cBhvr>
                                      <p:tavLst>
                                        <p:tav tm="0">
                                          <p:val>
                                            <p:strVal val="#ppt_y-.1"/>
                                          </p:val>
                                        </p:tav>
                                        <p:tav tm="100000">
                                          <p:val>
                                            <p:strVal val="#ppt_y"/>
                                          </p:val>
                                        </p:tav>
                                      </p:tavLst>
                                    </p:anim>
                                  </p:childTnLst>
                                </p:cTn>
                              </p:par>
                              <p:par>
                                <p:cTn id="55" presetID="47" presetClass="entr" presetSubtype="0" fill="hold" grpId="0" nodeType="withEffect">
                                  <p:stCondLst>
                                    <p:cond delay="0"/>
                                  </p:stCondLst>
                                  <p:childTnLst>
                                    <p:set>
                                      <p:cBhvr>
                                        <p:cTn id="56" dur="1" fill="hold">
                                          <p:stCondLst>
                                            <p:cond delay="0"/>
                                          </p:stCondLst>
                                        </p:cTn>
                                        <p:tgtEl>
                                          <p:spTgt spid="118"/>
                                        </p:tgtEl>
                                        <p:attrNameLst>
                                          <p:attrName>style.visibility</p:attrName>
                                        </p:attrNameLst>
                                      </p:cBhvr>
                                      <p:to>
                                        <p:strVal val="visible"/>
                                      </p:to>
                                    </p:set>
                                    <p:animEffect transition="in" filter="fade">
                                      <p:cBhvr>
                                        <p:cTn id="57" dur="1000"/>
                                        <p:tgtEl>
                                          <p:spTgt spid="118"/>
                                        </p:tgtEl>
                                      </p:cBhvr>
                                    </p:animEffect>
                                    <p:anim calcmode="lin" valueType="num">
                                      <p:cBhvr>
                                        <p:cTn id="58" dur="1000" fill="hold"/>
                                        <p:tgtEl>
                                          <p:spTgt spid="118"/>
                                        </p:tgtEl>
                                        <p:attrNameLst>
                                          <p:attrName>ppt_x</p:attrName>
                                        </p:attrNameLst>
                                      </p:cBhvr>
                                      <p:tavLst>
                                        <p:tav tm="0">
                                          <p:val>
                                            <p:strVal val="#ppt_x"/>
                                          </p:val>
                                        </p:tav>
                                        <p:tav tm="100000">
                                          <p:val>
                                            <p:strVal val="#ppt_x"/>
                                          </p:val>
                                        </p:tav>
                                      </p:tavLst>
                                    </p:anim>
                                    <p:anim calcmode="lin" valueType="num">
                                      <p:cBhvr>
                                        <p:cTn id="59" dur="1000" fill="hold"/>
                                        <p:tgtEl>
                                          <p:spTgt spid="118"/>
                                        </p:tgtEl>
                                        <p:attrNameLst>
                                          <p:attrName>ppt_y</p:attrName>
                                        </p:attrNameLst>
                                      </p:cBhvr>
                                      <p:tavLst>
                                        <p:tav tm="0">
                                          <p:val>
                                            <p:strVal val="#ppt_y-.1"/>
                                          </p:val>
                                        </p:tav>
                                        <p:tav tm="100000">
                                          <p:val>
                                            <p:strVal val="#ppt_y"/>
                                          </p:val>
                                        </p:tav>
                                      </p:tavLst>
                                    </p:anim>
                                  </p:childTnLst>
                                </p:cTn>
                              </p:par>
                              <p:par>
                                <p:cTn id="60" presetID="47" presetClass="entr" presetSubtype="0" fill="hold" grpId="0" nodeType="withEffect">
                                  <p:stCondLst>
                                    <p:cond delay="0"/>
                                  </p:stCondLst>
                                  <p:childTnLst>
                                    <p:set>
                                      <p:cBhvr>
                                        <p:cTn id="61" dur="1" fill="hold">
                                          <p:stCondLst>
                                            <p:cond delay="0"/>
                                          </p:stCondLst>
                                        </p:cTn>
                                        <p:tgtEl>
                                          <p:spTgt spid="119"/>
                                        </p:tgtEl>
                                        <p:attrNameLst>
                                          <p:attrName>style.visibility</p:attrName>
                                        </p:attrNameLst>
                                      </p:cBhvr>
                                      <p:to>
                                        <p:strVal val="visible"/>
                                      </p:to>
                                    </p:set>
                                    <p:animEffect transition="in" filter="fade">
                                      <p:cBhvr>
                                        <p:cTn id="62" dur="1000"/>
                                        <p:tgtEl>
                                          <p:spTgt spid="119"/>
                                        </p:tgtEl>
                                      </p:cBhvr>
                                    </p:animEffect>
                                    <p:anim calcmode="lin" valueType="num">
                                      <p:cBhvr>
                                        <p:cTn id="63" dur="1000" fill="hold"/>
                                        <p:tgtEl>
                                          <p:spTgt spid="119"/>
                                        </p:tgtEl>
                                        <p:attrNameLst>
                                          <p:attrName>ppt_x</p:attrName>
                                        </p:attrNameLst>
                                      </p:cBhvr>
                                      <p:tavLst>
                                        <p:tav tm="0">
                                          <p:val>
                                            <p:strVal val="#ppt_x"/>
                                          </p:val>
                                        </p:tav>
                                        <p:tav tm="100000">
                                          <p:val>
                                            <p:strVal val="#ppt_x"/>
                                          </p:val>
                                        </p:tav>
                                      </p:tavLst>
                                    </p:anim>
                                    <p:anim calcmode="lin" valueType="num">
                                      <p:cBhvr>
                                        <p:cTn id="64" dur="1000" fill="hold"/>
                                        <p:tgtEl>
                                          <p:spTgt spid="119"/>
                                        </p:tgtEl>
                                        <p:attrNameLst>
                                          <p:attrName>ppt_y</p:attrName>
                                        </p:attrNameLst>
                                      </p:cBhvr>
                                      <p:tavLst>
                                        <p:tav tm="0">
                                          <p:val>
                                            <p:strVal val="#ppt_y-.1"/>
                                          </p:val>
                                        </p:tav>
                                        <p:tav tm="100000">
                                          <p:val>
                                            <p:strVal val="#ppt_y"/>
                                          </p:val>
                                        </p:tav>
                                      </p:tavLst>
                                    </p:anim>
                                  </p:childTnLst>
                                </p:cTn>
                              </p:par>
                              <p:par>
                                <p:cTn id="65" presetID="47" presetClass="entr" presetSubtype="0" fill="hold" grpId="0" nodeType="withEffect">
                                  <p:stCondLst>
                                    <p:cond delay="0"/>
                                  </p:stCondLst>
                                  <p:childTnLst>
                                    <p:set>
                                      <p:cBhvr>
                                        <p:cTn id="66" dur="1" fill="hold">
                                          <p:stCondLst>
                                            <p:cond delay="0"/>
                                          </p:stCondLst>
                                        </p:cTn>
                                        <p:tgtEl>
                                          <p:spTgt spid="120"/>
                                        </p:tgtEl>
                                        <p:attrNameLst>
                                          <p:attrName>style.visibility</p:attrName>
                                        </p:attrNameLst>
                                      </p:cBhvr>
                                      <p:to>
                                        <p:strVal val="visible"/>
                                      </p:to>
                                    </p:set>
                                    <p:animEffect transition="in" filter="fade">
                                      <p:cBhvr>
                                        <p:cTn id="67" dur="1000"/>
                                        <p:tgtEl>
                                          <p:spTgt spid="120"/>
                                        </p:tgtEl>
                                      </p:cBhvr>
                                    </p:animEffect>
                                    <p:anim calcmode="lin" valueType="num">
                                      <p:cBhvr>
                                        <p:cTn id="68" dur="1000" fill="hold"/>
                                        <p:tgtEl>
                                          <p:spTgt spid="120"/>
                                        </p:tgtEl>
                                        <p:attrNameLst>
                                          <p:attrName>ppt_x</p:attrName>
                                        </p:attrNameLst>
                                      </p:cBhvr>
                                      <p:tavLst>
                                        <p:tav tm="0">
                                          <p:val>
                                            <p:strVal val="#ppt_x"/>
                                          </p:val>
                                        </p:tav>
                                        <p:tav tm="100000">
                                          <p:val>
                                            <p:strVal val="#ppt_x"/>
                                          </p:val>
                                        </p:tav>
                                      </p:tavLst>
                                    </p:anim>
                                    <p:anim calcmode="lin" valueType="num">
                                      <p:cBhvr>
                                        <p:cTn id="69" dur="1000" fill="hold"/>
                                        <p:tgtEl>
                                          <p:spTgt spid="120"/>
                                        </p:tgtEl>
                                        <p:attrNameLst>
                                          <p:attrName>ppt_y</p:attrName>
                                        </p:attrNameLst>
                                      </p:cBhvr>
                                      <p:tavLst>
                                        <p:tav tm="0">
                                          <p:val>
                                            <p:strVal val="#ppt_y-.1"/>
                                          </p:val>
                                        </p:tav>
                                        <p:tav tm="100000">
                                          <p:val>
                                            <p:strVal val="#ppt_y"/>
                                          </p:val>
                                        </p:tav>
                                      </p:tavLst>
                                    </p:anim>
                                  </p:childTnLst>
                                </p:cTn>
                              </p:par>
                            </p:childTnLst>
                          </p:cTn>
                        </p:par>
                        <p:par>
                          <p:cTn id="70" fill="hold">
                            <p:stCondLst>
                              <p:cond delay="1000"/>
                            </p:stCondLst>
                            <p:childTnLst>
                              <p:par>
                                <p:cTn id="71" presetID="42" presetClass="entr" presetSubtype="0" fill="hold" grpId="0" nodeType="afterEffect">
                                  <p:stCondLst>
                                    <p:cond delay="0"/>
                                  </p:stCondLst>
                                  <p:childTnLst>
                                    <p:set>
                                      <p:cBhvr>
                                        <p:cTn id="72" dur="1" fill="hold">
                                          <p:stCondLst>
                                            <p:cond delay="0"/>
                                          </p:stCondLst>
                                        </p:cTn>
                                        <p:tgtEl>
                                          <p:spTgt spid="126"/>
                                        </p:tgtEl>
                                        <p:attrNameLst>
                                          <p:attrName>style.visibility</p:attrName>
                                        </p:attrNameLst>
                                      </p:cBhvr>
                                      <p:to>
                                        <p:strVal val="visible"/>
                                      </p:to>
                                    </p:set>
                                    <p:animEffect transition="in" filter="fade">
                                      <p:cBhvr>
                                        <p:cTn id="73" dur="1000"/>
                                        <p:tgtEl>
                                          <p:spTgt spid="126"/>
                                        </p:tgtEl>
                                      </p:cBhvr>
                                    </p:animEffect>
                                    <p:anim calcmode="lin" valueType="num">
                                      <p:cBhvr>
                                        <p:cTn id="74" dur="1000" fill="hold"/>
                                        <p:tgtEl>
                                          <p:spTgt spid="126"/>
                                        </p:tgtEl>
                                        <p:attrNameLst>
                                          <p:attrName>ppt_x</p:attrName>
                                        </p:attrNameLst>
                                      </p:cBhvr>
                                      <p:tavLst>
                                        <p:tav tm="0">
                                          <p:val>
                                            <p:strVal val="#ppt_x"/>
                                          </p:val>
                                        </p:tav>
                                        <p:tav tm="100000">
                                          <p:val>
                                            <p:strVal val="#ppt_x"/>
                                          </p:val>
                                        </p:tav>
                                      </p:tavLst>
                                    </p:anim>
                                    <p:anim calcmode="lin" valueType="num">
                                      <p:cBhvr>
                                        <p:cTn id="75" dur="1000" fill="hold"/>
                                        <p:tgtEl>
                                          <p:spTgt spid="126"/>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27"/>
                                        </p:tgtEl>
                                        <p:attrNameLst>
                                          <p:attrName>style.visibility</p:attrName>
                                        </p:attrNameLst>
                                      </p:cBhvr>
                                      <p:to>
                                        <p:strVal val="visible"/>
                                      </p:to>
                                    </p:set>
                                    <p:animEffect transition="in" filter="fade">
                                      <p:cBhvr>
                                        <p:cTn id="78" dur="1000"/>
                                        <p:tgtEl>
                                          <p:spTgt spid="127"/>
                                        </p:tgtEl>
                                      </p:cBhvr>
                                    </p:animEffect>
                                    <p:anim calcmode="lin" valueType="num">
                                      <p:cBhvr>
                                        <p:cTn id="79" dur="1000" fill="hold"/>
                                        <p:tgtEl>
                                          <p:spTgt spid="127"/>
                                        </p:tgtEl>
                                        <p:attrNameLst>
                                          <p:attrName>ppt_x</p:attrName>
                                        </p:attrNameLst>
                                      </p:cBhvr>
                                      <p:tavLst>
                                        <p:tav tm="0">
                                          <p:val>
                                            <p:strVal val="#ppt_x"/>
                                          </p:val>
                                        </p:tav>
                                        <p:tav tm="100000">
                                          <p:val>
                                            <p:strVal val="#ppt_x"/>
                                          </p:val>
                                        </p:tav>
                                      </p:tavLst>
                                    </p:anim>
                                    <p:anim calcmode="lin" valueType="num">
                                      <p:cBhvr>
                                        <p:cTn id="80" dur="1000" fill="hold"/>
                                        <p:tgtEl>
                                          <p:spTgt spid="127"/>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28"/>
                                        </p:tgtEl>
                                        <p:attrNameLst>
                                          <p:attrName>style.visibility</p:attrName>
                                        </p:attrNameLst>
                                      </p:cBhvr>
                                      <p:to>
                                        <p:strVal val="visible"/>
                                      </p:to>
                                    </p:set>
                                    <p:animEffect transition="in" filter="fade">
                                      <p:cBhvr>
                                        <p:cTn id="83" dur="1000"/>
                                        <p:tgtEl>
                                          <p:spTgt spid="128"/>
                                        </p:tgtEl>
                                      </p:cBhvr>
                                    </p:animEffect>
                                    <p:anim calcmode="lin" valueType="num">
                                      <p:cBhvr>
                                        <p:cTn id="84" dur="1000" fill="hold"/>
                                        <p:tgtEl>
                                          <p:spTgt spid="128"/>
                                        </p:tgtEl>
                                        <p:attrNameLst>
                                          <p:attrName>ppt_x</p:attrName>
                                        </p:attrNameLst>
                                      </p:cBhvr>
                                      <p:tavLst>
                                        <p:tav tm="0">
                                          <p:val>
                                            <p:strVal val="#ppt_x"/>
                                          </p:val>
                                        </p:tav>
                                        <p:tav tm="100000">
                                          <p:val>
                                            <p:strVal val="#ppt_x"/>
                                          </p:val>
                                        </p:tav>
                                      </p:tavLst>
                                    </p:anim>
                                    <p:anim calcmode="lin" valueType="num">
                                      <p:cBhvr>
                                        <p:cTn id="85" dur="1000" fill="hold"/>
                                        <p:tgtEl>
                                          <p:spTgt spid="128"/>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129"/>
                                        </p:tgtEl>
                                        <p:attrNameLst>
                                          <p:attrName>style.visibility</p:attrName>
                                        </p:attrNameLst>
                                      </p:cBhvr>
                                      <p:to>
                                        <p:strVal val="visible"/>
                                      </p:to>
                                    </p:set>
                                    <p:animEffect transition="in" filter="fade">
                                      <p:cBhvr>
                                        <p:cTn id="88" dur="1000"/>
                                        <p:tgtEl>
                                          <p:spTgt spid="129"/>
                                        </p:tgtEl>
                                      </p:cBhvr>
                                    </p:animEffect>
                                    <p:anim calcmode="lin" valueType="num">
                                      <p:cBhvr>
                                        <p:cTn id="89" dur="1000" fill="hold"/>
                                        <p:tgtEl>
                                          <p:spTgt spid="129"/>
                                        </p:tgtEl>
                                        <p:attrNameLst>
                                          <p:attrName>ppt_x</p:attrName>
                                        </p:attrNameLst>
                                      </p:cBhvr>
                                      <p:tavLst>
                                        <p:tav tm="0">
                                          <p:val>
                                            <p:strVal val="#ppt_x"/>
                                          </p:val>
                                        </p:tav>
                                        <p:tav tm="100000">
                                          <p:val>
                                            <p:strVal val="#ppt_x"/>
                                          </p:val>
                                        </p:tav>
                                      </p:tavLst>
                                    </p:anim>
                                    <p:anim calcmode="lin" valueType="num">
                                      <p:cBhvr>
                                        <p:cTn id="90" dur="1000" fill="hold"/>
                                        <p:tgtEl>
                                          <p:spTgt spid="129"/>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130"/>
                                        </p:tgtEl>
                                        <p:attrNameLst>
                                          <p:attrName>style.visibility</p:attrName>
                                        </p:attrNameLst>
                                      </p:cBhvr>
                                      <p:to>
                                        <p:strVal val="visible"/>
                                      </p:to>
                                    </p:set>
                                    <p:animEffect transition="in" filter="fade">
                                      <p:cBhvr>
                                        <p:cTn id="93" dur="1000"/>
                                        <p:tgtEl>
                                          <p:spTgt spid="130"/>
                                        </p:tgtEl>
                                      </p:cBhvr>
                                    </p:animEffect>
                                    <p:anim calcmode="lin" valueType="num">
                                      <p:cBhvr>
                                        <p:cTn id="94" dur="1000" fill="hold"/>
                                        <p:tgtEl>
                                          <p:spTgt spid="130"/>
                                        </p:tgtEl>
                                        <p:attrNameLst>
                                          <p:attrName>ppt_x</p:attrName>
                                        </p:attrNameLst>
                                      </p:cBhvr>
                                      <p:tavLst>
                                        <p:tav tm="0">
                                          <p:val>
                                            <p:strVal val="#ppt_x"/>
                                          </p:val>
                                        </p:tav>
                                        <p:tav tm="100000">
                                          <p:val>
                                            <p:strVal val="#ppt_x"/>
                                          </p:val>
                                        </p:tav>
                                      </p:tavLst>
                                    </p:anim>
                                    <p:anim calcmode="lin" valueType="num">
                                      <p:cBhvr>
                                        <p:cTn id="95" dur="1000" fill="hold"/>
                                        <p:tgtEl>
                                          <p:spTgt spid="130"/>
                                        </p:tgtEl>
                                        <p:attrNameLst>
                                          <p:attrName>ppt_y</p:attrName>
                                        </p:attrNameLst>
                                      </p:cBhvr>
                                      <p:tavLst>
                                        <p:tav tm="0">
                                          <p:val>
                                            <p:strVal val="#ppt_y+.1"/>
                                          </p:val>
                                        </p:tav>
                                        <p:tav tm="100000">
                                          <p:val>
                                            <p:strVal val="#ppt_y"/>
                                          </p:val>
                                        </p:tav>
                                      </p:tavLst>
                                    </p:anim>
                                  </p:childTnLst>
                                </p:cTn>
                              </p:par>
                            </p:childTnLst>
                          </p:cTn>
                        </p:par>
                        <p:par>
                          <p:cTn id="96" fill="hold">
                            <p:stCondLst>
                              <p:cond delay="2000"/>
                            </p:stCondLst>
                            <p:childTnLst>
                              <p:par>
                                <p:cTn id="97" presetID="21" presetClass="entr" presetSubtype="1" fill="hold" grpId="0" nodeType="afterEffect">
                                  <p:stCondLst>
                                    <p:cond delay="0"/>
                                  </p:stCondLst>
                                  <p:childTnLst>
                                    <p:set>
                                      <p:cBhvr>
                                        <p:cTn id="98" dur="1" fill="hold">
                                          <p:stCondLst>
                                            <p:cond delay="0"/>
                                          </p:stCondLst>
                                        </p:cTn>
                                        <p:tgtEl>
                                          <p:spTgt spid="131"/>
                                        </p:tgtEl>
                                        <p:attrNameLst>
                                          <p:attrName>style.visibility</p:attrName>
                                        </p:attrNameLst>
                                      </p:cBhvr>
                                      <p:to>
                                        <p:strVal val="visible"/>
                                      </p:to>
                                    </p:set>
                                    <p:animEffect transition="in" filter="wheel(1)">
                                      <p:cBhvr>
                                        <p:cTn id="99" dur="500"/>
                                        <p:tgtEl>
                                          <p:spTgt spid="131"/>
                                        </p:tgtEl>
                                      </p:cBhvr>
                                    </p:animEffect>
                                  </p:childTnLst>
                                </p:cTn>
                              </p:par>
                              <p:par>
                                <p:cTn id="100" presetID="21" presetClass="entr" presetSubtype="1" fill="hold" grpId="0" nodeType="withEffect">
                                  <p:stCondLst>
                                    <p:cond delay="0"/>
                                  </p:stCondLst>
                                  <p:childTnLst>
                                    <p:set>
                                      <p:cBhvr>
                                        <p:cTn id="101" dur="1" fill="hold">
                                          <p:stCondLst>
                                            <p:cond delay="0"/>
                                          </p:stCondLst>
                                        </p:cTn>
                                        <p:tgtEl>
                                          <p:spTgt spid="132"/>
                                        </p:tgtEl>
                                        <p:attrNameLst>
                                          <p:attrName>style.visibility</p:attrName>
                                        </p:attrNameLst>
                                      </p:cBhvr>
                                      <p:to>
                                        <p:strVal val="visible"/>
                                      </p:to>
                                    </p:set>
                                    <p:animEffect transition="in" filter="wheel(1)">
                                      <p:cBhvr>
                                        <p:cTn id="102" dur="500"/>
                                        <p:tgtEl>
                                          <p:spTgt spid="132"/>
                                        </p:tgtEl>
                                      </p:cBhvr>
                                    </p:animEffect>
                                  </p:childTnLst>
                                </p:cTn>
                              </p:par>
                              <p:par>
                                <p:cTn id="103" presetID="21" presetClass="entr" presetSubtype="1" fill="hold" grpId="0" nodeType="withEffect">
                                  <p:stCondLst>
                                    <p:cond delay="0"/>
                                  </p:stCondLst>
                                  <p:childTnLst>
                                    <p:set>
                                      <p:cBhvr>
                                        <p:cTn id="104" dur="1" fill="hold">
                                          <p:stCondLst>
                                            <p:cond delay="0"/>
                                          </p:stCondLst>
                                        </p:cTn>
                                        <p:tgtEl>
                                          <p:spTgt spid="133"/>
                                        </p:tgtEl>
                                        <p:attrNameLst>
                                          <p:attrName>style.visibility</p:attrName>
                                        </p:attrNameLst>
                                      </p:cBhvr>
                                      <p:to>
                                        <p:strVal val="visible"/>
                                      </p:to>
                                    </p:set>
                                    <p:animEffect transition="in" filter="wheel(1)">
                                      <p:cBhvr>
                                        <p:cTn id="105" dur="500"/>
                                        <p:tgtEl>
                                          <p:spTgt spid="133"/>
                                        </p:tgtEl>
                                      </p:cBhvr>
                                    </p:animEffect>
                                  </p:childTnLst>
                                </p:cTn>
                              </p:par>
                              <p:par>
                                <p:cTn id="106" presetID="21" presetClass="entr" presetSubtype="1" fill="hold" grpId="0" nodeType="withEffect">
                                  <p:stCondLst>
                                    <p:cond delay="0"/>
                                  </p:stCondLst>
                                  <p:childTnLst>
                                    <p:set>
                                      <p:cBhvr>
                                        <p:cTn id="107" dur="1" fill="hold">
                                          <p:stCondLst>
                                            <p:cond delay="0"/>
                                          </p:stCondLst>
                                        </p:cTn>
                                        <p:tgtEl>
                                          <p:spTgt spid="134"/>
                                        </p:tgtEl>
                                        <p:attrNameLst>
                                          <p:attrName>style.visibility</p:attrName>
                                        </p:attrNameLst>
                                      </p:cBhvr>
                                      <p:to>
                                        <p:strVal val="visible"/>
                                      </p:to>
                                    </p:set>
                                    <p:animEffect transition="in" filter="wheel(1)">
                                      <p:cBhvr>
                                        <p:cTn id="108" dur="500"/>
                                        <p:tgtEl>
                                          <p:spTgt spid="134"/>
                                        </p:tgtEl>
                                      </p:cBhvr>
                                    </p:animEffect>
                                  </p:childTnLst>
                                </p:cTn>
                              </p:par>
                              <p:par>
                                <p:cTn id="109" presetID="21" presetClass="entr" presetSubtype="1" fill="hold" grpId="0" nodeType="withEffect">
                                  <p:stCondLst>
                                    <p:cond delay="0"/>
                                  </p:stCondLst>
                                  <p:childTnLst>
                                    <p:set>
                                      <p:cBhvr>
                                        <p:cTn id="110" dur="1" fill="hold">
                                          <p:stCondLst>
                                            <p:cond delay="0"/>
                                          </p:stCondLst>
                                        </p:cTn>
                                        <p:tgtEl>
                                          <p:spTgt spid="135"/>
                                        </p:tgtEl>
                                        <p:attrNameLst>
                                          <p:attrName>style.visibility</p:attrName>
                                        </p:attrNameLst>
                                      </p:cBhvr>
                                      <p:to>
                                        <p:strVal val="visible"/>
                                      </p:to>
                                    </p:set>
                                    <p:animEffect transition="in" filter="wheel(1)">
                                      <p:cBhvr>
                                        <p:cTn id="111"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p:bldP spid="113" grpId="0"/>
      <p:bldP spid="114" grpId="0"/>
      <p:bldP spid="118" grpId="0"/>
      <p:bldP spid="119" grpId="0"/>
      <p:bldP spid="120" grpId="0"/>
      <p:bldP spid="126" grpId="0"/>
      <p:bldP spid="127" grpId="0"/>
      <p:bldP spid="128" grpId="0"/>
      <p:bldP spid="129" grpId="0"/>
      <p:bldP spid="130" grpId="0"/>
      <p:bldP spid="131" grpId="0"/>
      <p:bldP spid="132" grpId="0"/>
      <p:bldP spid="133" grpId="0"/>
      <p:bldP spid="134" grpId="0"/>
      <p:bldP spid="13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添加您的标题</a:t>
            </a:r>
          </a:p>
        </p:txBody>
      </p:sp>
      <p:grpSp>
        <p:nvGrpSpPr>
          <p:cNvPr id="122" name="Group 2"/>
          <p:cNvGrpSpPr/>
          <p:nvPr/>
        </p:nvGrpSpPr>
        <p:grpSpPr>
          <a:xfrm>
            <a:off x="3480752" y="1730721"/>
            <a:ext cx="2184295" cy="2187946"/>
            <a:chOff x="4459607" y="2011669"/>
            <a:chExt cx="3224388" cy="3229773"/>
          </a:xfrm>
        </p:grpSpPr>
        <p:grpSp>
          <p:nvGrpSpPr>
            <p:cNvPr id="123" name="Group 187"/>
            <p:cNvGrpSpPr/>
            <p:nvPr/>
          </p:nvGrpSpPr>
          <p:grpSpPr>
            <a:xfrm>
              <a:off x="6389572" y="2349188"/>
              <a:ext cx="1292628" cy="1217224"/>
              <a:chOff x="4852988" y="1852613"/>
              <a:chExt cx="1143000" cy="1076325"/>
            </a:xfrm>
          </p:grpSpPr>
          <p:sp>
            <p:nvSpPr>
              <p:cNvPr id="145" name="Freeform: Shape 188"/>
              <p:cNvSpPr>
                <a:spLocks/>
              </p:cNvSpPr>
              <p:nvPr/>
            </p:nvSpPr>
            <p:spPr bwMode="auto">
              <a:xfrm>
                <a:off x="4852988" y="1852613"/>
                <a:ext cx="1143000" cy="1076325"/>
              </a:xfrm>
              <a:custGeom>
                <a:avLst/>
                <a:gdLst/>
                <a:ahLst/>
                <a:cxnLst>
                  <a:cxn ang="0">
                    <a:pos x="604" y="11"/>
                  </a:cxn>
                  <a:cxn ang="0">
                    <a:pos x="686" y="11"/>
                  </a:cxn>
                  <a:cxn ang="0">
                    <a:pos x="1077" y="465"/>
                  </a:cxn>
                  <a:cxn ang="0">
                    <a:pos x="1275" y="1032"/>
                  </a:cxn>
                  <a:cxn ang="0">
                    <a:pos x="1234" y="1102"/>
                  </a:cxn>
                  <a:cxn ang="0">
                    <a:pos x="645" y="1214"/>
                  </a:cxn>
                  <a:cxn ang="0">
                    <a:pos x="56" y="1102"/>
                  </a:cxn>
                  <a:cxn ang="0">
                    <a:pos x="15" y="1032"/>
                  </a:cxn>
                  <a:cxn ang="0">
                    <a:pos x="213" y="465"/>
                  </a:cxn>
                  <a:cxn ang="0">
                    <a:pos x="604" y="11"/>
                  </a:cxn>
                </a:cxnLst>
                <a:rect l="0" t="0" r="r" b="b"/>
                <a:pathLst>
                  <a:path w="1290" h="1214">
                    <a:moveTo>
                      <a:pt x="604" y="11"/>
                    </a:moveTo>
                    <a:cubicBezTo>
                      <a:pt x="627" y="0"/>
                      <a:pt x="663" y="0"/>
                      <a:pt x="686" y="11"/>
                    </a:cubicBezTo>
                    <a:cubicBezTo>
                      <a:pt x="686" y="11"/>
                      <a:pt x="864" y="96"/>
                      <a:pt x="1077" y="465"/>
                    </a:cubicBezTo>
                    <a:cubicBezTo>
                      <a:pt x="1290" y="835"/>
                      <a:pt x="1275" y="1032"/>
                      <a:pt x="1275" y="1032"/>
                    </a:cubicBezTo>
                    <a:cubicBezTo>
                      <a:pt x="1273" y="1056"/>
                      <a:pt x="1255" y="1088"/>
                      <a:pt x="1234" y="1102"/>
                    </a:cubicBezTo>
                    <a:cubicBezTo>
                      <a:pt x="1234" y="1102"/>
                      <a:pt x="1072" y="1214"/>
                      <a:pt x="645" y="1214"/>
                    </a:cubicBezTo>
                    <a:cubicBezTo>
                      <a:pt x="219" y="1214"/>
                      <a:pt x="56" y="1102"/>
                      <a:pt x="56" y="1102"/>
                    </a:cubicBezTo>
                    <a:cubicBezTo>
                      <a:pt x="35" y="1088"/>
                      <a:pt x="17" y="1056"/>
                      <a:pt x="15" y="1032"/>
                    </a:cubicBezTo>
                    <a:cubicBezTo>
                      <a:pt x="15" y="1032"/>
                      <a:pt x="0" y="835"/>
                      <a:pt x="213" y="465"/>
                    </a:cubicBezTo>
                    <a:cubicBezTo>
                      <a:pt x="426" y="96"/>
                      <a:pt x="604" y="11"/>
                      <a:pt x="604" y="11"/>
                    </a:cubicBezTo>
                    <a:close/>
                  </a:path>
                </a:pathLst>
              </a:custGeom>
              <a:noFill/>
              <a:ln w="9" cap="flat">
                <a:solidFill>
                  <a:srgbClr val="108887"/>
                </a:solidFill>
                <a:prstDash val="solid"/>
                <a:miter lim="800000"/>
                <a:headEnd/>
                <a:tailEnd/>
              </a:ln>
            </p:spPr>
            <p:txBody>
              <a:bodyPr anchor="ctr"/>
              <a:lstStyle/>
              <a:p>
                <a:pPr algn="ctr"/>
                <a:endParaRPr sz="1013">
                  <a:latin typeface="+mn-lt"/>
                  <a:ea typeface="+mn-ea"/>
                  <a:cs typeface="+mn-ea"/>
                  <a:sym typeface="+mn-lt"/>
                </a:endParaRPr>
              </a:p>
            </p:txBody>
          </p:sp>
          <p:sp>
            <p:nvSpPr>
              <p:cNvPr id="146" name="Freeform: Shape 189"/>
              <p:cNvSpPr>
                <a:spLocks/>
              </p:cNvSpPr>
              <p:nvPr/>
            </p:nvSpPr>
            <p:spPr bwMode="auto">
              <a:xfrm>
                <a:off x="4937125" y="1925638"/>
                <a:ext cx="976313" cy="931863"/>
              </a:xfrm>
              <a:custGeom>
                <a:avLst/>
                <a:gdLst/>
                <a:ahLst/>
                <a:cxnLst>
                  <a:cxn ang="0">
                    <a:pos x="550" y="1051"/>
                  </a:cxn>
                  <a:cxn ang="0">
                    <a:pos x="7" y="954"/>
                  </a:cxn>
                  <a:cxn ang="0">
                    <a:pos x="0" y="942"/>
                  </a:cxn>
                  <a:cxn ang="0">
                    <a:pos x="187" y="422"/>
                  </a:cxn>
                  <a:cxn ang="0">
                    <a:pos x="543" y="0"/>
                  </a:cxn>
                  <a:cxn ang="0">
                    <a:pos x="550" y="0"/>
                  </a:cxn>
                  <a:cxn ang="0">
                    <a:pos x="557" y="0"/>
                  </a:cxn>
                  <a:cxn ang="0">
                    <a:pos x="913" y="422"/>
                  </a:cxn>
                  <a:cxn ang="0">
                    <a:pos x="1101" y="941"/>
                  </a:cxn>
                  <a:cxn ang="0">
                    <a:pos x="1094" y="954"/>
                  </a:cxn>
                  <a:cxn ang="0">
                    <a:pos x="550" y="1051"/>
                  </a:cxn>
                </a:cxnLst>
                <a:rect l="0" t="0" r="r" b="b"/>
                <a:pathLst>
                  <a:path w="1101" h="1051">
                    <a:moveTo>
                      <a:pt x="550" y="1051"/>
                    </a:moveTo>
                    <a:cubicBezTo>
                      <a:pt x="174" y="1051"/>
                      <a:pt x="19" y="961"/>
                      <a:pt x="7" y="954"/>
                    </a:cubicBezTo>
                    <a:cubicBezTo>
                      <a:pt x="4" y="951"/>
                      <a:pt x="1" y="945"/>
                      <a:pt x="0" y="942"/>
                    </a:cubicBezTo>
                    <a:cubicBezTo>
                      <a:pt x="0" y="922"/>
                      <a:pt x="3" y="742"/>
                      <a:pt x="187" y="422"/>
                    </a:cubicBezTo>
                    <a:cubicBezTo>
                      <a:pt x="371" y="103"/>
                      <a:pt x="526" y="10"/>
                      <a:pt x="543" y="0"/>
                    </a:cubicBezTo>
                    <a:cubicBezTo>
                      <a:pt x="544" y="0"/>
                      <a:pt x="547" y="0"/>
                      <a:pt x="550" y="0"/>
                    </a:cubicBezTo>
                    <a:cubicBezTo>
                      <a:pt x="553" y="0"/>
                      <a:pt x="556" y="0"/>
                      <a:pt x="557" y="0"/>
                    </a:cubicBezTo>
                    <a:cubicBezTo>
                      <a:pt x="574" y="10"/>
                      <a:pt x="729" y="103"/>
                      <a:pt x="913" y="422"/>
                    </a:cubicBezTo>
                    <a:cubicBezTo>
                      <a:pt x="1101" y="748"/>
                      <a:pt x="1101" y="927"/>
                      <a:pt x="1101" y="941"/>
                    </a:cubicBezTo>
                    <a:cubicBezTo>
                      <a:pt x="1099" y="945"/>
                      <a:pt x="1096" y="951"/>
                      <a:pt x="1094" y="954"/>
                    </a:cubicBezTo>
                    <a:cubicBezTo>
                      <a:pt x="1077" y="964"/>
                      <a:pt x="919" y="1051"/>
                      <a:pt x="550" y="1051"/>
                    </a:cubicBezTo>
                    <a:close/>
                  </a:path>
                </a:pathLst>
              </a:custGeom>
              <a:solidFill>
                <a:schemeClr val="accent2"/>
              </a:solidFill>
              <a:ln w="9525">
                <a:noFill/>
                <a:round/>
                <a:headEnd/>
                <a:tailEnd/>
              </a:ln>
            </p:spPr>
            <p:txBody>
              <a:bodyPr anchor="ctr"/>
              <a:lstStyle/>
              <a:p>
                <a:pPr algn="ctr"/>
                <a:endParaRPr sz="1013">
                  <a:latin typeface="+mn-lt"/>
                  <a:ea typeface="+mn-ea"/>
                  <a:cs typeface="+mn-ea"/>
                  <a:sym typeface="+mn-lt"/>
                </a:endParaRPr>
              </a:p>
            </p:txBody>
          </p:sp>
        </p:grpSp>
        <p:grpSp>
          <p:nvGrpSpPr>
            <p:cNvPr id="124" name="Group 190"/>
            <p:cNvGrpSpPr/>
            <p:nvPr/>
          </p:nvGrpSpPr>
          <p:grpSpPr>
            <a:xfrm>
              <a:off x="5423693" y="2011669"/>
              <a:ext cx="1292628" cy="1217224"/>
              <a:chOff x="3998913" y="1554163"/>
              <a:chExt cx="1143000" cy="1076325"/>
            </a:xfrm>
          </p:grpSpPr>
          <p:sp>
            <p:nvSpPr>
              <p:cNvPr id="143" name="Freeform: Shape 191"/>
              <p:cNvSpPr>
                <a:spLocks/>
              </p:cNvSpPr>
              <p:nvPr/>
            </p:nvSpPr>
            <p:spPr bwMode="auto">
              <a:xfrm>
                <a:off x="3998913" y="1554163"/>
                <a:ext cx="1143000" cy="1076325"/>
              </a:xfrm>
              <a:custGeom>
                <a:avLst/>
                <a:gdLst/>
                <a:ahLst/>
                <a:cxnLst>
                  <a:cxn ang="0">
                    <a:pos x="15" y="182"/>
                  </a:cxn>
                  <a:cxn ang="0">
                    <a:pos x="56" y="112"/>
                  </a:cxn>
                  <a:cxn ang="0">
                    <a:pos x="645" y="0"/>
                  </a:cxn>
                  <a:cxn ang="0">
                    <a:pos x="1234" y="112"/>
                  </a:cxn>
                  <a:cxn ang="0">
                    <a:pos x="1275" y="182"/>
                  </a:cxn>
                  <a:cxn ang="0">
                    <a:pos x="1077" y="749"/>
                  </a:cxn>
                  <a:cxn ang="0">
                    <a:pos x="686" y="1203"/>
                  </a:cxn>
                  <a:cxn ang="0">
                    <a:pos x="604" y="1203"/>
                  </a:cxn>
                  <a:cxn ang="0">
                    <a:pos x="213" y="749"/>
                  </a:cxn>
                  <a:cxn ang="0">
                    <a:pos x="15" y="182"/>
                  </a:cxn>
                </a:cxnLst>
                <a:rect l="0" t="0" r="r" b="b"/>
                <a:pathLst>
                  <a:path w="1290" h="1214">
                    <a:moveTo>
                      <a:pt x="15" y="182"/>
                    </a:moveTo>
                    <a:cubicBezTo>
                      <a:pt x="17" y="158"/>
                      <a:pt x="35" y="126"/>
                      <a:pt x="56" y="112"/>
                    </a:cubicBezTo>
                    <a:cubicBezTo>
                      <a:pt x="56" y="112"/>
                      <a:pt x="219" y="0"/>
                      <a:pt x="645" y="0"/>
                    </a:cubicBezTo>
                    <a:cubicBezTo>
                      <a:pt x="1072" y="0"/>
                      <a:pt x="1234" y="112"/>
                      <a:pt x="1234" y="112"/>
                    </a:cubicBezTo>
                    <a:cubicBezTo>
                      <a:pt x="1255" y="126"/>
                      <a:pt x="1273" y="158"/>
                      <a:pt x="1275" y="182"/>
                    </a:cubicBezTo>
                    <a:cubicBezTo>
                      <a:pt x="1275" y="182"/>
                      <a:pt x="1290" y="379"/>
                      <a:pt x="1077" y="749"/>
                    </a:cubicBezTo>
                    <a:cubicBezTo>
                      <a:pt x="864" y="1118"/>
                      <a:pt x="686" y="1203"/>
                      <a:pt x="686" y="1203"/>
                    </a:cubicBezTo>
                    <a:cubicBezTo>
                      <a:pt x="663" y="1214"/>
                      <a:pt x="627" y="1214"/>
                      <a:pt x="604" y="1203"/>
                    </a:cubicBezTo>
                    <a:cubicBezTo>
                      <a:pt x="604" y="1203"/>
                      <a:pt x="426" y="1118"/>
                      <a:pt x="213" y="749"/>
                    </a:cubicBezTo>
                    <a:cubicBezTo>
                      <a:pt x="0" y="379"/>
                      <a:pt x="15" y="182"/>
                      <a:pt x="15" y="182"/>
                    </a:cubicBezTo>
                    <a:close/>
                  </a:path>
                </a:pathLst>
              </a:custGeom>
              <a:solidFill>
                <a:schemeClr val="bg1"/>
              </a:solidFill>
              <a:ln w="9" cap="flat">
                <a:solidFill>
                  <a:srgbClr val="C80A2A"/>
                </a:solidFill>
                <a:prstDash val="solid"/>
                <a:miter lim="800000"/>
                <a:headEnd/>
                <a:tailEnd/>
              </a:ln>
            </p:spPr>
            <p:txBody>
              <a:bodyPr anchor="ctr"/>
              <a:lstStyle/>
              <a:p>
                <a:pPr algn="ctr"/>
                <a:endParaRPr sz="1013">
                  <a:latin typeface="+mn-lt"/>
                  <a:ea typeface="+mn-ea"/>
                  <a:cs typeface="+mn-ea"/>
                  <a:sym typeface="+mn-lt"/>
                </a:endParaRPr>
              </a:p>
            </p:txBody>
          </p:sp>
          <p:sp>
            <p:nvSpPr>
              <p:cNvPr id="144" name="Freeform: Shape 192"/>
              <p:cNvSpPr>
                <a:spLocks/>
              </p:cNvSpPr>
              <p:nvPr/>
            </p:nvSpPr>
            <p:spPr bwMode="auto">
              <a:xfrm>
                <a:off x="4081463" y="1625600"/>
                <a:ext cx="977900" cy="931863"/>
              </a:xfrm>
              <a:custGeom>
                <a:avLst/>
                <a:gdLst/>
                <a:ahLst/>
                <a:cxnLst>
                  <a:cxn ang="0">
                    <a:pos x="551" y="1051"/>
                  </a:cxn>
                  <a:cxn ang="0">
                    <a:pos x="544" y="1051"/>
                  </a:cxn>
                  <a:cxn ang="0">
                    <a:pos x="188" y="629"/>
                  </a:cxn>
                  <a:cxn ang="0">
                    <a:pos x="1" y="109"/>
                  </a:cxn>
                  <a:cxn ang="0">
                    <a:pos x="8" y="97"/>
                  </a:cxn>
                  <a:cxn ang="0">
                    <a:pos x="551" y="0"/>
                  </a:cxn>
                  <a:cxn ang="0">
                    <a:pos x="1094" y="97"/>
                  </a:cxn>
                  <a:cxn ang="0">
                    <a:pos x="1101" y="109"/>
                  </a:cxn>
                  <a:cxn ang="0">
                    <a:pos x="914" y="629"/>
                  </a:cxn>
                  <a:cxn ang="0">
                    <a:pos x="558" y="1051"/>
                  </a:cxn>
                  <a:cxn ang="0">
                    <a:pos x="551" y="1051"/>
                  </a:cxn>
                </a:cxnLst>
                <a:rect l="0" t="0" r="r" b="b"/>
                <a:pathLst>
                  <a:path w="1102" h="1051">
                    <a:moveTo>
                      <a:pt x="551" y="1051"/>
                    </a:moveTo>
                    <a:cubicBezTo>
                      <a:pt x="548" y="1051"/>
                      <a:pt x="545" y="1051"/>
                      <a:pt x="544" y="1051"/>
                    </a:cubicBezTo>
                    <a:cubicBezTo>
                      <a:pt x="527" y="1041"/>
                      <a:pt x="372" y="948"/>
                      <a:pt x="188" y="629"/>
                    </a:cubicBezTo>
                    <a:cubicBezTo>
                      <a:pt x="4" y="309"/>
                      <a:pt x="0" y="129"/>
                      <a:pt x="1" y="109"/>
                    </a:cubicBezTo>
                    <a:cubicBezTo>
                      <a:pt x="2" y="106"/>
                      <a:pt x="5" y="100"/>
                      <a:pt x="8" y="97"/>
                    </a:cubicBezTo>
                    <a:cubicBezTo>
                      <a:pt x="24" y="87"/>
                      <a:pt x="182" y="0"/>
                      <a:pt x="551" y="0"/>
                    </a:cubicBezTo>
                    <a:cubicBezTo>
                      <a:pt x="927" y="0"/>
                      <a:pt x="1082" y="90"/>
                      <a:pt x="1094" y="97"/>
                    </a:cubicBezTo>
                    <a:cubicBezTo>
                      <a:pt x="1097" y="100"/>
                      <a:pt x="1100" y="106"/>
                      <a:pt x="1101" y="109"/>
                    </a:cubicBezTo>
                    <a:cubicBezTo>
                      <a:pt x="1102" y="129"/>
                      <a:pt x="1098" y="309"/>
                      <a:pt x="914" y="629"/>
                    </a:cubicBezTo>
                    <a:cubicBezTo>
                      <a:pt x="726" y="954"/>
                      <a:pt x="571" y="1043"/>
                      <a:pt x="558" y="1051"/>
                    </a:cubicBezTo>
                    <a:cubicBezTo>
                      <a:pt x="557" y="1051"/>
                      <a:pt x="554" y="1051"/>
                      <a:pt x="551" y="1051"/>
                    </a:cubicBezTo>
                    <a:close/>
                  </a:path>
                </a:pathLst>
              </a:custGeom>
              <a:solidFill>
                <a:schemeClr val="accent1"/>
              </a:solidFill>
              <a:ln w="9525">
                <a:noFill/>
                <a:round/>
                <a:headEnd/>
                <a:tailEnd/>
              </a:ln>
            </p:spPr>
            <p:txBody>
              <a:bodyPr anchor="ctr"/>
              <a:lstStyle/>
              <a:p>
                <a:pPr algn="ctr"/>
                <a:endParaRPr sz="1013">
                  <a:latin typeface="+mn-lt"/>
                  <a:ea typeface="+mn-ea"/>
                  <a:cs typeface="+mn-ea"/>
                  <a:sym typeface="+mn-lt"/>
                </a:endParaRPr>
              </a:p>
            </p:txBody>
          </p:sp>
        </p:grpSp>
        <p:grpSp>
          <p:nvGrpSpPr>
            <p:cNvPr id="125" name="Group 193"/>
            <p:cNvGrpSpPr/>
            <p:nvPr/>
          </p:nvGrpSpPr>
          <p:grpSpPr>
            <a:xfrm>
              <a:off x="6391367" y="3681313"/>
              <a:ext cx="1292628" cy="1217224"/>
              <a:chOff x="4854575" y="3030538"/>
              <a:chExt cx="1143000" cy="1076325"/>
            </a:xfrm>
          </p:grpSpPr>
          <p:sp>
            <p:nvSpPr>
              <p:cNvPr id="141" name="Freeform: Shape 194"/>
              <p:cNvSpPr>
                <a:spLocks/>
              </p:cNvSpPr>
              <p:nvPr/>
            </p:nvSpPr>
            <p:spPr bwMode="auto">
              <a:xfrm>
                <a:off x="4854575" y="3030538"/>
                <a:ext cx="1143000" cy="1076325"/>
              </a:xfrm>
              <a:custGeom>
                <a:avLst/>
                <a:gdLst/>
                <a:ahLst/>
                <a:cxnLst>
                  <a:cxn ang="0">
                    <a:pos x="1234" y="112"/>
                  </a:cxn>
                  <a:cxn ang="0">
                    <a:pos x="1275" y="182"/>
                  </a:cxn>
                  <a:cxn ang="0">
                    <a:pos x="1077" y="748"/>
                  </a:cxn>
                  <a:cxn ang="0">
                    <a:pos x="686" y="1203"/>
                  </a:cxn>
                  <a:cxn ang="0">
                    <a:pos x="604" y="1203"/>
                  </a:cxn>
                  <a:cxn ang="0">
                    <a:pos x="213" y="748"/>
                  </a:cxn>
                  <a:cxn ang="0">
                    <a:pos x="15" y="182"/>
                  </a:cxn>
                  <a:cxn ang="0">
                    <a:pos x="56" y="112"/>
                  </a:cxn>
                  <a:cxn ang="0">
                    <a:pos x="645" y="0"/>
                  </a:cxn>
                  <a:cxn ang="0">
                    <a:pos x="1234" y="112"/>
                  </a:cxn>
                </a:cxnLst>
                <a:rect l="0" t="0" r="r" b="b"/>
                <a:pathLst>
                  <a:path w="1290" h="1214">
                    <a:moveTo>
                      <a:pt x="1234" y="112"/>
                    </a:moveTo>
                    <a:cubicBezTo>
                      <a:pt x="1255" y="126"/>
                      <a:pt x="1273" y="157"/>
                      <a:pt x="1275" y="182"/>
                    </a:cubicBezTo>
                    <a:cubicBezTo>
                      <a:pt x="1275" y="182"/>
                      <a:pt x="1290" y="379"/>
                      <a:pt x="1077" y="748"/>
                    </a:cubicBezTo>
                    <a:cubicBezTo>
                      <a:pt x="864" y="1118"/>
                      <a:pt x="686" y="1203"/>
                      <a:pt x="686" y="1203"/>
                    </a:cubicBezTo>
                    <a:cubicBezTo>
                      <a:pt x="663" y="1214"/>
                      <a:pt x="627" y="1214"/>
                      <a:pt x="604" y="1203"/>
                    </a:cubicBezTo>
                    <a:cubicBezTo>
                      <a:pt x="604" y="1203"/>
                      <a:pt x="426" y="1118"/>
                      <a:pt x="213" y="748"/>
                    </a:cubicBezTo>
                    <a:cubicBezTo>
                      <a:pt x="0" y="379"/>
                      <a:pt x="15" y="182"/>
                      <a:pt x="15" y="182"/>
                    </a:cubicBezTo>
                    <a:cubicBezTo>
                      <a:pt x="17" y="157"/>
                      <a:pt x="35" y="126"/>
                      <a:pt x="56" y="112"/>
                    </a:cubicBezTo>
                    <a:cubicBezTo>
                      <a:pt x="56" y="112"/>
                      <a:pt x="218" y="0"/>
                      <a:pt x="645" y="0"/>
                    </a:cubicBezTo>
                    <a:cubicBezTo>
                      <a:pt x="1071" y="0"/>
                      <a:pt x="1234" y="112"/>
                      <a:pt x="1234" y="112"/>
                    </a:cubicBezTo>
                    <a:close/>
                  </a:path>
                </a:pathLst>
              </a:custGeom>
              <a:noFill/>
              <a:ln w="9" cap="flat">
                <a:solidFill>
                  <a:srgbClr val="D87833"/>
                </a:solidFill>
                <a:prstDash val="solid"/>
                <a:miter lim="800000"/>
                <a:headEnd/>
                <a:tailEnd/>
              </a:ln>
            </p:spPr>
            <p:txBody>
              <a:bodyPr anchor="ctr"/>
              <a:lstStyle/>
              <a:p>
                <a:pPr algn="ctr"/>
                <a:endParaRPr sz="1013">
                  <a:latin typeface="+mn-lt"/>
                  <a:ea typeface="+mn-ea"/>
                  <a:cs typeface="+mn-ea"/>
                  <a:sym typeface="+mn-lt"/>
                </a:endParaRPr>
              </a:p>
            </p:txBody>
          </p:sp>
          <p:sp>
            <p:nvSpPr>
              <p:cNvPr id="142" name="Freeform: Shape 195"/>
              <p:cNvSpPr>
                <a:spLocks/>
              </p:cNvSpPr>
              <p:nvPr/>
            </p:nvSpPr>
            <p:spPr bwMode="auto">
              <a:xfrm>
                <a:off x="4937125" y="3101975"/>
                <a:ext cx="977900" cy="931863"/>
              </a:xfrm>
              <a:custGeom>
                <a:avLst/>
                <a:gdLst/>
                <a:ahLst/>
                <a:cxnLst>
                  <a:cxn ang="0">
                    <a:pos x="551" y="1051"/>
                  </a:cxn>
                  <a:cxn ang="0">
                    <a:pos x="544" y="1050"/>
                  </a:cxn>
                  <a:cxn ang="0">
                    <a:pos x="188" y="628"/>
                  </a:cxn>
                  <a:cxn ang="0">
                    <a:pos x="1" y="109"/>
                  </a:cxn>
                  <a:cxn ang="0">
                    <a:pos x="7" y="97"/>
                  </a:cxn>
                  <a:cxn ang="0">
                    <a:pos x="551" y="0"/>
                  </a:cxn>
                  <a:cxn ang="0">
                    <a:pos x="1094" y="97"/>
                  </a:cxn>
                  <a:cxn ang="0">
                    <a:pos x="1101" y="109"/>
                  </a:cxn>
                  <a:cxn ang="0">
                    <a:pos x="914" y="628"/>
                  </a:cxn>
                  <a:cxn ang="0">
                    <a:pos x="558" y="1050"/>
                  </a:cxn>
                  <a:cxn ang="0">
                    <a:pos x="551" y="1051"/>
                  </a:cxn>
                </a:cxnLst>
                <a:rect l="0" t="0" r="r" b="b"/>
                <a:pathLst>
                  <a:path w="1102" h="1051">
                    <a:moveTo>
                      <a:pt x="551" y="1051"/>
                    </a:moveTo>
                    <a:cubicBezTo>
                      <a:pt x="548" y="1051"/>
                      <a:pt x="545" y="1051"/>
                      <a:pt x="544" y="1050"/>
                    </a:cubicBezTo>
                    <a:cubicBezTo>
                      <a:pt x="527" y="1041"/>
                      <a:pt x="372" y="947"/>
                      <a:pt x="188" y="628"/>
                    </a:cubicBezTo>
                    <a:cubicBezTo>
                      <a:pt x="4" y="309"/>
                      <a:pt x="0" y="129"/>
                      <a:pt x="1" y="109"/>
                    </a:cubicBezTo>
                    <a:cubicBezTo>
                      <a:pt x="2" y="106"/>
                      <a:pt x="5" y="100"/>
                      <a:pt x="7" y="97"/>
                    </a:cubicBezTo>
                    <a:cubicBezTo>
                      <a:pt x="24" y="87"/>
                      <a:pt x="182" y="0"/>
                      <a:pt x="551" y="0"/>
                    </a:cubicBezTo>
                    <a:cubicBezTo>
                      <a:pt x="920" y="0"/>
                      <a:pt x="1078" y="87"/>
                      <a:pt x="1094" y="97"/>
                    </a:cubicBezTo>
                    <a:cubicBezTo>
                      <a:pt x="1097" y="100"/>
                      <a:pt x="1100" y="106"/>
                      <a:pt x="1101" y="109"/>
                    </a:cubicBezTo>
                    <a:cubicBezTo>
                      <a:pt x="1102" y="128"/>
                      <a:pt x="1098" y="309"/>
                      <a:pt x="914" y="628"/>
                    </a:cubicBezTo>
                    <a:cubicBezTo>
                      <a:pt x="730" y="947"/>
                      <a:pt x="575" y="1041"/>
                      <a:pt x="558" y="1050"/>
                    </a:cubicBezTo>
                    <a:cubicBezTo>
                      <a:pt x="557" y="1051"/>
                      <a:pt x="554" y="1051"/>
                      <a:pt x="551" y="1051"/>
                    </a:cubicBezTo>
                    <a:close/>
                  </a:path>
                </a:pathLst>
              </a:custGeom>
              <a:solidFill>
                <a:schemeClr val="accent3"/>
              </a:solidFill>
              <a:ln w="9525">
                <a:noFill/>
                <a:round/>
                <a:headEnd/>
                <a:tailEnd/>
              </a:ln>
            </p:spPr>
            <p:txBody>
              <a:bodyPr anchor="ctr"/>
              <a:lstStyle/>
              <a:p>
                <a:pPr algn="ctr"/>
                <a:endParaRPr sz="1013">
                  <a:latin typeface="+mn-lt"/>
                  <a:ea typeface="+mn-ea"/>
                  <a:cs typeface="+mn-ea"/>
                  <a:sym typeface="+mn-lt"/>
                </a:endParaRPr>
              </a:p>
            </p:txBody>
          </p:sp>
        </p:grpSp>
        <p:grpSp>
          <p:nvGrpSpPr>
            <p:cNvPr id="126" name="Group 196"/>
            <p:cNvGrpSpPr/>
            <p:nvPr/>
          </p:nvGrpSpPr>
          <p:grpSpPr>
            <a:xfrm>
              <a:off x="4459607" y="2354574"/>
              <a:ext cx="1294423" cy="1217224"/>
              <a:chOff x="3146425" y="1857375"/>
              <a:chExt cx="1144588" cy="1076325"/>
            </a:xfrm>
          </p:grpSpPr>
          <p:sp>
            <p:nvSpPr>
              <p:cNvPr id="139" name="Freeform: Shape 197"/>
              <p:cNvSpPr>
                <a:spLocks/>
              </p:cNvSpPr>
              <p:nvPr/>
            </p:nvSpPr>
            <p:spPr bwMode="auto">
              <a:xfrm>
                <a:off x="3146425" y="1857375"/>
                <a:ext cx="1144588" cy="1076325"/>
              </a:xfrm>
              <a:custGeom>
                <a:avLst/>
                <a:gdLst/>
                <a:ahLst/>
                <a:cxnLst>
                  <a:cxn ang="0">
                    <a:pos x="56" y="1102"/>
                  </a:cxn>
                  <a:cxn ang="0">
                    <a:pos x="15" y="1032"/>
                  </a:cxn>
                  <a:cxn ang="0">
                    <a:pos x="213" y="466"/>
                  </a:cxn>
                  <a:cxn ang="0">
                    <a:pos x="604" y="11"/>
                  </a:cxn>
                  <a:cxn ang="0">
                    <a:pos x="686" y="11"/>
                  </a:cxn>
                  <a:cxn ang="0">
                    <a:pos x="1077" y="466"/>
                  </a:cxn>
                  <a:cxn ang="0">
                    <a:pos x="1275" y="1032"/>
                  </a:cxn>
                  <a:cxn ang="0">
                    <a:pos x="1234" y="1102"/>
                  </a:cxn>
                  <a:cxn ang="0">
                    <a:pos x="645" y="1214"/>
                  </a:cxn>
                  <a:cxn ang="0">
                    <a:pos x="56" y="1102"/>
                  </a:cxn>
                </a:cxnLst>
                <a:rect l="0" t="0" r="r" b="b"/>
                <a:pathLst>
                  <a:path w="1290" h="1214">
                    <a:moveTo>
                      <a:pt x="56" y="1102"/>
                    </a:moveTo>
                    <a:cubicBezTo>
                      <a:pt x="35" y="1088"/>
                      <a:pt x="17" y="1057"/>
                      <a:pt x="15" y="1032"/>
                    </a:cubicBezTo>
                    <a:cubicBezTo>
                      <a:pt x="15" y="1032"/>
                      <a:pt x="0" y="835"/>
                      <a:pt x="213" y="466"/>
                    </a:cubicBezTo>
                    <a:cubicBezTo>
                      <a:pt x="426" y="96"/>
                      <a:pt x="604" y="11"/>
                      <a:pt x="604" y="11"/>
                    </a:cubicBezTo>
                    <a:cubicBezTo>
                      <a:pt x="627" y="0"/>
                      <a:pt x="663" y="0"/>
                      <a:pt x="686" y="11"/>
                    </a:cubicBezTo>
                    <a:cubicBezTo>
                      <a:pt x="686" y="11"/>
                      <a:pt x="864" y="96"/>
                      <a:pt x="1077" y="466"/>
                    </a:cubicBezTo>
                    <a:cubicBezTo>
                      <a:pt x="1290" y="835"/>
                      <a:pt x="1275" y="1032"/>
                      <a:pt x="1275" y="1032"/>
                    </a:cubicBezTo>
                    <a:cubicBezTo>
                      <a:pt x="1273" y="1057"/>
                      <a:pt x="1255" y="1088"/>
                      <a:pt x="1234" y="1102"/>
                    </a:cubicBezTo>
                    <a:cubicBezTo>
                      <a:pt x="1234" y="1102"/>
                      <a:pt x="1071" y="1214"/>
                      <a:pt x="645" y="1214"/>
                    </a:cubicBezTo>
                    <a:cubicBezTo>
                      <a:pt x="218" y="1214"/>
                      <a:pt x="56" y="1102"/>
                      <a:pt x="56" y="1102"/>
                    </a:cubicBezTo>
                    <a:close/>
                  </a:path>
                </a:pathLst>
              </a:custGeom>
              <a:noFill/>
              <a:ln w="9" cap="flat">
                <a:solidFill>
                  <a:srgbClr val="D87833"/>
                </a:solidFill>
                <a:prstDash val="solid"/>
                <a:miter lim="800000"/>
                <a:headEnd/>
                <a:tailEnd/>
              </a:ln>
            </p:spPr>
            <p:txBody>
              <a:bodyPr anchor="ctr"/>
              <a:lstStyle/>
              <a:p>
                <a:pPr algn="ctr"/>
                <a:endParaRPr sz="1013">
                  <a:latin typeface="+mn-lt"/>
                  <a:ea typeface="+mn-ea"/>
                  <a:cs typeface="+mn-ea"/>
                  <a:sym typeface="+mn-lt"/>
                </a:endParaRPr>
              </a:p>
            </p:txBody>
          </p:sp>
          <p:sp>
            <p:nvSpPr>
              <p:cNvPr id="140" name="Freeform: Shape 198"/>
              <p:cNvSpPr>
                <a:spLocks/>
              </p:cNvSpPr>
              <p:nvPr/>
            </p:nvSpPr>
            <p:spPr bwMode="auto">
              <a:xfrm>
                <a:off x="3230563" y="1930400"/>
                <a:ext cx="976313" cy="931863"/>
              </a:xfrm>
              <a:custGeom>
                <a:avLst/>
                <a:gdLst/>
                <a:ahLst/>
                <a:cxnLst>
                  <a:cxn ang="0">
                    <a:pos x="551" y="1051"/>
                  </a:cxn>
                  <a:cxn ang="0">
                    <a:pos x="7" y="954"/>
                  </a:cxn>
                  <a:cxn ang="0">
                    <a:pos x="1" y="942"/>
                  </a:cxn>
                  <a:cxn ang="0">
                    <a:pos x="188" y="423"/>
                  </a:cxn>
                  <a:cxn ang="0">
                    <a:pos x="544" y="1"/>
                  </a:cxn>
                  <a:cxn ang="0">
                    <a:pos x="551" y="0"/>
                  </a:cxn>
                  <a:cxn ang="0">
                    <a:pos x="558" y="1"/>
                  </a:cxn>
                  <a:cxn ang="0">
                    <a:pos x="914" y="423"/>
                  </a:cxn>
                  <a:cxn ang="0">
                    <a:pos x="1101" y="942"/>
                  </a:cxn>
                  <a:cxn ang="0">
                    <a:pos x="1094" y="954"/>
                  </a:cxn>
                  <a:cxn ang="0">
                    <a:pos x="551" y="1051"/>
                  </a:cxn>
                </a:cxnLst>
                <a:rect l="0" t="0" r="r" b="b"/>
                <a:pathLst>
                  <a:path w="1102" h="1051">
                    <a:moveTo>
                      <a:pt x="551" y="1051"/>
                    </a:moveTo>
                    <a:cubicBezTo>
                      <a:pt x="182" y="1051"/>
                      <a:pt x="24" y="964"/>
                      <a:pt x="7" y="954"/>
                    </a:cubicBezTo>
                    <a:cubicBezTo>
                      <a:pt x="5" y="951"/>
                      <a:pt x="2" y="945"/>
                      <a:pt x="1" y="942"/>
                    </a:cubicBezTo>
                    <a:cubicBezTo>
                      <a:pt x="0" y="922"/>
                      <a:pt x="4" y="742"/>
                      <a:pt x="188" y="423"/>
                    </a:cubicBezTo>
                    <a:cubicBezTo>
                      <a:pt x="372" y="104"/>
                      <a:pt x="527" y="10"/>
                      <a:pt x="544" y="1"/>
                    </a:cubicBezTo>
                    <a:cubicBezTo>
                      <a:pt x="545" y="0"/>
                      <a:pt x="548" y="0"/>
                      <a:pt x="551" y="0"/>
                    </a:cubicBezTo>
                    <a:cubicBezTo>
                      <a:pt x="554" y="0"/>
                      <a:pt x="557" y="0"/>
                      <a:pt x="558" y="1"/>
                    </a:cubicBezTo>
                    <a:cubicBezTo>
                      <a:pt x="575" y="10"/>
                      <a:pt x="729" y="104"/>
                      <a:pt x="914" y="423"/>
                    </a:cubicBezTo>
                    <a:cubicBezTo>
                      <a:pt x="1102" y="748"/>
                      <a:pt x="1102" y="927"/>
                      <a:pt x="1101" y="942"/>
                    </a:cubicBezTo>
                    <a:cubicBezTo>
                      <a:pt x="1100" y="945"/>
                      <a:pt x="1097" y="951"/>
                      <a:pt x="1094" y="954"/>
                    </a:cubicBezTo>
                    <a:cubicBezTo>
                      <a:pt x="1078" y="964"/>
                      <a:pt x="920" y="1051"/>
                      <a:pt x="551" y="1051"/>
                    </a:cubicBezTo>
                    <a:close/>
                  </a:path>
                </a:pathLst>
              </a:custGeom>
              <a:solidFill>
                <a:schemeClr val="accent3"/>
              </a:solidFill>
              <a:ln w="9525">
                <a:noFill/>
                <a:round/>
                <a:headEnd/>
                <a:tailEnd/>
              </a:ln>
            </p:spPr>
            <p:txBody>
              <a:bodyPr anchor="ctr"/>
              <a:lstStyle/>
              <a:p>
                <a:pPr algn="ctr"/>
                <a:endParaRPr sz="1013">
                  <a:latin typeface="+mn-lt"/>
                  <a:ea typeface="+mn-ea"/>
                  <a:cs typeface="+mn-ea"/>
                  <a:sym typeface="+mn-lt"/>
                </a:endParaRPr>
              </a:p>
            </p:txBody>
          </p:sp>
        </p:grpSp>
        <p:grpSp>
          <p:nvGrpSpPr>
            <p:cNvPr id="127" name="Group 199"/>
            <p:cNvGrpSpPr/>
            <p:nvPr/>
          </p:nvGrpSpPr>
          <p:grpSpPr>
            <a:xfrm>
              <a:off x="5427284" y="4022422"/>
              <a:ext cx="1294423" cy="1219020"/>
              <a:chOff x="4002088" y="3332163"/>
              <a:chExt cx="1144588" cy="1077913"/>
            </a:xfrm>
          </p:grpSpPr>
          <p:sp>
            <p:nvSpPr>
              <p:cNvPr id="137" name="Freeform: Shape 200"/>
              <p:cNvSpPr>
                <a:spLocks/>
              </p:cNvSpPr>
              <p:nvPr/>
            </p:nvSpPr>
            <p:spPr bwMode="auto">
              <a:xfrm>
                <a:off x="4002088" y="3332163"/>
                <a:ext cx="1144588" cy="1077913"/>
              </a:xfrm>
              <a:custGeom>
                <a:avLst/>
                <a:gdLst/>
                <a:ahLst/>
                <a:cxnLst>
                  <a:cxn ang="0">
                    <a:pos x="1276" y="1032"/>
                  </a:cxn>
                  <a:cxn ang="0">
                    <a:pos x="1235" y="1102"/>
                  </a:cxn>
                  <a:cxn ang="0">
                    <a:pos x="646" y="1214"/>
                  </a:cxn>
                  <a:cxn ang="0">
                    <a:pos x="56" y="1102"/>
                  </a:cxn>
                  <a:cxn ang="0">
                    <a:pos x="16" y="1032"/>
                  </a:cxn>
                  <a:cxn ang="0">
                    <a:pos x="214" y="465"/>
                  </a:cxn>
                  <a:cxn ang="0">
                    <a:pos x="605" y="11"/>
                  </a:cxn>
                  <a:cxn ang="0">
                    <a:pos x="687" y="11"/>
                  </a:cxn>
                  <a:cxn ang="0">
                    <a:pos x="1078" y="465"/>
                  </a:cxn>
                  <a:cxn ang="0">
                    <a:pos x="1276" y="1032"/>
                  </a:cxn>
                </a:cxnLst>
                <a:rect l="0" t="0" r="r" b="b"/>
                <a:pathLst>
                  <a:path w="1291" h="1214">
                    <a:moveTo>
                      <a:pt x="1276" y="1032"/>
                    </a:moveTo>
                    <a:cubicBezTo>
                      <a:pt x="1274" y="1056"/>
                      <a:pt x="1256" y="1088"/>
                      <a:pt x="1235" y="1102"/>
                    </a:cubicBezTo>
                    <a:cubicBezTo>
                      <a:pt x="1235" y="1102"/>
                      <a:pt x="1072" y="1214"/>
                      <a:pt x="646" y="1214"/>
                    </a:cubicBezTo>
                    <a:cubicBezTo>
                      <a:pt x="219" y="1214"/>
                      <a:pt x="56" y="1102"/>
                      <a:pt x="56" y="1102"/>
                    </a:cubicBezTo>
                    <a:cubicBezTo>
                      <a:pt x="36" y="1088"/>
                      <a:pt x="18" y="1056"/>
                      <a:pt x="16" y="1032"/>
                    </a:cubicBezTo>
                    <a:cubicBezTo>
                      <a:pt x="16" y="1032"/>
                      <a:pt x="0" y="835"/>
                      <a:pt x="214" y="465"/>
                    </a:cubicBezTo>
                    <a:cubicBezTo>
                      <a:pt x="427" y="96"/>
                      <a:pt x="605" y="11"/>
                      <a:pt x="605" y="11"/>
                    </a:cubicBezTo>
                    <a:cubicBezTo>
                      <a:pt x="627" y="0"/>
                      <a:pt x="664" y="0"/>
                      <a:pt x="687" y="11"/>
                    </a:cubicBezTo>
                    <a:cubicBezTo>
                      <a:pt x="687" y="11"/>
                      <a:pt x="865" y="96"/>
                      <a:pt x="1078" y="465"/>
                    </a:cubicBezTo>
                    <a:cubicBezTo>
                      <a:pt x="1291" y="835"/>
                      <a:pt x="1276" y="1032"/>
                      <a:pt x="1276" y="1032"/>
                    </a:cubicBezTo>
                    <a:close/>
                  </a:path>
                </a:pathLst>
              </a:custGeom>
              <a:solidFill>
                <a:schemeClr val="bg1"/>
              </a:solidFill>
              <a:ln w="9" cap="flat">
                <a:solidFill>
                  <a:srgbClr val="C80A2A"/>
                </a:solidFill>
                <a:prstDash val="solid"/>
                <a:miter lim="800000"/>
                <a:headEnd/>
                <a:tailEnd/>
              </a:ln>
            </p:spPr>
            <p:txBody>
              <a:bodyPr anchor="ctr"/>
              <a:lstStyle/>
              <a:p>
                <a:pPr algn="ctr"/>
                <a:endParaRPr sz="1013">
                  <a:latin typeface="+mn-lt"/>
                  <a:ea typeface="+mn-ea"/>
                  <a:cs typeface="+mn-ea"/>
                  <a:sym typeface="+mn-lt"/>
                </a:endParaRPr>
              </a:p>
            </p:txBody>
          </p:sp>
          <p:sp>
            <p:nvSpPr>
              <p:cNvPr id="138" name="Freeform: Shape 201"/>
              <p:cNvSpPr>
                <a:spLocks/>
              </p:cNvSpPr>
              <p:nvPr/>
            </p:nvSpPr>
            <p:spPr bwMode="auto">
              <a:xfrm>
                <a:off x="4086225" y="3406775"/>
                <a:ext cx="976313" cy="931863"/>
              </a:xfrm>
              <a:custGeom>
                <a:avLst/>
                <a:gdLst/>
                <a:ahLst/>
                <a:cxnLst>
                  <a:cxn ang="0">
                    <a:pos x="551" y="1051"/>
                  </a:cxn>
                  <a:cxn ang="0">
                    <a:pos x="7" y="954"/>
                  </a:cxn>
                  <a:cxn ang="0">
                    <a:pos x="0" y="942"/>
                  </a:cxn>
                  <a:cxn ang="0">
                    <a:pos x="188" y="422"/>
                  </a:cxn>
                  <a:cxn ang="0">
                    <a:pos x="544" y="0"/>
                  </a:cxn>
                  <a:cxn ang="0">
                    <a:pos x="551" y="0"/>
                  </a:cxn>
                  <a:cxn ang="0">
                    <a:pos x="558" y="0"/>
                  </a:cxn>
                  <a:cxn ang="0">
                    <a:pos x="914" y="422"/>
                  </a:cxn>
                  <a:cxn ang="0">
                    <a:pos x="1101" y="942"/>
                  </a:cxn>
                  <a:cxn ang="0">
                    <a:pos x="1094" y="954"/>
                  </a:cxn>
                  <a:cxn ang="0">
                    <a:pos x="551" y="1051"/>
                  </a:cxn>
                </a:cxnLst>
                <a:rect l="0" t="0" r="r" b="b"/>
                <a:pathLst>
                  <a:path w="1101" h="1051">
                    <a:moveTo>
                      <a:pt x="551" y="1051"/>
                    </a:moveTo>
                    <a:cubicBezTo>
                      <a:pt x="182" y="1051"/>
                      <a:pt x="24" y="964"/>
                      <a:pt x="7" y="954"/>
                    </a:cubicBezTo>
                    <a:cubicBezTo>
                      <a:pt x="5" y="951"/>
                      <a:pt x="2" y="945"/>
                      <a:pt x="0" y="942"/>
                    </a:cubicBezTo>
                    <a:cubicBezTo>
                      <a:pt x="0" y="922"/>
                      <a:pt x="4" y="742"/>
                      <a:pt x="188" y="422"/>
                    </a:cubicBezTo>
                    <a:cubicBezTo>
                      <a:pt x="372" y="103"/>
                      <a:pt x="527" y="10"/>
                      <a:pt x="544" y="0"/>
                    </a:cubicBezTo>
                    <a:cubicBezTo>
                      <a:pt x="545" y="0"/>
                      <a:pt x="548" y="0"/>
                      <a:pt x="551" y="0"/>
                    </a:cubicBezTo>
                    <a:cubicBezTo>
                      <a:pt x="554" y="0"/>
                      <a:pt x="556" y="0"/>
                      <a:pt x="558" y="0"/>
                    </a:cubicBezTo>
                    <a:cubicBezTo>
                      <a:pt x="575" y="10"/>
                      <a:pt x="729" y="103"/>
                      <a:pt x="914" y="422"/>
                    </a:cubicBezTo>
                    <a:cubicBezTo>
                      <a:pt x="1098" y="742"/>
                      <a:pt x="1101" y="922"/>
                      <a:pt x="1101" y="942"/>
                    </a:cubicBezTo>
                    <a:cubicBezTo>
                      <a:pt x="1100" y="945"/>
                      <a:pt x="1097" y="951"/>
                      <a:pt x="1094" y="954"/>
                    </a:cubicBezTo>
                    <a:cubicBezTo>
                      <a:pt x="1077" y="964"/>
                      <a:pt x="920" y="1051"/>
                      <a:pt x="551" y="1051"/>
                    </a:cubicBezTo>
                    <a:close/>
                  </a:path>
                </a:pathLst>
              </a:custGeom>
              <a:solidFill>
                <a:schemeClr val="accent1"/>
              </a:solidFill>
              <a:ln w="9525">
                <a:noFill/>
                <a:round/>
                <a:headEnd/>
                <a:tailEnd/>
              </a:ln>
            </p:spPr>
            <p:txBody>
              <a:bodyPr anchor="ctr"/>
              <a:lstStyle/>
              <a:p>
                <a:pPr algn="ctr"/>
                <a:endParaRPr sz="1013">
                  <a:latin typeface="+mn-lt"/>
                  <a:ea typeface="+mn-ea"/>
                  <a:cs typeface="+mn-ea"/>
                  <a:sym typeface="+mn-lt"/>
                </a:endParaRPr>
              </a:p>
            </p:txBody>
          </p:sp>
        </p:grpSp>
        <p:grpSp>
          <p:nvGrpSpPr>
            <p:cNvPr id="128" name="Group 202"/>
            <p:cNvGrpSpPr/>
            <p:nvPr/>
          </p:nvGrpSpPr>
          <p:grpSpPr>
            <a:xfrm>
              <a:off x="4461403" y="3684902"/>
              <a:ext cx="1294423" cy="1217224"/>
              <a:chOff x="3148013" y="3033713"/>
              <a:chExt cx="1144588" cy="1076325"/>
            </a:xfrm>
          </p:grpSpPr>
          <p:sp>
            <p:nvSpPr>
              <p:cNvPr id="135" name="Freeform: Shape 203"/>
              <p:cNvSpPr>
                <a:spLocks/>
              </p:cNvSpPr>
              <p:nvPr/>
            </p:nvSpPr>
            <p:spPr bwMode="auto">
              <a:xfrm>
                <a:off x="3148013" y="3033713"/>
                <a:ext cx="1144588" cy="1076325"/>
              </a:xfrm>
              <a:custGeom>
                <a:avLst/>
                <a:gdLst/>
                <a:ahLst/>
                <a:cxnLst>
                  <a:cxn ang="0">
                    <a:pos x="687" y="1203"/>
                  </a:cxn>
                  <a:cxn ang="0">
                    <a:pos x="605" y="1203"/>
                  </a:cxn>
                  <a:cxn ang="0">
                    <a:pos x="214" y="749"/>
                  </a:cxn>
                  <a:cxn ang="0">
                    <a:pos x="16" y="182"/>
                  </a:cxn>
                  <a:cxn ang="0">
                    <a:pos x="56" y="112"/>
                  </a:cxn>
                  <a:cxn ang="0">
                    <a:pos x="646" y="0"/>
                  </a:cxn>
                  <a:cxn ang="0">
                    <a:pos x="1235" y="112"/>
                  </a:cxn>
                  <a:cxn ang="0">
                    <a:pos x="1276" y="182"/>
                  </a:cxn>
                  <a:cxn ang="0">
                    <a:pos x="1078" y="749"/>
                  </a:cxn>
                  <a:cxn ang="0">
                    <a:pos x="687" y="1203"/>
                  </a:cxn>
                </a:cxnLst>
                <a:rect l="0" t="0" r="r" b="b"/>
                <a:pathLst>
                  <a:path w="1291" h="1214">
                    <a:moveTo>
                      <a:pt x="687" y="1203"/>
                    </a:moveTo>
                    <a:cubicBezTo>
                      <a:pt x="664" y="1214"/>
                      <a:pt x="627" y="1214"/>
                      <a:pt x="605" y="1203"/>
                    </a:cubicBezTo>
                    <a:cubicBezTo>
                      <a:pt x="605" y="1203"/>
                      <a:pt x="427" y="1118"/>
                      <a:pt x="214" y="749"/>
                    </a:cubicBezTo>
                    <a:cubicBezTo>
                      <a:pt x="0" y="379"/>
                      <a:pt x="16" y="182"/>
                      <a:pt x="16" y="182"/>
                    </a:cubicBezTo>
                    <a:cubicBezTo>
                      <a:pt x="18" y="158"/>
                      <a:pt x="36" y="126"/>
                      <a:pt x="56" y="112"/>
                    </a:cubicBezTo>
                    <a:cubicBezTo>
                      <a:pt x="56" y="112"/>
                      <a:pt x="219" y="0"/>
                      <a:pt x="646" y="0"/>
                    </a:cubicBezTo>
                    <a:cubicBezTo>
                      <a:pt x="1072" y="0"/>
                      <a:pt x="1235" y="112"/>
                      <a:pt x="1235" y="112"/>
                    </a:cubicBezTo>
                    <a:cubicBezTo>
                      <a:pt x="1256" y="126"/>
                      <a:pt x="1274" y="158"/>
                      <a:pt x="1276" y="182"/>
                    </a:cubicBezTo>
                    <a:cubicBezTo>
                      <a:pt x="1276" y="182"/>
                      <a:pt x="1291" y="379"/>
                      <a:pt x="1078" y="749"/>
                    </a:cubicBezTo>
                    <a:cubicBezTo>
                      <a:pt x="865" y="1118"/>
                      <a:pt x="687" y="1203"/>
                      <a:pt x="687" y="1203"/>
                    </a:cubicBezTo>
                    <a:close/>
                  </a:path>
                </a:pathLst>
              </a:custGeom>
              <a:noFill/>
              <a:ln w="9" cap="flat">
                <a:solidFill>
                  <a:srgbClr val="108887"/>
                </a:solidFill>
                <a:prstDash val="solid"/>
                <a:miter lim="800000"/>
                <a:headEnd/>
                <a:tailEnd/>
              </a:ln>
            </p:spPr>
            <p:txBody>
              <a:bodyPr anchor="ctr"/>
              <a:lstStyle/>
              <a:p>
                <a:pPr algn="ctr"/>
                <a:endParaRPr sz="1013">
                  <a:latin typeface="+mn-lt"/>
                  <a:ea typeface="+mn-ea"/>
                  <a:cs typeface="+mn-ea"/>
                  <a:sym typeface="+mn-lt"/>
                </a:endParaRPr>
              </a:p>
            </p:txBody>
          </p:sp>
          <p:sp>
            <p:nvSpPr>
              <p:cNvPr id="136" name="Freeform: Shape 204"/>
              <p:cNvSpPr>
                <a:spLocks/>
              </p:cNvSpPr>
              <p:nvPr/>
            </p:nvSpPr>
            <p:spPr bwMode="auto">
              <a:xfrm>
                <a:off x="3232150" y="3103563"/>
                <a:ext cx="976313" cy="931863"/>
              </a:xfrm>
              <a:custGeom>
                <a:avLst/>
                <a:gdLst/>
                <a:ahLst/>
                <a:cxnLst>
                  <a:cxn ang="0">
                    <a:pos x="551" y="1051"/>
                  </a:cxn>
                  <a:cxn ang="0">
                    <a:pos x="544" y="1051"/>
                  </a:cxn>
                  <a:cxn ang="0">
                    <a:pos x="188" y="629"/>
                  </a:cxn>
                  <a:cxn ang="0">
                    <a:pos x="0" y="109"/>
                  </a:cxn>
                  <a:cxn ang="0">
                    <a:pos x="7" y="97"/>
                  </a:cxn>
                  <a:cxn ang="0">
                    <a:pos x="551" y="0"/>
                  </a:cxn>
                  <a:cxn ang="0">
                    <a:pos x="1094" y="97"/>
                  </a:cxn>
                  <a:cxn ang="0">
                    <a:pos x="1101" y="109"/>
                  </a:cxn>
                  <a:cxn ang="0">
                    <a:pos x="914" y="629"/>
                  </a:cxn>
                  <a:cxn ang="0">
                    <a:pos x="558" y="1051"/>
                  </a:cxn>
                  <a:cxn ang="0">
                    <a:pos x="551" y="1051"/>
                  </a:cxn>
                </a:cxnLst>
                <a:rect l="0" t="0" r="r" b="b"/>
                <a:pathLst>
                  <a:path w="1101" h="1051">
                    <a:moveTo>
                      <a:pt x="551" y="1051"/>
                    </a:moveTo>
                    <a:cubicBezTo>
                      <a:pt x="548" y="1051"/>
                      <a:pt x="545" y="1051"/>
                      <a:pt x="544" y="1051"/>
                    </a:cubicBezTo>
                    <a:cubicBezTo>
                      <a:pt x="527" y="1041"/>
                      <a:pt x="372" y="948"/>
                      <a:pt x="188" y="629"/>
                    </a:cubicBezTo>
                    <a:cubicBezTo>
                      <a:pt x="0" y="303"/>
                      <a:pt x="0" y="124"/>
                      <a:pt x="0" y="109"/>
                    </a:cubicBezTo>
                    <a:cubicBezTo>
                      <a:pt x="1" y="106"/>
                      <a:pt x="5" y="100"/>
                      <a:pt x="7" y="97"/>
                    </a:cubicBezTo>
                    <a:cubicBezTo>
                      <a:pt x="24" y="87"/>
                      <a:pt x="182" y="0"/>
                      <a:pt x="551" y="0"/>
                    </a:cubicBezTo>
                    <a:cubicBezTo>
                      <a:pt x="919" y="0"/>
                      <a:pt x="1077" y="87"/>
                      <a:pt x="1094" y="97"/>
                    </a:cubicBezTo>
                    <a:cubicBezTo>
                      <a:pt x="1097" y="100"/>
                      <a:pt x="1100" y="106"/>
                      <a:pt x="1101" y="109"/>
                    </a:cubicBezTo>
                    <a:cubicBezTo>
                      <a:pt x="1101" y="129"/>
                      <a:pt x="1098" y="309"/>
                      <a:pt x="914" y="629"/>
                    </a:cubicBezTo>
                    <a:cubicBezTo>
                      <a:pt x="729" y="948"/>
                      <a:pt x="575" y="1041"/>
                      <a:pt x="558" y="1051"/>
                    </a:cubicBezTo>
                    <a:cubicBezTo>
                      <a:pt x="556" y="1051"/>
                      <a:pt x="554" y="1051"/>
                      <a:pt x="551" y="1051"/>
                    </a:cubicBezTo>
                    <a:close/>
                  </a:path>
                </a:pathLst>
              </a:custGeom>
              <a:solidFill>
                <a:schemeClr val="accent2"/>
              </a:solidFill>
              <a:ln w="9525">
                <a:noFill/>
                <a:round/>
                <a:headEnd/>
                <a:tailEnd/>
              </a:ln>
            </p:spPr>
            <p:txBody>
              <a:bodyPr anchor="ctr"/>
              <a:lstStyle/>
              <a:p>
                <a:pPr algn="ctr"/>
                <a:endParaRPr sz="1013">
                  <a:latin typeface="+mn-lt"/>
                  <a:ea typeface="+mn-ea"/>
                  <a:cs typeface="+mn-ea"/>
                  <a:sym typeface="+mn-lt"/>
                </a:endParaRPr>
              </a:p>
            </p:txBody>
          </p:sp>
        </p:grpSp>
        <p:sp>
          <p:nvSpPr>
            <p:cNvPr id="129" name="TextBox 211"/>
            <p:cNvSpPr txBox="1"/>
            <p:nvPr/>
          </p:nvSpPr>
          <p:spPr>
            <a:xfrm>
              <a:off x="5777887" y="2242592"/>
              <a:ext cx="584241" cy="511121"/>
            </a:xfrm>
            <a:prstGeom prst="rect">
              <a:avLst/>
            </a:prstGeom>
            <a:noFill/>
            <a:ln>
              <a:noFill/>
            </a:ln>
          </p:spPr>
          <p:txBody>
            <a:bodyPr wrap="none">
              <a:normAutofit lnSpcReduction="10000"/>
            </a:bodyPr>
            <a:lstStyle/>
            <a:p>
              <a:pPr algn="ctr"/>
              <a:r>
                <a:rPr lang="en-US" sz="1800" b="1">
                  <a:solidFill>
                    <a:schemeClr val="bg1"/>
                  </a:solidFill>
                  <a:latin typeface="+mn-lt"/>
                  <a:ea typeface="+mn-ea"/>
                  <a:cs typeface="+mn-ea"/>
                  <a:sym typeface="+mn-lt"/>
                </a:rPr>
                <a:t>01</a:t>
              </a:r>
            </a:p>
          </p:txBody>
        </p:sp>
        <p:sp>
          <p:nvSpPr>
            <p:cNvPr id="130" name="TextBox 212"/>
            <p:cNvSpPr txBox="1"/>
            <p:nvPr/>
          </p:nvSpPr>
          <p:spPr>
            <a:xfrm>
              <a:off x="6743766" y="2789872"/>
              <a:ext cx="584241" cy="511121"/>
            </a:xfrm>
            <a:prstGeom prst="rect">
              <a:avLst/>
            </a:prstGeom>
            <a:noFill/>
            <a:ln>
              <a:noFill/>
            </a:ln>
          </p:spPr>
          <p:txBody>
            <a:bodyPr wrap="none">
              <a:normAutofit lnSpcReduction="10000"/>
            </a:bodyPr>
            <a:lstStyle/>
            <a:p>
              <a:pPr algn="ctr"/>
              <a:r>
                <a:rPr lang="en-US" sz="1800" b="1">
                  <a:solidFill>
                    <a:schemeClr val="bg1"/>
                  </a:solidFill>
                  <a:latin typeface="+mn-lt"/>
                  <a:ea typeface="+mn-ea"/>
                  <a:cs typeface="+mn-ea"/>
                  <a:sym typeface="+mn-lt"/>
                </a:rPr>
                <a:t>02</a:t>
              </a:r>
            </a:p>
          </p:txBody>
        </p:sp>
        <p:sp>
          <p:nvSpPr>
            <p:cNvPr id="131" name="TextBox 213"/>
            <p:cNvSpPr txBox="1"/>
            <p:nvPr/>
          </p:nvSpPr>
          <p:spPr>
            <a:xfrm>
              <a:off x="6745560" y="3919860"/>
              <a:ext cx="584241" cy="511121"/>
            </a:xfrm>
            <a:prstGeom prst="rect">
              <a:avLst/>
            </a:prstGeom>
            <a:noFill/>
            <a:ln>
              <a:noFill/>
            </a:ln>
          </p:spPr>
          <p:txBody>
            <a:bodyPr wrap="none">
              <a:normAutofit lnSpcReduction="10000"/>
            </a:bodyPr>
            <a:lstStyle/>
            <a:p>
              <a:pPr algn="ctr"/>
              <a:r>
                <a:rPr lang="en-US" sz="1800" b="1">
                  <a:solidFill>
                    <a:schemeClr val="bg1"/>
                  </a:solidFill>
                  <a:latin typeface="+mn-lt"/>
                  <a:ea typeface="+mn-ea"/>
                  <a:cs typeface="+mn-ea"/>
                  <a:sym typeface="+mn-lt"/>
                </a:rPr>
                <a:t>03</a:t>
              </a:r>
            </a:p>
          </p:txBody>
        </p:sp>
        <p:sp>
          <p:nvSpPr>
            <p:cNvPr id="132" name="TextBox 214"/>
            <p:cNvSpPr txBox="1"/>
            <p:nvPr/>
          </p:nvSpPr>
          <p:spPr>
            <a:xfrm>
              <a:off x="5782375" y="4444085"/>
              <a:ext cx="584241" cy="511121"/>
            </a:xfrm>
            <a:prstGeom prst="rect">
              <a:avLst/>
            </a:prstGeom>
            <a:noFill/>
            <a:ln>
              <a:noFill/>
            </a:ln>
          </p:spPr>
          <p:txBody>
            <a:bodyPr wrap="none">
              <a:normAutofit lnSpcReduction="10000"/>
            </a:bodyPr>
            <a:lstStyle/>
            <a:p>
              <a:pPr algn="ctr"/>
              <a:r>
                <a:rPr lang="en-US" sz="1800" b="1">
                  <a:solidFill>
                    <a:schemeClr val="bg1"/>
                  </a:solidFill>
                  <a:latin typeface="+mn-lt"/>
                  <a:ea typeface="+mn-ea"/>
                  <a:cs typeface="+mn-ea"/>
                  <a:sym typeface="+mn-lt"/>
                </a:rPr>
                <a:t>04</a:t>
              </a:r>
            </a:p>
          </p:txBody>
        </p:sp>
        <p:sp>
          <p:nvSpPr>
            <p:cNvPr id="133" name="TextBox 215"/>
            <p:cNvSpPr txBox="1"/>
            <p:nvPr/>
          </p:nvSpPr>
          <p:spPr>
            <a:xfrm>
              <a:off x="4816495" y="3919860"/>
              <a:ext cx="584241" cy="511121"/>
            </a:xfrm>
            <a:prstGeom prst="rect">
              <a:avLst/>
            </a:prstGeom>
            <a:noFill/>
            <a:ln>
              <a:noFill/>
            </a:ln>
          </p:spPr>
          <p:txBody>
            <a:bodyPr wrap="none">
              <a:normAutofit lnSpcReduction="10000"/>
            </a:bodyPr>
            <a:lstStyle/>
            <a:p>
              <a:pPr algn="ctr"/>
              <a:r>
                <a:rPr lang="en-US" sz="1800" b="1">
                  <a:solidFill>
                    <a:schemeClr val="bg1"/>
                  </a:solidFill>
                  <a:latin typeface="+mn-lt"/>
                  <a:ea typeface="+mn-ea"/>
                  <a:cs typeface="+mn-ea"/>
                  <a:sym typeface="+mn-lt"/>
                </a:rPr>
                <a:t>05</a:t>
              </a:r>
            </a:p>
          </p:txBody>
        </p:sp>
        <p:sp>
          <p:nvSpPr>
            <p:cNvPr id="134" name="TextBox 216"/>
            <p:cNvSpPr txBox="1"/>
            <p:nvPr/>
          </p:nvSpPr>
          <p:spPr>
            <a:xfrm>
              <a:off x="4814699" y="2789870"/>
              <a:ext cx="584241" cy="511121"/>
            </a:xfrm>
            <a:prstGeom prst="rect">
              <a:avLst/>
            </a:prstGeom>
            <a:noFill/>
            <a:ln>
              <a:noFill/>
            </a:ln>
          </p:spPr>
          <p:txBody>
            <a:bodyPr wrap="none">
              <a:normAutofit lnSpcReduction="10000"/>
            </a:bodyPr>
            <a:lstStyle/>
            <a:p>
              <a:pPr algn="ctr"/>
              <a:r>
                <a:rPr lang="en-US" sz="1800" b="1">
                  <a:solidFill>
                    <a:schemeClr val="bg1"/>
                  </a:solidFill>
                  <a:latin typeface="+mn-lt"/>
                  <a:ea typeface="+mn-ea"/>
                  <a:cs typeface="+mn-ea"/>
                  <a:sym typeface="+mn-lt"/>
                </a:rPr>
                <a:t>06</a:t>
              </a:r>
            </a:p>
          </p:txBody>
        </p:sp>
      </p:grpSp>
      <p:grpSp>
        <p:nvGrpSpPr>
          <p:cNvPr id="147" name="组合 146"/>
          <p:cNvGrpSpPr/>
          <p:nvPr/>
        </p:nvGrpSpPr>
        <p:grpSpPr>
          <a:xfrm>
            <a:off x="5861639" y="1420419"/>
            <a:ext cx="2310812" cy="694031"/>
            <a:chOff x="7483989" y="3351398"/>
            <a:chExt cx="3081083" cy="925373"/>
          </a:xfrm>
        </p:grpSpPr>
        <p:sp>
          <p:nvSpPr>
            <p:cNvPr id="148" name="矩形 147"/>
            <p:cNvSpPr/>
            <p:nvPr/>
          </p:nvSpPr>
          <p:spPr>
            <a:xfrm>
              <a:off x="7483990" y="3732520"/>
              <a:ext cx="3081082" cy="544251"/>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900" dirty="0">
                  <a:solidFill>
                    <a:schemeClr val="tx1">
                      <a:lumMod val="75000"/>
                      <a:lumOff val="25000"/>
                    </a:schemeClr>
                  </a:solidFill>
                  <a:cs typeface="+mn-ea"/>
                  <a:sym typeface="+mn-lt"/>
                </a:rPr>
                <a:t>用户可以在投影仪或者计算机上进行演示也可以将演示文稿打印出来制作成胶片</a:t>
              </a:r>
            </a:p>
          </p:txBody>
        </p:sp>
        <p:sp>
          <p:nvSpPr>
            <p:cNvPr id="149" name="矩形 148"/>
            <p:cNvSpPr/>
            <p:nvPr/>
          </p:nvSpPr>
          <p:spPr>
            <a:xfrm>
              <a:off x="7483989" y="3351398"/>
              <a:ext cx="2050552" cy="455766"/>
            </a:xfrm>
            <a:prstGeom prst="rect">
              <a:avLst/>
            </a:prstGeom>
            <a:ln>
              <a:noFill/>
            </a:ln>
          </p:spPr>
          <p:txBody>
            <a:bodyPr wrap="square">
              <a:spAutoFit/>
              <a:scene3d>
                <a:camera prst="orthographicFront"/>
                <a:lightRig rig="threePt" dir="t"/>
              </a:scene3d>
              <a:sp3d contourW="12700"/>
            </a:bodyPr>
            <a:lstStyle/>
            <a:p>
              <a:pPr>
                <a:lnSpc>
                  <a:spcPct val="120000"/>
                </a:lnSpc>
              </a:pPr>
              <a:r>
                <a:rPr lang="zh-CN" altLang="en-US" sz="1500" b="1" dirty="0">
                  <a:solidFill>
                    <a:srgbClr val="C80A2A"/>
                  </a:solidFill>
                  <a:latin typeface="+mn-lt"/>
                  <a:ea typeface="+mn-ea"/>
                  <a:cs typeface="+mn-ea"/>
                  <a:sym typeface="+mn-lt"/>
                </a:rPr>
                <a:t>物料费用</a:t>
              </a:r>
            </a:p>
          </p:txBody>
        </p:sp>
      </p:grpSp>
      <p:grpSp>
        <p:nvGrpSpPr>
          <p:cNvPr id="150" name="组合 149"/>
          <p:cNvGrpSpPr/>
          <p:nvPr/>
        </p:nvGrpSpPr>
        <p:grpSpPr>
          <a:xfrm>
            <a:off x="5861639" y="2428528"/>
            <a:ext cx="2310812" cy="727553"/>
            <a:chOff x="7483989" y="3306699"/>
            <a:chExt cx="3081083" cy="970070"/>
          </a:xfrm>
        </p:grpSpPr>
        <p:sp>
          <p:nvSpPr>
            <p:cNvPr id="151" name="矩形 150"/>
            <p:cNvSpPr/>
            <p:nvPr/>
          </p:nvSpPr>
          <p:spPr>
            <a:xfrm>
              <a:off x="7483990" y="3732518"/>
              <a:ext cx="3081082" cy="544251"/>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900" dirty="0">
                  <a:solidFill>
                    <a:schemeClr val="tx1">
                      <a:lumMod val="75000"/>
                      <a:lumOff val="25000"/>
                    </a:schemeClr>
                  </a:solidFill>
                  <a:cs typeface="+mn-ea"/>
                  <a:sym typeface="+mn-lt"/>
                </a:rPr>
                <a:t>用户可以在投影仪或者计算机上进行演示也可以将演示文稿打印出来制作成胶片</a:t>
              </a:r>
            </a:p>
          </p:txBody>
        </p:sp>
        <p:sp>
          <p:nvSpPr>
            <p:cNvPr id="152" name="矩形 151"/>
            <p:cNvSpPr/>
            <p:nvPr/>
          </p:nvSpPr>
          <p:spPr>
            <a:xfrm>
              <a:off x="7483989" y="3306699"/>
              <a:ext cx="2050552" cy="455766"/>
            </a:xfrm>
            <a:prstGeom prst="rect">
              <a:avLst/>
            </a:prstGeom>
            <a:ln>
              <a:noFill/>
            </a:ln>
          </p:spPr>
          <p:txBody>
            <a:bodyPr wrap="square">
              <a:spAutoFit/>
              <a:scene3d>
                <a:camera prst="orthographicFront"/>
                <a:lightRig rig="threePt" dir="t"/>
              </a:scene3d>
              <a:sp3d contourW="12700"/>
            </a:bodyPr>
            <a:lstStyle/>
            <a:p>
              <a:pPr>
                <a:lnSpc>
                  <a:spcPct val="120000"/>
                </a:lnSpc>
              </a:pPr>
              <a:r>
                <a:rPr lang="zh-CN" altLang="en-US" sz="1500" b="1" dirty="0">
                  <a:solidFill>
                    <a:srgbClr val="C80A2A"/>
                  </a:solidFill>
                  <a:latin typeface="+mn-lt"/>
                  <a:ea typeface="+mn-ea"/>
                  <a:cs typeface="+mn-ea"/>
                  <a:sym typeface="+mn-lt"/>
                </a:rPr>
                <a:t>演出费用</a:t>
              </a:r>
            </a:p>
          </p:txBody>
        </p:sp>
      </p:grpSp>
      <p:grpSp>
        <p:nvGrpSpPr>
          <p:cNvPr id="153" name="组合 152"/>
          <p:cNvGrpSpPr/>
          <p:nvPr/>
        </p:nvGrpSpPr>
        <p:grpSpPr>
          <a:xfrm>
            <a:off x="5861639" y="3508651"/>
            <a:ext cx="2310812" cy="689068"/>
            <a:chOff x="7483989" y="3358014"/>
            <a:chExt cx="3081083" cy="918756"/>
          </a:xfrm>
        </p:grpSpPr>
        <p:sp>
          <p:nvSpPr>
            <p:cNvPr id="154" name="矩形 153"/>
            <p:cNvSpPr/>
            <p:nvPr/>
          </p:nvSpPr>
          <p:spPr>
            <a:xfrm>
              <a:off x="7483990" y="3732519"/>
              <a:ext cx="3081082" cy="544251"/>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900" dirty="0">
                  <a:solidFill>
                    <a:schemeClr val="tx1">
                      <a:lumMod val="75000"/>
                      <a:lumOff val="25000"/>
                    </a:schemeClr>
                  </a:solidFill>
                  <a:cs typeface="+mn-ea"/>
                  <a:sym typeface="+mn-lt"/>
                </a:rPr>
                <a:t>用户可以在投影仪或者计算机上进行演示也可以将演示文稿打印出来制作成胶片</a:t>
              </a:r>
            </a:p>
          </p:txBody>
        </p:sp>
        <p:sp>
          <p:nvSpPr>
            <p:cNvPr id="155" name="矩形 154"/>
            <p:cNvSpPr/>
            <p:nvPr/>
          </p:nvSpPr>
          <p:spPr>
            <a:xfrm>
              <a:off x="7483989" y="3358014"/>
              <a:ext cx="2050552" cy="455766"/>
            </a:xfrm>
            <a:prstGeom prst="rect">
              <a:avLst/>
            </a:prstGeom>
            <a:ln>
              <a:noFill/>
            </a:ln>
          </p:spPr>
          <p:txBody>
            <a:bodyPr wrap="square">
              <a:spAutoFit/>
              <a:scene3d>
                <a:camera prst="orthographicFront"/>
                <a:lightRig rig="threePt" dir="t"/>
              </a:scene3d>
              <a:sp3d contourW="12700"/>
            </a:bodyPr>
            <a:lstStyle/>
            <a:p>
              <a:pPr>
                <a:lnSpc>
                  <a:spcPct val="120000"/>
                </a:lnSpc>
              </a:pPr>
              <a:r>
                <a:rPr lang="zh-CN" altLang="en-US" sz="1500" b="1" dirty="0">
                  <a:solidFill>
                    <a:srgbClr val="C80A2A"/>
                  </a:solidFill>
                  <a:latin typeface="+mn-lt"/>
                  <a:ea typeface="+mn-ea"/>
                  <a:cs typeface="+mn-ea"/>
                  <a:sym typeface="+mn-lt"/>
                </a:rPr>
                <a:t>人员费用</a:t>
              </a:r>
            </a:p>
          </p:txBody>
        </p:sp>
      </p:grpSp>
      <p:grpSp>
        <p:nvGrpSpPr>
          <p:cNvPr id="156" name="组合 155"/>
          <p:cNvGrpSpPr/>
          <p:nvPr/>
        </p:nvGrpSpPr>
        <p:grpSpPr>
          <a:xfrm>
            <a:off x="1019599" y="1348412"/>
            <a:ext cx="2310812" cy="766039"/>
            <a:chOff x="7483990" y="3255386"/>
            <a:chExt cx="3081082" cy="1021383"/>
          </a:xfrm>
        </p:grpSpPr>
        <p:sp>
          <p:nvSpPr>
            <p:cNvPr id="157" name="矩形 156"/>
            <p:cNvSpPr/>
            <p:nvPr/>
          </p:nvSpPr>
          <p:spPr>
            <a:xfrm>
              <a:off x="7483990" y="3732518"/>
              <a:ext cx="3081082" cy="544251"/>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900" dirty="0">
                  <a:solidFill>
                    <a:schemeClr val="tx1">
                      <a:lumMod val="75000"/>
                      <a:lumOff val="25000"/>
                    </a:schemeClr>
                  </a:solidFill>
                  <a:cs typeface="+mn-ea"/>
                  <a:sym typeface="+mn-lt"/>
                </a:rPr>
                <a:t>用户可以在投影仪或者计算机上进行演示也可以将演示文稿打印出来制作成胶片</a:t>
              </a:r>
            </a:p>
          </p:txBody>
        </p:sp>
        <p:sp>
          <p:nvSpPr>
            <p:cNvPr id="158" name="矩形 157"/>
            <p:cNvSpPr/>
            <p:nvPr/>
          </p:nvSpPr>
          <p:spPr>
            <a:xfrm>
              <a:off x="8514520" y="3255386"/>
              <a:ext cx="2050552" cy="455766"/>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1500" b="1" dirty="0">
                  <a:solidFill>
                    <a:srgbClr val="C80A2A"/>
                  </a:solidFill>
                  <a:cs typeface="+mn-ea"/>
                  <a:sym typeface="+mn-lt"/>
                </a:rPr>
                <a:t>广告费用</a:t>
              </a:r>
            </a:p>
          </p:txBody>
        </p:sp>
      </p:grpSp>
      <p:grpSp>
        <p:nvGrpSpPr>
          <p:cNvPr id="159" name="组合 158"/>
          <p:cNvGrpSpPr/>
          <p:nvPr/>
        </p:nvGrpSpPr>
        <p:grpSpPr>
          <a:xfrm>
            <a:off x="1019599" y="2500538"/>
            <a:ext cx="2310812" cy="655545"/>
            <a:chOff x="7483990" y="3402711"/>
            <a:chExt cx="3081082" cy="874059"/>
          </a:xfrm>
        </p:grpSpPr>
        <p:sp>
          <p:nvSpPr>
            <p:cNvPr id="160" name="矩形 159"/>
            <p:cNvSpPr/>
            <p:nvPr/>
          </p:nvSpPr>
          <p:spPr>
            <a:xfrm>
              <a:off x="7483990" y="3732519"/>
              <a:ext cx="3081082" cy="544251"/>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900" dirty="0">
                  <a:solidFill>
                    <a:schemeClr val="tx1">
                      <a:lumMod val="75000"/>
                      <a:lumOff val="25000"/>
                    </a:schemeClr>
                  </a:solidFill>
                  <a:cs typeface="+mn-ea"/>
                  <a:sym typeface="+mn-lt"/>
                </a:rPr>
                <a:t>用户可以在投影仪或者计算机上进行演示也可以将演示文稿打印出来制作成胶片</a:t>
              </a:r>
            </a:p>
          </p:txBody>
        </p:sp>
        <p:sp>
          <p:nvSpPr>
            <p:cNvPr id="161" name="矩形 160"/>
            <p:cNvSpPr/>
            <p:nvPr/>
          </p:nvSpPr>
          <p:spPr>
            <a:xfrm>
              <a:off x="8514520" y="3402711"/>
              <a:ext cx="2050552" cy="455766"/>
            </a:xfrm>
            <a:prstGeom prst="rect">
              <a:avLst/>
            </a:prstGeom>
            <a:ln>
              <a:noFill/>
            </a:ln>
          </p:spPr>
          <p:txBody>
            <a:bodyPr wrap="square">
              <a:spAutoFit/>
              <a:scene3d>
                <a:camera prst="orthographicFront"/>
                <a:lightRig rig="threePt" dir="t"/>
              </a:scene3d>
              <a:sp3d contourW="12700"/>
            </a:bodyPr>
            <a:lstStyle/>
            <a:p>
              <a:pPr algn="r">
                <a:lnSpc>
                  <a:spcPct val="120000"/>
                </a:lnSpc>
              </a:pPr>
              <a:r>
                <a:rPr lang="zh-CN" altLang="en-US" sz="1500" b="1" dirty="0">
                  <a:solidFill>
                    <a:srgbClr val="C80A2A"/>
                  </a:solidFill>
                  <a:latin typeface="+mn-lt"/>
                  <a:ea typeface="+mn-ea"/>
                  <a:cs typeface="+mn-ea"/>
                  <a:sym typeface="+mn-lt"/>
                </a:rPr>
                <a:t>场租费用</a:t>
              </a:r>
            </a:p>
          </p:txBody>
        </p:sp>
      </p:grpSp>
      <p:grpSp>
        <p:nvGrpSpPr>
          <p:cNvPr id="162" name="组合 161"/>
          <p:cNvGrpSpPr/>
          <p:nvPr/>
        </p:nvGrpSpPr>
        <p:grpSpPr>
          <a:xfrm>
            <a:off x="1019599" y="3508651"/>
            <a:ext cx="2310812" cy="689068"/>
            <a:chOff x="7483990" y="3358014"/>
            <a:chExt cx="3081082" cy="918756"/>
          </a:xfrm>
        </p:grpSpPr>
        <p:sp>
          <p:nvSpPr>
            <p:cNvPr id="163" name="矩形 162"/>
            <p:cNvSpPr/>
            <p:nvPr/>
          </p:nvSpPr>
          <p:spPr>
            <a:xfrm>
              <a:off x="7483990" y="3732519"/>
              <a:ext cx="3081082" cy="544251"/>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900" dirty="0">
                  <a:solidFill>
                    <a:schemeClr val="tx1">
                      <a:lumMod val="75000"/>
                      <a:lumOff val="25000"/>
                    </a:schemeClr>
                  </a:solidFill>
                  <a:cs typeface="+mn-ea"/>
                  <a:sym typeface="+mn-lt"/>
                </a:rPr>
                <a:t>用户可以在投影仪或者计算机上进行演示也可以将演示文稿打印出来制作成胶片</a:t>
              </a:r>
            </a:p>
          </p:txBody>
        </p:sp>
        <p:sp>
          <p:nvSpPr>
            <p:cNvPr id="164" name="矩形 163"/>
            <p:cNvSpPr/>
            <p:nvPr/>
          </p:nvSpPr>
          <p:spPr>
            <a:xfrm>
              <a:off x="8514520" y="3358014"/>
              <a:ext cx="2050552" cy="455766"/>
            </a:xfrm>
            <a:prstGeom prst="rect">
              <a:avLst/>
            </a:prstGeom>
            <a:ln>
              <a:noFill/>
            </a:ln>
          </p:spPr>
          <p:txBody>
            <a:bodyPr wrap="square">
              <a:spAutoFit/>
              <a:scene3d>
                <a:camera prst="orthographicFront"/>
                <a:lightRig rig="threePt" dir="t"/>
              </a:scene3d>
              <a:sp3d contourW="12700"/>
            </a:bodyPr>
            <a:lstStyle/>
            <a:p>
              <a:pPr algn="r">
                <a:lnSpc>
                  <a:spcPct val="120000"/>
                </a:lnSpc>
              </a:pPr>
              <a:r>
                <a:rPr lang="zh-CN" altLang="en-US" sz="1500" b="1" dirty="0">
                  <a:solidFill>
                    <a:srgbClr val="C80A2A"/>
                  </a:solidFill>
                  <a:latin typeface="+mn-lt"/>
                  <a:ea typeface="+mn-ea"/>
                  <a:cs typeface="+mn-ea"/>
                  <a:sym typeface="+mn-lt"/>
                </a:rPr>
                <a:t>嘉宾费用</a:t>
              </a:r>
            </a:p>
          </p:txBody>
        </p:sp>
      </p:grpSp>
    </p:spTree>
    <p:extLst>
      <p:ext uri="{BB962C8B-B14F-4D97-AF65-F5344CB8AC3E}">
        <p14:creationId xmlns:p14="http://schemas.microsoft.com/office/powerpoint/2010/main" val="88373392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
                                        </p:tgtEl>
                                        <p:attrNameLst>
                                          <p:attrName>style.visibility</p:attrName>
                                        </p:attrNameLst>
                                      </p:cBhvr>
                                      <p:to>
                                        <p:strVal val="visible"/>
                                      </p:to>
                                    </p:set>
                                    <p:anim calcmode="lin" valueType="num">
                                      <p:cBhvr>
                                        <p:cTn id="7" dur="1000" fill="hold"/>
                                        <p:tgtEl>
                                          <p:spTgt spid="122"/>
                                        </p:tgtEl>
                                        <p:attrNameLst>
                                          <p:attrName>ppt_w</p:attrName>
                                        </p:attrNameLst>
                                      </p:cBhvr>
                                      <p:tavLst>
                                        <p:tav tm="0">
                                          <p:val>
                                            <p:fltVal val="0"/>
                                          </p:val>
                                        </p:tav>
                                        <p:tav tm="100000">
                                          <p:val>
                                            <p:strVal val="#ppt_w"/>
                                          </p:val>
                                        </p:tav>
                                      </p:tavLst>
                                    </p:anim>
                                    <p:anim calcmode="lin" valueType="num">
                                      <p:cBhvr>
                                        <p:cTn id="8" dur="1000" fill="hold"/>
                                        <p:tgtEl>
                                          <p:spTgt spid="122"/>
                                        </p:tgtEl>
                                        <p:attrNameLst>
                                          <p:attrName>ppt_h</p:attrName>
                                        </p:attrNameLst>
                                      </p:cBhvr>
                                      <p:tavLst>
                                        <p:tav tm="0">
                                          <p:val>
                                            <p:fltVal val="0"/>
                                          </p:val>
                                        </p:tav>
                                        <p:tav tm="100000">
                                          <p:val>
                                            <p:strVal val="#ppt_h"/>
                                          </p:val>
                                        </p:tav>
                                      </p:tavLst>
                                    </p:anim>
                                    <p:anim calcmode="lin" valueType="num">
                                      <p:cBhvr>
                                        <p:cTn id="9" dur="1000" fill="hold"/>
                                        <p:tgtEl>
                                          <p:spTgt spid="122"/>
                                        </p:tgtEl>
                                        <p:attrNameLst>
                                          <p:attrName>style.rotation</p:attrName>
                                        </p:attrNameLst>
                                      </p:cBhvr>
                                      <p:tavLst>
                                        <p:tav tm="0">
                                          <p:val>
                                            <p:fltVal val="90"/>
                                          </p:val>
                                        </p:tav>
                                        <p:tav tm="100000">
                                          <p:val>
                                            <p:fltVal val="0"/>
                                          </p:val>
                                        </p:tav>
                                      </p:tavLst>
                                    </p:anim>
                                    <p:animEffect transition="in" filter="fade">
                                      <p:cBhvr>
                                        <p:cTn id="10" dur="1000"/>
                                        <p:tgtEl>
                                          <p:spTgt spid="122"/>
                                        </p:tgtEl>
                                      </p:cBhvr>
                                    </p:animEffect>
                                  </p:childTnLst>
                                </p:cTn>
                              </p:par>
                            </p:childTnLst>
                          </p:cTn>
                        </p:par>
                        <p:par>
                          <p:cTn id="11" fill="hold">
                            <p:stCondLst>
                              <p:cond delay="1000"/>
                            </p:stCondLst>
                            <p:childTnLst>
                              <p:par>
                                <p:cTn id="12" presetID="12" presetClass="entr" presetSubtype="2" fill="hold" nodeType="afterEffect">
                                  <p:stCondLst>
                                    <p:cond delay="0"/>
                                  </p:stCondLst>
                                  <p:childTnLst>
                                    <p:set>
                                      <p:cBhvr>
                                        <p:cTn id="13" dur="1" fill="hold">
                                          <p:stCondLst>
                                            <p:cond delay="0"/>
                                          </p:stCondLst>
                                        </p:cTn>
                                        <p:tgtEl>
                                          <p:spTgt spid="156"/>
                                        </p:tgtEl>
                                        <p:attrNameLst>
                                          <p:attrName>style.visibility</p:attrName>
                                        </p:attrNameLst>
                                      </p:cBhvr>
                                      <p:to>
                                        <p:strVal val="visible"/>
                                      </p:to>
                                    </p:set>
                                    <p:anim calcmode="lin" valueType="num">
                                      <p:cBhvr additive="base">
                                        <p:cTn id="14" dur="500"/>
                                        <p:tgtEl>
                                          <p:spTgt spid="156"/>
                                        </p:tgtEl>
                                        <p:attrNameLst>
                                          <p:attrName>ppt_x</p:attrName>
                                        </p:attrNameLst>
                                      </p:cBhvr>
                                      <p:tavLst>
                                        <p:tav tm="0">
                                          <p:val>
                                            <p:strVal val="#ppt_x+#ppt_w*1.125000"/>
                                          </p:val>
                                        </p:tav>
                                        <p:tav tm="100000">
                                          <p:val>
                                            <p:strVal val="#ppt_x"/>
                                          </p:val>
                                        </p:tav>
                                      </p:tavLst>
                                    </p:anim>
                                    <p:animEffect transition="in" filter="wipe(left)">
                                      <p:cBhvr>
                                        <p:cTn id="15" dur="500"/>
                                        <p:tgtEl>
                                          <p:spTgt spid="156"/>
                                        </p:tgtEl>
                                      </p:cBhvr>
                                    </p:animEffect>
                                  </p:childTnLst>
                                </p:cTn>
                              </p:par>
                            </p:childTnLst>
                          </p:cTn>
                        </p:par>
                        <p:par>
                          <p:cTn id="16" fill="hold">
                            <p:stCondLst>
                              <p:cond delay="1500"/>
                            </p:stCondLst>
                            <p:childTnLst>
                              <p:par>
                                <p:cTn id="17" presetID="12" presetClass="entr" presetSubtype="2" fill="hold" nodeType="afterEffect">
                                  <p:stCondLst>
                                    <p:cond delay="0"/>
                                  </p:stCondLst>
                                  <p:childTnLst>
                                    <p:set>
                                      <p:cBhvr>
                                        <p:cTn id="18" dur="1" fill="hold">
                                          <p:stCondLst>
                                            <p:cond delay="0"/>
                                          </p:stCondLst>
                                        </p:cTn>
                                        <p:tgtEl>
                                          <p:spTgt spid="159"/>
                                        </p:tgtEl>
                                        <p:attrNameLst>
                                          <p:attrName>style.visibility</p:attrName>
                                        </p:attrNameLst>
                                      </p:cBhvr>
                                      <p:to>
                                        <p:strVal val="visible"/>
                                      </p:to>
                                    </p:set>
                                    <p:anim calcmode="lin" valueType="num">
                                      <p:cBhvr additive="base">
                                        <p:cTn id="19" dur="500"/>
                                        <p:tgtEl>
                                          <p:spTgt spid="159"/>
                                        </p:tgtEl>
                                        <p:attrNameLst>
                                          <p:attrName>ppt_x</p:attrName>
                                        </p:attrNameLst>
                                      </p:cBhvr>
                                      <p:tavLst>
                                        <p:tav tm="0">
                                          <p:val>
                                            <p:strVal val="#ppt_x+#ppt_w*1.125000"/>
                                          </p:val>
                                        </p:tav>
                                        <p:tav tm="100000">
                                          <p:val>
                                            <p:strVal val="#ppt_x"/>
                                          </p:val>
                                        </p:tav>
                                      </p:tavLst>
                                    </p:anim>
                                    <p:animEffect transition="in" filter="wipe(left)">
                                      <p:cBhvr>
                                        <p:cTn id="20" dur="500"/>
                                        <p:tgtEl>
                                          <p:spTgt spid="159"/>
                                        </p:tgtEl>
                                      </p:cBhvr>
                                    </p:animEffect>
                                  </p:childTnLst>
                                </p:cTn>
                              </p:par>
                            </p:childTnLst>
                          </p:cTn>
                        </p:par>
                        <p:par>
                          <p:cTn id="21" fill="hold">
                            <p:stCondLst>
                              <p:cond delay="2000"/>
                            </p:stCondLst>
                            <p:childTnLst>
                              <p:par>
                                <p:cTn id="22" presetID="12" presetClass="entr" presetSubtype="2" fill="hold" nodeType="afterEffect">
                                  <p:stCondLst>
                                    <p:cond delay="0"/>
                                  </p:stCondLst>
                                  <p:childTnLst>
                                    <p:set>
                                      <p:cBhvr>
                                        <p:cTn id="23" dur="1" fill="hold">
                                          <p:stCondLst>
                                            <p:cond delay="0"/>
                                          </p:stCondLst>
                                        </p:cTn>
                                        <p:tgtEl>
                                          <p:spTgt spid="162"/>
                                        </p:tgtEl>
                                        <p:attrNameLst>
                                          <p:attrName>style.visibility</p:attrName>
                                        </p:attrNameLst>
                                      </p:cBhvr>
                                      <p:to>
                                        <p:strVal val="visible"/>
                                      </p:to>
                                    </p:set>
                                    <p:anim calcmode="lin" valueType="num">
                                      <p:cBhvr additive="base">
                                        <p:cTn id="24" dur="500"/>
                                        <p:tgtEl>
                                          <p:spTgt spid="162"/>
                                        </p:tgtEl>
                                        <p:attrNameLst>
                                          <p:attrName>ppt_x</p:attrName>
                                        </p:attrNameLst>
                                      </p:cBhvr>
                                      <p:tavLst>
                                        <p:tav tm="0">
                                          <p:val>
                                            <p:strVal val="#ppt_x+#ppt_w*1.125000"/>
                                          </p:val>
                                        </p:tav>
                                        <p:tav tm="100000">
                                          <p:val>
                                            <p:strVal val="#ppt_x"/>
                                          </p:val>
                                        </p:tav>
                                      </p:tavLst>
                                    </p:anim>
                                    <p:animEffect transition="in" filter="wipe(left)">
                                      <p:cBhvr>
                                        <p:cTn id="25" dur="500"/>
                                        <p:tgtEl>
                                          <p:spTgt spid="162"/>
                                        </p:tgtEl>
                                      </p:cBhvr>
                                    </p:animEffect>
                                  </p:childTnLst>
                                </p:cTn>
                              </p:par>
                            </p:childTnLst>
                          </p:cTn>
                        </p:par>
                        <p:par>
                          <p:cTn id="26" fill="hold">
                            <p:stCondLst>
                              <p:cond delay="2500"/>
                            </p:stCondLst>
                            <p:childTnLst>
                              <p:par>
                                <p:cTn id="27" presetID="12" presetClass="entr" presetSubtype="8" fill="hold" nodeType="afterEffect">
                                  <p:stCondLst>
                                    <p:cond delay="0"/>
                                  </p:stCondLst>
                                  <p:childTnLst>
                                    <p:set>
                                      <p:cBhvr>
                                        <p:cTn id="28" dur="1" fill="hold">
                                          <p:stCondLst>
                                            <p:cond delay="0"/>
                                          </p:stCondLst>
                                        </p:cTn>
                                        <p:tgtEl>
                                          <p:spTgt spid="147"/>
                                        </p:tgtEl>
                                        <p:attrNameLst>
                                          <p:attrName>style.visibility</p:attrName>
                                        </p:attrNameLst>
                                      </p:cBhvr>
                                      <p:to>
                                        <p:strVal val="visible"/>
                                      </p:to>
                                    </p:set>
                                    <p:anim calcmode="lin" valueType="num">
                                      <p:cBhvr additive="base">
                                        <p:cTn id="29" dur="500"/>
                                        <p:tgtEl>
                                          <p:spTgt spid="147"/>
                                        </p:tgtEl>
                                        <p:attrNameLst>
                                          <p:attrName>ppt_x</p:attrName>
                                        </p:attrNameLst>
                                      </p:cBhvr>
                                      <p:tavLst>
                                        <p:tav tm="0">
                                          <p:val>
                                            <p:strVal val="#ppt_x-#ppt_w*1.125000"/>
                                          </p:val>
                                        </p:tav>
                                        <p:tav tm="100000">
                                          <p:val>
                                            <p:strVal val="#ppt_x"/>
                                          </p:val>
                                        </p:tav>
                                      </p:tavLst>
                                    </p:anim>
                                    <p:animEffect transition="in" filter="wipe(right)">
                                      <p:cBhvr>
                                        <p:cTn id="30" dur="500"/>
                                        <p:tgtEl>
                                          <p:spTgt spid="147"/>
                                        </p:tgtEl>
                                      </p:cBhvr>
                                    </p:animEffect>
                                  </p:childTnLst>
                                </p:cTn>
                              </p:par>
                            </p:childTnLst>
                          </p:cTn>
                        </p:par>
                        <p:par>
                          <p:cTn id="31" fill="hold">
                            <p:stCondLst>
                              <p:cond delay="3000"/>
                            </p:stCondLst>
                            <p:childTnLst>
                              <p:par>
                                <p:cTn id="32" presetID="12" presetClass="entr" presetSubtype="8" fill="hold" nodeType="afterEffect">
                                  <p:stCondLst>
                                    <p:cond delay="0"/>
                                  </p:stCondLst>
                                  <p:childTnLst>
                                    <p:set>
                                      <p:cBhvr>
                                        <p:cTn id="33" dur="1" fill="hold">
                                          <p:stCondLst>
                                            <p:cond delay="0"/>
                                          </p:stCondLst>
                                        </p:cTn>
                                        <p:tgtEl>
                                          <p:spTgt spid="150"/>
                                        </p:tgtEl>
                                        <p:attrNameLst>
                                          <p:attrName>style.visibility</p:attrName>
                                        </p:attrNameLst>
                                      </p:cBhvr>
                                      <p:to>
                                        <p:strVal val="visible"/>
                                      </p:to>
                                    </p:set>
                                    <p:anim calcmode="lin" valueType="num">
                                      <p:cBhvr additive="base">
                                        <p:cTn id="34" dur="500"/>
                                        <p:tgtEl>
                                          <p:spTgt spid="150"/>
                                        </p:tgtEl>
                                        <p:attrNameLst>
                                          <p:attrName>ppt_x</p:attrName>
                                        </p:attrNameLst>
                                      </p:cBhvr>
                                      <p:tavLst>
                                        <p:tav tm="0">
                                          <p:val>
                                            <p:strVal val="#ppt_x-#ppt_w*1.125000"/>
                                          </p:val>
                                        </p:tav>
                                        <p:tav tm="100000">
                                          <p:val>
                                            <p:strVal val="#ppt_x"/>
                                          </p:val>
                                        </p:tav>
                                      </p:tavLst>
                                    </p:anim>
                                    <p:animEffect transition="in" filter="wipe(right)">
                                      <p:cBhvr>
                                        <p:cTn id="35" dur="500"/>
                                        <p:tgtEl>
                                          <p:spTgt spid="150"/>
                                        </p:tgtEl>
                                      </p:cBhvr>
                                    </p:animEffect>
                                  </p:childTnLst>
                                </p:cTn>
                              </p:par>
                            </p:childTnLst>
                          </p:cTn>
                        </p:par>
                        <p:par>
                          <p:cTn id="36" fill="hold">
                            <p:stCondLst>
                              <p:cond delay="3500"/>
                            </p:stCondLst>
                            <p:childTnLst>
                              <p:par>
                                <p:cTn id="37" presetID="12" presetClass="entr" presetSubtype="8" fill="hold" nodeType="afterEffect">
                                  <p:stCondLst>
                                    <p:cond delay="0"/>
                                  </p:stCondLst>
                                  <p:childTnLst>
                                    <p:set>
                                      <p:cBhvr>
                                        <p:cTn id="38" dur="1" fill="hold">
                                          <p:stCondLst>
                                            <p:cond delay="0"/>
                                          </p:stCondLst>
                                        </p:cTn>
                                        <p:tgtEl>
                                          <p:spTgt spid="153"/>
                                        </p:tgtEl>
                                        <p:attrNameLst>
                                          <p:attrName>style.visibility</p:attrName>
                                        </p:attrNameLst>
                                      </p:cBhvr>
                                      <p:to>
                                        <p:strVal val="visible"/>
                                      </p:to>
                                    </p:set>
                                    <p:anim calcmode="lin" valueType="num">
                                      <p:cBhvr additive="base">
                                        <p:cTn id="39" dur="500"/>
                                        <p:tgtEl>
                                          <p:spTgt spid="153"/>
                                        </p:tgtEl>
                                        <p:attrNameLst>
                                          <p:attrName>ppt_x</p:attrName>
                                        </p:attrNameLst>
                                      </p:cBhvr>
                                      <p:tavLst>
                                        <p:tav tm="0">
                                          <p:val>
                                            <p:strVal val="#ppt_x-#ppt_w*1.125000"/>
                                          </p:val>
                                        </p:tav>
                                        <p:tav tm="100000">
                                          <p:val>
                                            <p:strVal val="#ppt_x"/>
                                          </p:val>
                                        </p:tav>
                                      </p:tavLst>
                                    </p:anim>
                                    <p:animEffect transition="in" filter="wipe(right)">
                                      <p:cBhvr>
                                        <p:cTn id="40" dur="5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文本框 49"/>
          <p:cNvSpPr txBox="1"/>
          <p:nvPr/>
        </p:nvSpPr>
        <p:spPr>
          <a:xfrm>
            <a:off x="2268538" y="1564432"/>
            <a:ext cx="1952121" cy="346259"/>
          </a:xfrm>
          <a:prstGeom prst="rect">
            <a:avLst/>
          </a:prstGeom>
          <a:noFill/>
        </p:spPr>
        <p:txBody>
          <a:bodyPr wrap="square" lIns="68589" tIns="34295" rIns="68589" bIns="34295" rtlCol="0">
            <a:spAutoFit/>
          </a:bodyPr>
          <a:lstStyle/>
          <a:p>
            <a:r>
              <a:rPr lang="zh-CN" altLang="en-US" dirty="0">
                <a:solidFill>
                  <a:srgbClr val="C80A2A"/>
                </a:solidFill>
                <a:latin typeface="+mn-lt"/>
                <a:ea typeface="+mn-ea"/>
                <a:cs typeface="+mn-ea"/>
                <a:sym typeface="+mn-lt"/>
              </a:rPr>
              <a:t>预计参与人群</a:t>
            </a:r>
          </a:p>
        </p:txBody>
      </p:sp>
      <p:sp>
        <p:nvSpPr>
          <p:cNvPr id="70" name="文本框 49"/>
          <p:cNvSpPr txBox="1"/>
          <p:nvPr/>
        </p:nvSpPr>
        <p:spPr>
          <a:xfrm>
            <a:off x="2268538" y="3090380"/>
            <a:ext cx="1788265" cy="346259"/>
          </a:xfrm>
          <a:prstGeom prst="rect">
            <a:avLst/>
          </a:prstGeom>
          <a:noFill/>
        </p:spPr>
        <p:txBody>
          <a:bodyPr wrap="square" lIns="68589" tIns="34295" rIns="68589" bIns="34295" rtlCol="0">
            <a:spAutoFit/>
          </a:bodyPr>
          <a:lstStyle/>
          <a:p>
            <a:r>
              <a:rPr lang="zh-CN" altLang="en-US" dirty="0">
                <a:solidFill>
                  <a:srgbClr val="C80A2A"/>
                </a:solidFill>
                <a:latin typeface="+mn-lt"/>
                <a:ea typeface="+mn-ea"/>
                <a:cs typeface="+mn-ea"/>
                <a:sym typeface="+mn-lt"/>
              </a:rPr>
              <a:t>用户满意度</a:t>
            </a:r>
          </a:p>
        </p:txBody>
      </p:sp>
      <p:sp>
        <p:nvSpPr>
          <p:cNvPr id="86" name="文本框 49"/>
          <p:cNvSpPr txBox="1"/>
          <p:nvPr/>
        </p:nvSpPr>
        <p:spPr>
          <a:xfrm>
            <a:off x="6012954" y="1567862"/>
            <a:ext cx="1567873" cy="346259"/>
          </a:xfrm>
          <a:prstGeom prst="rect">
            <a:avLst/>
          </a:prstGeom>
          <a:noFill/>
        </p:spPr>
        <p:txBody>
          <a:bodyPr wrap="square" lIns="68589" tIns="34295" rIns="68589" bIns="34295" rtlCol="0">
            <a:spAutoFit/>
          </a:bodyPr>
          <a:lstStyle/>
          <a:p>
            <a:r>
              <a:rPr lang="zh-CN" altLang="en-US" dirty="0">
                <a:solidFill>
                  <a:srgbClr val="C80A2A"/>
                </a:solidFill>
                <a:latin typeface="+mn-lt"/>
                <a:ea typeface="+mn-ea"/>
                <a:cs typeface="+mn-ea"/>
                <a:sym typeface="+mn-lt"/>
              </a:rPr>
              <a:t>活动期收益</a:t>
            </a:r>
          </a:p>
        </p:txBody>
      </p:sp>
      <p:sp>
        <p:nvSpPr>
          <p:cNvPr id="96" name="文本框 49"/>
          <p:cNvSpPr txBox="1"/>
          <p:nvPr/>
        </p:nvSpPr>
        <p:spPr>
          <a:xfrm>
            <a:off x="6012954" y="3148607"/>
            <a:ext cx="1863650" cy="346259"/>
          </a:xfrm>
          <a:prstGeom prst="rect">
            <a:avLst/>
          </a:prstGeom>
          <a:noFill/>
        </p:spPr>
        <p:txBody>
          <a:bodyPr wrap="square" lIns="68589" tIns="34295" rIns="68589" bIns="34295" rtlCol="0">
            <a:spAutoFit/>
          </a:bodyPr>
          <a:lstStyle/>
          <a:p>
            <a:r>
              <a:rPr lang="zh-CN" altLang="en-US" dirty="0">
                <a:solidFill>
                  <a:srgbClr val="C80A2A"/>
                </a:solidFill>
                <a:latin typeface="+mn-lt"/>
                <a:ea typeface="+mn-ea"/>
                <a:cs typeface="+mn-ea"/>
                <a:sym typeface="+mn-lt"/>
              </a:rPr>
              <a:t>增强影响力</a:t>
            </a:r>
          </a:p>
        </p:txBody>
      </p:sp>
      <p:sp>
        <p:nvSpPr>
          <p:cNvPr id="98"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添加您的标题</a:t>
            </a:r>
          </a:p>
        </p:txBody>
      </p:sp>
      <p:grpSp>
        <p:nvGrpSpPr>
          <p:cNvPr id="99" name="组合 98"/>
          <p:cNvGrpSpPr/>
          <p:nvPr/>
        </p:nvGrpSpPr>
        <p:grpSpPr>
          <a:xfrm>
            <a:off x="1042551" y="1712069"/>
            <a:ext cx="3355363" cy="886433"/>
            <a:chOff x="1390067" y="2282758"/>
            <a:chExt cx="4473817" cy="1181911"/>
          </a:xfrm>
        </p:grpSpPr>
        <p:grpSp>
          <p:nvGrpSpPr>
            <p:cNvPr id="100" name="组合 99"/>
            <p:cNvGrpSpPr/>
            <p:nvPr/>
          </p:nvGrpSpPr>
          <p:grpSpPr>
            <a:xfrm>
              <a:off x="1390067" y="2282758"/>
              <a:ext cx="1543634" cy="1095559"/>
              <a:chOff x="863017" y="2149408"/>
              <a:chExt cx="1543634" cy="1095559"/>
            </a:xfrm>
          </p:grpSpPr>
          <p:cxnSp>
            <p:nvCxnSpPr>
              <p:cNvPr id="102" name="直接连接符 101"/>
              <p:cNvCxnSpPr/>
              <p:nvPr/>
            </p:nvCxnSpPr>
            <p:spPr>
              <a:xfrm>
                <a:off x="1952226" y="2697189"/>
                <a:ext cx="454425" cy="803"/>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2406651" y="2200698"/>
                <a:ext cx="0" cy="994588"/>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04" name="组合 103"/>
              <p:cNvGrpSpPr/>
              <p:nvPr/>
            </p:nvGrpSpPr>
            <p:grpSpPr>
              <a:xfrm>
                <a:off x="863017" y="2149408"/>
                <a:ext cx="1095558" cy="1095559"/>
                <a:chOff x="808238" y="1990456"/>
                <a:chExt cx="1205114" cy="1205114"/>
              </a:xfrm>
            </p:grpSpPr>
            <p:sp>
              <p:nvSpPr>
                <p:cNvPr id="106" name="椭圆 105"/>
                <p:cNvSpPr/>
                <p:nvPr/>
              </p:nvSpPr>
              <p:spPr>
                <a:xfrm rot="5400000">
                  <a:off x="808238" y="1990456"/>
                  <a:ext cx="1205114" cy="1205114"/>
                </a:xfrm>
                <a:prstGeom prst="ellipse">
                  <a:avLst/>
                </a:prstGeom>
                <a:solidFill>
                  <a:schemeClr val="bg1">
                    <a:lumMod val="75000"/>
                    <a:alpha val="40000"/>
                  </a:schemeClr>
                </a:solidFill>
                <a:ln>
                  <a:noFill/>
                </a:ln>
              </p:spPr>
              <p:txBody>
                <a:bodyPr anchor="ctr"/>
                <a:lstStyle/>
                <a:p>
                  <a:pPr algn="ctr"/>
                  <a:endParaRPr sz="1013">
                    <a:solidFill>
                      <a:schemeClr val="tx1">
                        <a:lumMod val="65000"/>
                        <a:lumOff val="35000"/>
                      </a:schemeClr>
                    </a:solidFill>
                    <a:latin typeface="+mj-ea"/>
                    <a:ea typeface="+mj-ea"/>
                  </a:endParaRPr>
                </a:p>
              </p:txBody>
            </p:sp>
            <p:sp>
              <p:nvSpPr>
                <p:cNvPr id="107" name="椭圆 106"/>
                <p:cNvSpPr/>
                <p:nvPr/>
              </p:nvSpPr>
              <p:spPr>
                <a:xfrm rot="5400000">
                  <a:off x="915793" y="2098012"/>
                  <a:ext cx="989999" cy="990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013">
                    <a:solidFill>
                      <a:schemeClr val="tx1">
                        <a:lumMod val="65000"/>
                        <a:lumOff val="35000"/>
                      </a:schemeClr>
                    </a:solidFill>
                    <a:latin typeface="+mj-ea"/>
                    <a:ea typeface="+mj-ea"/>
                  </a:endParaRPr>
                </a:p>
              </p:txBody>
            </p:sp>
          </p:grpSp>
          <p:sp>
            <p:nvSpPr>
              <p:cNvPr id="105" name="任意多边形 104"/>
              <p:cNvSpPr/>
              <p:nvPr/>
            </p:nvSpPr>
            <p:spPr>
              <a:xfrm>
                <a:off x="1198923" y="2486309"/>
                <a:ext cx="423746" cy="421756"/>
              </a:xfrm>
              <a:custGeom>
                <a:avLst/>
                <a:gdLst>
                  <a:gd name="connsiteX0" fmla="*/ 256117 w 338138"/>
                  <a:gd name="connsiteY0" fmla="*/ 200025 h 336550"/>
                  <a:gd name="connsiteX1" fmla="*/ 257440 w 338138"/>
                  <a:gd name="connsiteY1" fmla="*/ 201324 h 336550"/>
                  <a:gd name="connsiteX2" fmla="*/ 258763 w 338138"/>
                  <a:gd name="connsiteY2" fmla="*/ 202623 h 336550"/>
                  <a:gd name="connsiteX3" fmla="*/ 258763 w 338138"/>
                  <a:gd name="connsiteY3" fmla="*/ 203922 h 336550"/>
                  <a:gd name="connsiteX4" fmla="*/ 258763 w 338138"/>
                  <a:gd name="connsiteY4" fmla="*/ 205221 h 336550"/>
                  <a:gd name="connsiteX5" fmla="*/ 258763 w 338138"/>
                  <a:gd name="connsiteY5" fmla="*/ 206520 h 336550"/>
                  <a:gd name="connsiteX6" fmla="*/ 257440 w 338138"/>
                  <a:gd name="connsiteY6" fmla="*/ 207819 h 336550"/>
                  <a:gd name="connsiteX7" fmla="*/ 254794 w 338138"/>
                  <a:gd name="connsiteY7" fmla="*/ 216911 h 336550"/>
                  <a:gd name="connsiteX8" fmla="*/ 246857 w 338138"/>
                  <a:gd name="connsiteY8" fmla="*/ 233796 h 336550"/>
                  <a:gd name="connsiteX9" fmla="*/ 245534 w 338138"/>
                  <a:gd name="connsiteY9" fmla="*/ 240290 h 336550"/>
                  <a:gd name="connsiteX10" fmla="*/ 241565 w 338138"/>
                  <a:gd name="connsiteY10" fmla="*/ 242888 h 336550"/>
                  <a:gd name="connsiteX11" fmla="*/ 237596 w 338138"/>
                  <a:gd name="connsiteY11" fmla="*/ 241589 h 336550"/>
                  <a:gd name="connsiteX12" fmla="*/ 236273 w 338138"/>
                  <a:gd name="connsiteY12" fmla="*/ 238992 h 336550"/>
                  <a:gd name="connsiteX13" fmla="*/ 234950 w 338138"/>
                  <a:gd name="connsiteY13" fmla="*/ 237693 h 336550"/>
                  <a:gd name="connsiteX14" fmla="*/ 236273 w 338138"/>
                  <a:gd name="connsiteY14" fmla="*/ 235095 h 336550"/>
                  <a:gd name="connsiteX15" fmla="*/ 236273 w 338138"/>
                  <a:gd name="connsiteY15" fmla="*/ 233796 h 336550"/>
                  <a:gd name="connsiteX16" fmla="*/ 238919 w 338138"/>
                  <a:gd name="connsiteY16" fmla="*/ 226003 h 336550"/>
                  <a:gd name="connsiteX17" fmla="*/ 238919 w 338138"/>
                  <a:gd name="connsiteY17" fmla="*/ 218210 h 336550"/>
                  <a:gd name="connsiteX18" fmla="*/ 238919 w 338138"/>
                  <a:gd name="connsiteY18" fmla="*/ 216911 h 336550"/>
                  <a:gd name="connsiteX19" fmla="*/ 240242 w 338138"/>
                  <a:gd name="connsiteY19" fmla="*/ 215612 h 336550"/>
                  <a:gd name="connsiteX20" fmla="*/ 240242 w 338138"/>
                  <a:gd name="connsiteY20" fmla="*/ 214313 h 336550"/>
                  <a:gd name="connsiteX21" fmla="*/ 246857 w 338138"/>
                  <a:gd name="connsiteY21" fmla="*/ 210416 h 336550"/>
                  <a:gd name="connsiteX22" fmla="*/ 253471 w 338138"/>
                  <a:gd name="connsiteY22" fmla="*/ 202623 h 336550"/>
                  <a:gd name="connsiteX23" fmla="*/ 253471 w 338138"/>
                  <a:gd name="connsiteY23" fmla="*/ 201324 h 336550"/>
                  <a:gd name="connsiteX24" fmla="*/ 256117 w 338138"/>
                  <a:gd name="connsiteY24" fmla="*/ 200025 h 336550"/>
                  <a:gd name="connsiteX25" fmla="*/ 300038 w 338138"/>
                  <a:gd name="connsiteY25" fmla="*/ 171450 h 336550"/>
                  <a:gd name="connsiteX26" fmla="*/ 301625 w 338138"/>
                  <a:gd name="connsiteY26" fmla="*/ 171450 h 336550"/>
                  <a:gd name="connsiteX27" fmla="*/ 298450 w 338138"/>
                  <a:gd name="connsiteY27" fmla="*/ 176213 h 336550"/>
                  <a:gd name="connsiteX28" fmla="*/ 296863 w 338138"/>
                  <a:gd name="connsiteY28" fmla="*/ 177800 h 336550"/>
                  <a:gd name="connsiteX29" fmla="*/ 295275 w 338138"/>
                  <a:gd name="connsiteY29" fmla="*/ 177800 h 336550"/>
                  <a:gd name="connsiteX30" fmla="*/ 295275 w 338138"/>
                  <a:gd name="connsiteY30" fmla="*/ 176213 h 336550"/>
                  <a:gd name="connsiteX31" fmla="*/ 296863 w 338138"/>
                  <a:gd name="connsiteY31" fmla="*/ 174625 h 336550"/>
                  <a:gd name="connsiteX32" fmla="*/ 298450 w 338138"/>
                  <a:gd name="connsiteY32" fmla="*/ 173038 h 336550"/>
                  <a:gd name="connsiteX33" fmla="*/ 293688 w 338138"/>
                  <a:gd name="connsiteY33" fmla="*/ 171450 h 336550"/>
                  <a:gd name="connsiteX34" fmla="*/ 296863 w 338138"/>
                  <a:gd name="connsiteY34" fmla="*/ 171450 h 336550"/>
                  <a:gd name="connsiteX35" fmla="*/ 293688 w 338138"/>
                  <a:gd name="connsiteY35" fmla="*/ 174625 h 336550"/>
                  <a:gd name="connsiteX36" fmla="*/ 292100 w 338138"/>
                  <a:gd name="connsiteY36" fmla="*/ 174625 h 336550"/>
                  <a:gd name="connsiteX37" fmla="*/ 292100 w 338138"/>
                  <a:gd name="connsiteY37" fmla="*/ 173038 h 336550"/>
                  <a:gd name="connsiteX38" fmla="*/ 303946 w 338138"/>
                  <a:gd name="connsiteY38" fmla="*/ 169998 h 336550"/>
                  <a:gd name="connsiteX39" fmla="*/ 303457 w 338138"/>
                  <a:gd name="connsiteY39" fmla="*/ 173083 h 336550"/>
                  <a:gd name="connsiteX40" fmla="*/ 303213 w 338138"/>
                  <a:gd name="connsiteY40" fmla="*/ 174625 h 336550"/>
                  <a:gd name="connsiteX41" fmla="*/ 303213 w 338138"/>
                  <a:gd name="connsiteY41" fmla="*/ 173288 h 336550"/>
                  <a:gd name="connsiteX42" fmla="*/ 303213 w 338138"/>
                  <a:gd name="connsiteY42" fmla="*/ 171952 h 336550"/>
                  <a:gd name="connsiteX43" fmla="*/ 303213 w 338138"/>
                  <a:gd name="connsiteY43" fmla="*/ 170615 h 336550"/>
                  <a:gd name="connsiteX44" fmla="*/ 288926 w 338138"/>
                  <a:gd name="connsiteY44" fmla="*/ 169862 h 336550"/>
                  <a:gd name="connsiteX45" fmla="*/ 290513 w 338138"/>
                  <a:gd name="connsiteY45" fmla="*/ 169862 h 336550"/>
                  <a:gd name="connsiteX46" fmla="*/ 293688 w 338138"/>
                  <a:gd name="connsiteY46" fmla="*/ 169862 h 336550"/>
                  <a:gd name="connsiteX47" fmla="*/ 293688 w 338138"/>
                  <a:gd name="connsiteY47" fmla="*/ 170656 h 336550"/>
                  <a:gd name="connsiteX48" fmla="*/ 292101 w 338138"/>
                  <a:gd name="connsiteY48" fmla="*/ 171450 h 336550"/>
                  <a:gd name="connsiteX49" fmla="*/ 290513 w 338138"/>
                  <a:gd name="connsiteY49" fmla="*/ 171450 h 336550"/>
                  <a:gd name="connsiteX50" fmla="*/ 288926 w 338138"/>
                  <a:gd name="connsiteY50" fmla="*/ 171450 h 336550"/>
                  <a:gd name="connsiteX51" fmla="*/ 287338 w 338138"/>
                  <a:gd name="connsiteY51" fmla="*/ 170656 h 336550"/>
                  <a:gd name="connsiteX52" fmla="*/ 288926 w 338138"/>
                  <a:gd name="connsiteY52" fmla="*/ 169862 h 336550"/>
                  <a:gd name="connsiteX53" fmla="*/ 304800 w 338138"/>
                  <a:gd name="connsiteY53" fmla="*/ 164600 h 336550"/>
                  <a:gd name="connsiteX54" fmla="*/ 304800 w 338138"/>
                  <a:gd name="connsiteY54" fmla="*/ 165267 h 336550"/>
                  <a:gd name="connsiteX55" fmla="*/ 304800 w 338138"/>
                  <a:gd name="connsiteY55" fmla="*/ 166604 h 336550"/>
                  <a:gd name="connsiteX56" fmla="*/ 304800 w 338138"/>
                  <a:gd name="connsiteY56" fmla="*/ 167941 h 336550"/>
                  <a:gd name="connsiteX57" fmla="*/ 304800 w 338138"/>
                  <a:gd name="connsiteY57" fmla="*/ 169278 h 336550"/>
                  <a:gd name="connsiteX58" fmla="*/ 303946 w 338138"/>
                  <a:gd name="connsiteY58" fmla="*/ 169998 h 336550"/>
                  <a:gd name="connsiteX59" fmla="*/ 301626 w 338138"/>
                  <a:gd name="connsiteY59" fmla="*/ 149225 h 336550"/>
                  <a:gd name="connsiteX60" fmla="*/ 303213 w 338138"/>
                  <a:gd name="connsiteY60" fmla="*/ 149225 h 336550"/>
                  <a:gd name="connsiteX61" fmla="*/ 304800 w 338138"/>
                  <a:gd name="connsiteY61" fmla="*/ 150562 h 336550"/>
                  <a:gd name="connsiteX62" fmla="*/ 304800 w 338138"/>
                  <a:gd name="connsiteY62" fmla="*/ 151899 h 336550"/>
                  <a:gd name="connsiteX63" fmla="*/ 304800 w 338138"/>
                  <a:gd name="connsiteY63" fmla="*/ 154573 h 336550"/>
                  <a:gd name="connsiteX64" fmla="*/ 305656 w 338138"/>
                  <a:gd name="connsiteY64" fmla="*/ 153133 h 336550"/>
                  <a:gd name="connsiteX65" fmla="*/ 306128 w 338138"/>
                  <a:gd name="connsiteY65" fmla="*/ 156215 h 336550"/>
                  <a:gd name="connsiteX66" fmla="*/ 304800 w 338138"/>
                  <a:gd name="connsiteY66" fmla="*/ 164600 h 336550"/>
                  <a:gd name="connsiteX67" fmla="*/ 304800 w 338138"/>
                  <a:gd name="connsiteY67" fmla="*/ 162594 h 336550"/>
                  <a:gd name="connsiteX68" fmla="*/ 304800 w 338138"/>
                  <a:gd name="connsiteY68" fmla="*/ 161257 h 336550"/>
                  <a:gd name="connsiteX69" fmla="*/ 304800 w 338138"/>
                  <a:gd name="connsiteY69" fmla="*/ 159920 h 336550"/>
                  <a:gd name="connsiteX70" fmla="*/ 304800 w 338138"/>
                  <a:gd name="connsiteY70" fmla="*/ 158583 h 336550"/>
                  <a:gd name="connsiteX71" fmla="*/ 303213 w 338138"/>
                  <a:gd name="connsiteY71" fmla="*/ 158583 h 336550"/>
                  <a:gd name="connsiteX72" fmla="*/ 303213 w 338138"/>
                  <a:gd name="connsiteY72" fmla="*/ 157246 h 336550"/>
                  <a:gd name="connsiteX73" fmla="*/ 303213 w 338138"/>
                  <a:gd name="connsiteY73" fmla="*/ 155909 h 336550"/>
                  <a:gd name="connsiteX74" fmla="*/ 303213 w 338138"/>
                  <a:gd name="connsiteY74" fmla="*/ 154573 h 336550"/>
                  <a:gd name="connsiteX75" fmla="*/ 301625 w 338138"/>
                  <a:gd name="connsiteY75" fmla="*/ 154573 h 336550"/>
                  <a:gd name="connsiteX76" fmla="*/ 301625 w 338138"/>
                  <a:gd name="connsiteY76" fmla="*/ 153236 h 336550"/>
                  <a:gd name="connsiteX77" fmla="*/ 301625 w 338138"/>
                  <a:gd name="connsiteY77" fmla="*/ 151899 h 336550"/>
                  <a:gd name="connsiteX78" fmla="*/ 301625 w 338138"/>
                  <a:gd name="connsiteY78" fmla="*/ 150812 h 336550"/>
                  <a:gd name="connsiteX79" fmla="*/ 301626 w 338138"/>
                  <a:gd name="connsiteY79" fmla="*/ 150813 h 336550"/>
                  <a:gd name="connsiteX80" fmla="*/ 301626 w 338138"/>
                  <a:gd name="connsiteY80" fmla="*/ 149226 h 336550"/>
                  <a:gd name="connsiteX81" fmla="*/ 298450 w 338138"/>
                  <a:gd name="connsiteY81" fmla="*/ 147637 h 336550"/>
                  <a:gd name="connsiteX82" fmla="*/ 298450 w 338138"/>
                  <a:gd name="connsiteY82" fmla="*/ 148907 h 336550"/>
                  <a:gd name="connsiteX83" fmla="*/ 298450 w 338138"/>
                  <a:gd name="connsiteY83" fmla="*/ 150177 h 336550"/>
                  <a:gd name="connsiteX84" fmla="*/ 297180 w 338138"/>
                  <a:gd name="connsiteY84" fmla="*/ 150177 h 336550"/>
                  <a:gd name="connsiteX85" fmla="*/ 295910 w 338138"/>
                  <a:gd name="connsiteY85" fmla="*/ 150177 h 336550"/>
                  <a:gd name="connsiteX86" fmla="*/ 294640 w 338138"/>
                  <a:gd name="connsiteY86" fmla="*/ 150177 h 336550"/>
                  <a:gd name="connsiteX87" fmla="*/ 294640 w 338138"/>
                  <a:gd name="connsiteY87" fmla="*/ 152717 h 336550"/>
                  <a:gd name="connsiteX88" fmla="*/ 294640 w 338138"/>
                  <a:gd name="connsiteY88" fmla="*/ 153987 h 336550"/>
                  <a:gd name="connsiteX89" fmla="*/ 295910 w 338138"/>
                  <a:gd name="connsiteY89" fmla="*/ 155257 h 336550"/>
                  <a:gd name="connsiteX90" fmla="*/ 295910 w 338138"/>
                  <a:gd name="connsiteY90" fmla="*/ 153987 h 336550"/>
                  <a:gd name="connsiteX91" fmla="*/ 297180 w 338138"/>
                  <a:gd name="connsiteY91" fmla="*/ 152717 h 336550"/>
                  <a:gd name="connsiteX92" fmla="*/ 297180 w 338138"/>
                  <a:gd name="connsiteY92" fmla="*/ 153987 h 336550"/>
                  <a:gd name="connsiteX93" fmla="*/ 295910 w 338138"/>
                  <a:gd name="connsiteY93" fmla="*/ 156527 h 336550"/>
                  <a:gd name="connsiteX94" fmla="*/ 295910 w 338138"/>
                  <a:gd name="connsiteY94" fmla="*/ 157797 h 336550"/>
                  <a:gd name="connsiteX95" fmla="*/ 297180 w 338138"/>
                  <a:gd name="connsiteY95" fmla="*/ 160337 h 336550"/>
                  <a:gd name="connsiteX96" fmla="*/ 297180 w 338138"/>
                  <a:gd name="connsiteY96" fmla="*/ 162877 h 336550"/>
                  <a:gd name="connsiteX97" fmla="*/ 295910 w 338138"/>
                  <a:gd name="connsiteY97" fmla="*/ 164147 h 336550"/>
                  <a:gd name="connsiteX98" fmla="*/ 294640 w 338138"/>
                  <a:gd name="connsiteY98" fmla="*/ 162877 h 336550"/>
                  <a:gd name="connsiteX99" fmla="*/ 294640 w 338138"/>
                  <a:gd name="connsiteY99" fmla="*/ 165417 h 336550"/>
                  <a:gd name="connsiteX100" fmla="*/ 293370 w 338138"/>
                  <a:gd name="connsiteY100" fmla="*/ 166687 h 336550"/>
                  <a:gd name="connsiteX101" fmla="*/ 293370 w 338138"/>
                  <a:gd name="connsiteY101" fmla="*/ 165417 h 336550"/>
                  <a:gd name="connsiteX102" fmla="*/ 293370 w 338138"/>
                  <a:gd name="connsiteY102" fmla="*/ 162877 h 336550"/>
                  <a:gd name="connsiteX103" fmla="*/ 293370 w 338138"/>
                  <a:gd name="connsiteY103" fmla="*/ 161607 h 336550"/>
                  <a:gd name="connsiteX104" fmla="*/ 292100 w 338138"/>
                  <a:gd name="connsiteY104" fmla="*/ 159067 h 336550"/>
                  <a:gd name="connsiteX105" fmla="*/ 293370 w 338138"/>
                  <a:gd name="connsiteY105" fmla="*/ 157797 h 336550"/>
                  <a:gd name="connsiteX106" fmla="*/ 293370 w 338138"/>
                  <a:gd name="connsiteY106" fmla="*/ 155257 h 336550"/>
                  <a:gd name="connsiteX107" fmla="*/ 293370 w 338138"/>
                  <a:gd name="connsiteY107" fmla="*/ 153987 h 336550"/>
                  <a:gd name="connsiteX108" fmla="*/ 293370 w 338138"/>
                  <a:gd name="connsiteY108" fmla="*/ 151447 h 336550"/>
                  <a:gd name="connsiteX109" fmla="*/ 293370 w 338138"/>
                  <a:gd name="connsiteY109" fmla="*/ 148907 h 336550"/>
                  <a:gd name="connsiteX110" fmla="*/ 294640 w 338138"/>
                  <a:gd name="connsiteY110" fmla="*/ 148907 h 336550"/>
                  <a:gd name="connsiteX111" fmla="*/ 298450 w 338138"/>
                  <a:gd name="connsiteY111" fmla="*/ 147637 h 336550"/>
                  <a:gd name="connsiteX112" fmla="*/ 300038 w 338138"/>
                  <a:gd name="connsiteY112" fmla="*/ 139700 h 336550"/>
                  <a:gd name="connsiteX113" fmla="*/ 301626 w 338138"/>
                  <a:gd name="connsiteY113" fmla="*/ 139700 h 336550"/>
                  <a:gd name="connsiteX114" fmla="*/ 301626 w 338138"/>
                  <a:gd name="connsiteY114" fmla="*/ 141288 h 336550"/>
                  <a:gd name="connsiteX115" fmla="*/ 301626 w 338138"/>
                  <a:gd name="connsiteY115" fmla="*/ 142875 h 336550"/>
                  <a:gd name="connsiteX116" fmla="*/ 301626 w 338138"/>
                  <a:gd name="connsiteY116" fmla="*/ 146051 h 336550"/>
                  <a:gd name="connsiteX117" fmla="*/ 301626 w 338138"/>
                  <a:gd name="connsiteY117" fmla="*/ 147638 h 336550"/>
                  <a:gd name="connsiteX118" fmla="*/ 301626 w 338138"/>
                  <a:gd name="connsiteY118" fmla="*/ 149225 h 336550"/>
                  <a:gd name="connsiteX119" fmla="*/ 301625 w 338138"/>
                  <a:gd name="connsiteY119" fmla="*/ 149225 h 336550"/>
                  <a:gd name="connsiteX120" fmla="*/ 301625 w 338138"/>
                  <a:gd name="connsiteY120" fmla="*/ 150562 h 336550"/>
                  <a:gd name="connsiteX121" fmla="*/ 301625 w 338138"/>
                  <a:gd name="connsiteY121" fmla="*/ 150812 h 336550"/>
                  <a:gd name="connsiteX122" fmla="*/ 300038 w 338138"/>
                  <a:gd name="connsiteY122" fmla="*/ 149226 h 336550"/>
                  <a:gd name="connsiteX123" fmla="*/ 300038 w 338138"/>
                  <a:gd name="connsiteY123" fmla="*/ 147638 h 336550"/>
                  <a:gd name="connsiteX124" fmla="*/ 300038 w 338138"/>
                  <a:gd name="connsiteY124" fmla="*/ 144463 h 336550"/>
                  <a:gd name="connsiteX125" fmla="*/ 300038 w 338138"/>
                  <a:gd name="connsiteY125" fmla="*/ 141288 h 336550"/>
                  <a:gd name="connsiteX126" fmla="*/ 287338 w 338138"/>
                  <a:gd name="connsiteY126" fmla="*/ 131762 h 336550"/>
                  <a:gd name="connsiteX127" fmla="*/ 292101 w 338138"/>
                  <a:gd name="connsiteY127" fmla="*/ 134484 h 336550"/>
                  <a:gd name="connsiteX128" fmla="*/ 292101 w 338138"/>
                  <a:gd name="connsiteY128" fmla="*/ 135844 h 336550"/>
                  <a:gd name="connsiteX129" fmla="*/ 290513 w 338138"/>
                  <a:gd name="connsiteY129" fmla="*/ 138566 h 336550"/>
                  <a:gd name="connsiteX130" fmla="*/ 290513 w 338138"/>
                  <a:gd name="connsiteY130" fmla="*/ 139927 h 336550"/>
                  <a:gd name="connsiteX131" fmla="*/ 290513 w 338138"/>
                  <a:gd name="connsiteY131" fmla="*/ 142648 h 336550"/>
                  <a:gd name="connsiteX132" fmla="*/ 292101 w 338138"/>
                  <a:gd name="connsiteY132" fmla="*/ 144009 h 336550"/>
                  <a:gd name="connsiteX133" fmla="*/ 293688 w 338138"/>
                  <a:gd name="connsiteY133" fmla="*/ 145369 h 336550"/>
                  <a:gd name="connsiteX134" fmla="*/ 292101 w 338138"/>
                  <a:gd name="connsiteY134" fmla="*/ 146730 h 336550"/>
                  <a:gd name="connsiteX135" fmla="*/ 292101 w 338138"/>
                  <a:gd name="connsiteY135" fmla="*/ 148091 h 336550"/>
                  <a:gd name="connsiteX136" fmla="*/ 290513 w 338138"/>
                  <a:gd name="connsiteY136" fmla="*/ 150812 h 336550"/>
                  <a:gd name="connsiteX137" fmla="*/ 290513 w 338138"/>
                  <a:gd name="connsiteY137" fmla="*/ 152173 h 336550"/>
                  <a:gd name="connsiteX138" fmla="*/ 290513 w 338138"/>
                  <a:gd name="connsiteY138" fmla="*/ 153534 h 336550"/>
                  <a:gd name="connsiteX139" fmla="*/ 290513 w 338138"/>
                  <a:gd name="connsiteY139" fmla="*/ 154894 h 336550"/>
                  <a:gd name="connsiteX140" fmla="*/ 290513 w 338138"/>
                  <a:gd name="connsiteY140" fmla="*/ 157616 h 336550"/>
                  <a:gd name="connsiteX141" fmla="*/ 288925 w 338138"/>
                  <a:gd name="connsiteY141" fmla="*/ 160337 h 336550"/>
                  <a:gd name="connsiteX142" fmla="*/ 287338 w 338138"/>
                  <a:gd name="connsiteY142" fmla="*/ 160337 h 336550"/>
                  <a:gd name="connsiteX143" fmla="*/ 285750 w 338138"/>
                  <a:gd name="connsiteY143" fmla="*/ 137205 h 336550"/>
                  <a:gd name="connsiteX144" fmla="*/ 285750 w 338138"/>
                  <a:gd name="connsiteY144" fmla="*/ 135844 h 336550"/>
                  <a:gd name="connsiteX145" fmla="*/ 285750 w 338138"/>
                  <a:gd name="connsiteY145" fmla="*/ 133123 h 336550"/>
                  <a:gd name="connsiteX146" fmla="*/ 287338 w 338138"/>
                  <a:gd name="connsiteY146" fmla="*/ 131762 h 336550"/>
                  <a:gd name="connsiteX147" fmla="*/ 296863 w 338138"/>
                  <a:gd name="connsiteY147" fmla="*/ 123825 h 336550"/>
                  <a:gd name="connsiteX148" fmla="*/ 298451 w 338138"/>
                  <a:gd name="connsiteY148" fmla="*/ 127000 h 336550"/>
                  <a:gd name="connsiteX149" fmla="*/ 300038 w 338138"/>
                  <a:gd name="connsiteY149" fmla="*/ 130175 h 336550"/>
                  <a:gd name="connsiteX150" fmla="*/ 298451 w 338138"/>
                  <a:gd name="connsiteY150" fmla="*/ 130175 h 336550"/>
                  <a:gd name="connsiteX151" fmla="*/ 298451 w 338138"/>
                  <a:gd name="connsiteY151" fmla="*/ 133350 h 336550"/>
                  <a:gd name="connsiteX152" fmla="*/ 296863 w 338138"/>
                  <a:gd name="connsiteY152" fmla="*/ 131763 h 336550"/>
                  <a:gd name="connsiteX153" fmla="*/ 296863 w 338138"/>
                  <a:gd name="connsiteY153" fmla="*/ 130175 h 336550"/>
                  <a:gd name="connsiteX154" fmla="*/ 295276 w 338138"/>
                  <a:gd name="connsiteY154" fmla="*/ 128588 h 336550"/>
                  <a:gd name="connsiteX155" fmla="*/ 293688 w 338138"/>
                  <a:gd name="connsiteY155" fmla="*/ 130175 h 336550"/>
                  <a:gd name="connsiteX156" fmla="*/ 293688 w 338138"/>
                  <a:gd name="connsiteY156" fmla="*/ 128588 h 336550"/>
                  <a:gd name="connsiteX157" fmla="*/ 293688 w 338138"/>
                  <a:gd name="connsiteY157" fmla="*/ 125413 h 336550"/>
                  <a:gd name="connsiteX158" fmla="*/ 296863 w 338138"/>
                  <a:gd name="connsiteY158" fmla="*/ 125413 h 336550"/>
                  <a:gd name="connsiteX159" fmla="*/ 292100 w 338138"/>
                  <a:gd name="connsiteY159" fmla="*/ 117475 h 336550"/>
                  <a:gd name="connsiteX160" fmla="*/ 293688 w 338138"/>
                  <a:gd name="connsiteY160" fmla="*/ 117475 h 336550"/>
                  <a:gd name="connsiteX161" fmla="*/ 293688 w 338138"/>
                  <a:gd name="connsiteY161" fmla="*/ 119063 h 336550"/>
                  <a:gd name="connsiteX162" fmla="*/ 293688 w 338138"/>
                  <a:gd name="connsiteY162" fmla="*/ 120650 h 336550"/>
                  <a:gd name="connsiteX163" fmla="*/ 285750 w 338138"/>
                  <a:gd name="connsiteY163" fmla="*/ 101600 h 336550"/>
                  <a:gd name="connsiteX164" fmla="*/ 287338 w 338138"/>
                  <a:gd name="connsiteY164" fmla="*/ 101600 h 336550"/>
                  <a:gd name="connsiteX165" fmla="*/ 287338 w 338138"/>
                  <a:gd name="connsiteY165" fmla="*/ 104775 h 336550"/>
                  <a:gd name="connsiteX166" fmla="*/ 288925 w 338138"/>
                  <a:gd name="connsiteY166" fmla="*/ 107950 h 336550"/>
                  <a:gd name="connsiteX167" fmla="*/ 290513 w 338138"/>
                  <a:gd name="connsiteY167" fmla="*/ 109538 h 336550"/>
                  <a:gd name="connsiteX168" fmla="*/ 292101 w 338138"/>
                  <a:gd name="connsiteY168" fmla="*/ 111125 h 336550"/>
                  <a:gd name="connsiteX169" fmla="*/ 293688 w 338138"/>
                  <a:gd name="connsiteY169" fmla="*/ 111125 h 336550"/>
                  <a:gd name="connsiteX170" fmla="*/ 293688 w 338138"/>
                  <a:gd name="connsiteY170" fmla="*/ 114300 h 336550"/>
                  <a:gd name="connsiteX171" fmla="*/ 293688 w 338138"/>
                  <a:gd name="connsiteY171" fmla="*/ 115887 h 336550"/>
                  <a:gd name="connsiteX172" fmla="*/ 295276 w 338138"/>
                  <a:gd name="connsiteY172" fmla="*/ 117475 h 336550"/>
                  <a:gd name="connsiteX173" fmla="*/ 295276 w 338138"/>
                  <a:gd name="connsiteY173" fmla="*/ 119062 h 336550"/>
                  <a:gd name="connsiteX174" fmla="*/ 295276 w 338138"/>
                  <a:gd name="connsiteY174" fmla="*/ 120650 h 336550"/>
                  <a:gd name="connsiteX175" fmla="*/ 295276 w 338138"/>
                  <a:gd name="connsiteY175" fmla="*/ 122237 h 336550"/>
                  <a:gd name="connsiteX176" fmla="*/ 293688 w 338138"/>
                  <a:gd name="connsiteY176" fmla="*/ 117475 h 336550"/>
                  <a:gd name="connsiteX177" fmla="*/ 293688 w 338138"/>
                  <a:gd name="connsiteY177" fmla="*/ 115888 h 336550"/>
                  <a:gd name="connsiteX178" fmla="*/ 292101 w 338138"/>
                  <a:gd name="connsiteY178" fmla="*/ 114300 h 336550"/>
                  <a:gd name="connsiteX179" fmla="*/ 290513 w 338138"/>
                  <a:gd name="connsiteY179" fmla="*/ 114300 h 336550"/>
                  <a:gd name="connsiteX180" fmla="*/ 290513 w 338138"/>
                  <a:gd name="connsiteY180" fmla="*/ 115888 h 336550"/>
                  <a:gd name="connsiteX181" fmla="*/ 290513 w 338138"/>
                  <a:gd name="connsiteY181" fmla="*/ 117475 h 336550"/>
                  <a:gd name="connsiteX182" fmla="*/ 288925 w 338138"/>
                  <a:gd name="connsiteY182" fmla="*/ 117475 h 336550"/>
                  <a:gd name="connsiteX183" fmla="*/ 288925 w 338138"/>
                  <a:gd name="connsiteY183" fmla="*/ 115888 h 336550"/>
                  <a:gd name="connsiteX184" fmla="*/ 288925 w 338138"/>
                  <a:gd name="connsiteY184" fmla="*/ 112713 h 336550"/>
                  <a:gd name="connsiteX185" fmla="*/ 287338 w 338138"/>
                  <a:gd name="connsiteY185" fmla="*/ 109538 h 336550"/>
                  <a:gd name="connsiteX186" fmla="*/ 285750 w 338138"/>
                  <a:gd name="connsiteY186" fmla="*/ 107950 h 336550"/>
                  <a:gd name="connsiteX187" fmla="*/ 285750 w 338138"/>
                  <a:gd name="connsiteY187" fmla="*/ 106363 h 336550"/>
                  <a:gd name="connsiteX188" fmla="*/ 285750 w 338138"/>
                  <a:gd name="connsiteY188" fmla="*/ 103188 h 336550"/>
                  <a:gd name="connsiteX189" fmla="*/ 203200 w 338138"/>
                  <a:gd name="connsiteY189" fmla="*/ 85725 h 336550"/>
                  <a:gd name="connsiteX190" fmla="*/ 207963 w 338138"/>
                  <a:gd name="connsiteY190" fmla="*/ 85725 h 336550"/>
                  <a:gd name="connsiteX191" fmla="*/ 204391 w 338138"/>
                  <a:gd name="connsiteY191" fmla="*/ 87842 h 336550"/>
                  <a:gd name="connsiteX192" fmla="*/ 203200 w 338138"/>
                  <a:gd name="connsiteY192" fmla="*/ 87842 h 336550"/>
                  <a:gd name="connsiteX193" fmla="*/ 203200 w 338138"/>
                  <a:gd name="connsiteY193" fmla="*/ 85725 h 336550"/>
                  <a:gd name="connsiteX194" fmla="*/ 188913 w 338138"/>
                  <a:gd name="connsiteY194" fmla="*/ 83476 h 336550"/>
                  <a:gd name="connsiteX195" fmla="*/ 192088 w 338138"/>
                  <a:gd name="connsiteY195" fmla="*/ 84667 h 336550"/>
                  <a:gd name="connsiteX196" fmla="*/ 190501 w 338138"/>
                  <a:gd name="connsiteY196" fmla="*/ 85725 h 336550"/>
                  <a:gd name="connsiteX197" fmla="*/ 185738 w 338138"/>
                  <a:gd name="connsiteY197" fmla="*/ 84667 h 336550"/>
                  <a:gd name="connsiteX198" fmla="*/ 188913 w 338138"/>
                  <a:gd name="connsiteY198" fmla="*/ 83476 h 336550"/>
                  <a:gd name="connsiteX199" fmla="*/ 161925 w 338138"/>
                  <a:gd name="connsiteY199" fmla="*/ 77787 h 336550"/>
                  <a:gd name="connsiteX200" fmla="*/ 163248 w 338138"/>
                  <a:gd name="connsiteY200" fmla="*/ 77787 h 336550"/>
                  <a:gd name="connsiteX201" fmla="*/ 168540 w 338138"/>
                  <a:gd name="connsiteY201" fmla="*/ 82550 h 336550"/>
                  <a:gd name="connsiteX202" fmla="*/ 167217 w 338138"/>
                  <a:gd name="connsiteY202" fmla="*/ 82550 h 336550"/>
                  <a:gd name="connsiteX203" fmla="*/ 167217 w 338138"/>
                  <a:gd name="connsiteY203" fmla="*/ 81359 h 336550"/>
                  <a:gd name="connsiteX204" fmla="*/ 161925 w 338138"/>
                  <a:gd name="connsiteY204" fmla="*/ 78978 h 336550"/>
                  <a:gd name="connsiteX205" fmla="*/ 161925 w 338138"/>
                  <a:gd name="connsiteY205" fmla="*/ 77787 h 336550"/>
                  <a:gd name="connsiteX206" fmla="*/ 158751 w 338138"/>
                  <a:gd name="connsiteY206" fmla="*/ 73554 h 336550"/>
                  <a:gd name="connsiteX207" fmla="*/ 155575 w 338138"/>
                  <a:gd name="connsiteY207" fmla="*/ 77787 h 336550"/>
                  <a:gd name="connsiteX208" fmla="*/ 153988 w 338138"/>
                  <a:gd name="connsiteY208" fmla="*/ 76729 h 336550"/>
                  <a:gd name="connsiteX209" fmla="*/ 158751 w 338138"/>
                  <a:gd name="connsiteY209" fmla="*/ 73554 h 336550"/>
                  <a:gd name="connsiteX210" fmla="*/ 140098 w 338138"/>
                  <a:gd name="connsiteY210" fmla="*/ 48759 h 336550"/>
                  <a:gd name="connsiteX211" fmla="*/ 142876 w 338138"/>
                  <a:gd name="connsiteY211" fmla="*/ 48759 h 336550"/>
                  <a:gd name="connsiteX212" fmla="*/ 131763 w 338138"/>
                  <a:gd name="connsiteY212" fmla="*/ 55563 h 336550"/>
                  <a:gd name="connsiteX213" fmla="*/ 140098 w 338138"/>
                  <a:gd name="connsiteY213" fmla="*/ 48759 h 336550"/>
                  <a:gd name="connsiteX214" fmla="*/ 148273 w 338138"/>
                  <a:gd name="connsiteY214" fmla="*/ 42598 h 336550"/>
                  <a:gd name="connsiteX215" fmla="*/ 150813 w 338138"/>
                  <a:gd name="connsiteY215" fmla="*/ 42598 h 336550"/>
                  <a:gd name="connsiteX216" fmla="*/ 149543 w 338138"/>
                  <a:gd name="connsiteY216" fmla="*/ 43921 h 336550"/>
                  <a:gd name="connsiteX217" fmla="*/ 148273 w 338138"/>
                  <a:gd name="connsiteY217" fmla="*/ 51859 h 336550"/>
                  <a:gd name="connsiteX218" fmla="*/ 150813 w 338138"/>
                  <a:gd name="connsiteY218" fmla="*/ 50536 h 336550"/>
                  <a:gd name="connsiteX219" fmla="*/ 148273 w 338138"/>
                  <a:gd name="connsiteY219" fmla="*/ 53181 h 336550"/>
                  <a:gd name="connsiteX220" fmla="*/ 149543 w 338138"/>
                  <a:gd name="connsiteY220" fmla="*/ 54504 h 336550"/>
                  <a:gd name="connsiteX221" fmla="*/ 141923 w 338138"/>
                  <a:gd name="connsiteY221" fmla="*/ 55827 h 336550"/>
                  <a:gd name="connsiteX222" fmla="*/ 138113 w 338138"/>
                  <a:gd name="connsiteY222" fmla="*/ 57150 h 336550"/>
                  <a:gd name="connsiteX223" fmla="*/ 140653 w 338138"/>
                  <a:gd name="connsiteY223" fmla="*/ 55827 h 336550"/>
                  <a:gd name="connsiteX224" fmla="*/ 141923 w 338138"/>
                  <a:gd name="connsiteY224" fmla="*/ 53181 h 336550"/>
                  <a:gd name="connsiteX225" fmla="*/ 139383 w 338138"/>
                  <a:gd name="connsiteY225" fmla="*/ 53181 h 336550"/>
                  <a:gd name="connsiteX226" fmla="*/ 141923 w 338138"/>
                  <a:gd name="connsiteY226" fmla="*/ 51859 h 336550"/>
                  <a:gd name="connsiteX227" fmla="*/ 145733 w 338138"/>
                  <a:gd name="connsiteY227" fmla="*/ 49213 h 336550"/>
                  <a:gd name="connsiteX228" fmla="*/ 144463 w 338138"/>
                  <a:gd name="connsiteY228" fmla="*/ 47890 h 336550"/>
                  <a:gd name="connsiteX229" fmla="*/ 144463 w 338138"/>
                  <a:gd name="connsiteY229" fmla="*/ 45244 h 336550"/>
                  <a:gd name="connsiteX230" fmla="*/ 143193 w 338138"/>
                  <a:gd name="connsiteY230" fmla="*/ 45244 h 336550"/>
                  <a:gd name="connsiteX231" fmla="*/ 169336 w 338138"/>
                  <a:gd name="connsiteY231" fmla="*/ 30162 h 336550"/>
                  <a:gd name="connsiteX232" fmla="*/ 33338 w 338138"/>
                  <a:gd name="connsiteY232" fmla="*/ 136706 h 336550"/>
                  <a:gd name="connsiteX233" fmla="*/ 33338 w 338138"/>
                  <a:gd name="connsiteY233" fmla="*/ 138022 h 336550"/>
                  <a:gd name="connsiteX234" fmla="*/ 33338 w 338138"/>
                  <a:gd name="connsiteY234" fmla="*/ 139337 h 336550"/>
                  <a:gd name="connsiteX235" fmla="*/ 33338 w 338138"/>
                  <a:gd name="connsiteY235" fmla="*/ 140652 h 336550"/>
                  <a:gd name="connsiteX236" fmla="*/ 34658 w 338138"/>
                  <a:gd name="connsiteY236" fmla="*/ 139337 h 336550"/>
                  <a:gd name="connsiteX237" fmla="*/ 35979 w 338138"/>
                  <a:gd name="connsiteY237" fmla="*/ 139337 h 336550"/>
                  <a:gd name="connsiteX238" fmla="*/ 35979 w 338138"/>
                  <a:gd name="connsiteY238" fmla="*/ 140652 h 336550"/>
                  <a:gd name="connsiteX239" fmla="*/ 43901 w 338138"/>
                  <a:gd name="connsiteY239" fmla="*/ 153806 h 336550"/>
                  <a:gd name="connsiteX240" fmla="*/ 45221 w 338138"/>
                  <a:gd name="connsiteY240" fmla="*/ 169590 h 336550"/>
                  <a:gd name="connsiteX241" fmla="*/ 49182 w 338138"/>
                  <a:gd name="connsiteY241" fmla="*/ 166959 h 336550"/>
                  <a:gd name="connsiteX242" fmla="*/ 50503 w 338138"/>
                  <a:gd name="connsiteY242" fmla="*/ 170905 h 336550"/>
                  <a:gd name="connsiteX243" fmla="*/ 50503 w 338138"/>
                  <a:gd name="connsiteY243" fmla="*/ 168275 h 336550"/>
                  <a:gd name="connsiteX244" fmla="*/ 55784 w 338138"/>
                  <a:gd name="connsiteY244" fmla="*/ 174852 h 336550"/>
                  <a:gd name="connsiteX245" fmla="*/ 57105 w 338138"/>
                  <a:gd name="connsiteY245" fmla="*/ 174852 h 336550"/>
                  <a:gd name="connsiteX246" fmla="*/ 57105 w 338138"/>
                  <a:gd name="connsiteY246" fmla="*/ 173536 h 336550"/>
                  <a:gd name="connsiteX247" fmla="*/ 59745 w 338138"/>
                  <a:gd name="connsiteY247" fmla="*/ 173536 h 336550"/>
                  <a:gd name="connsiteX248" fmla="*/ 61066 w 338138"/>
                  <a:gd name="connsiteY248" fmla="*/ 173536 h 336550"/>
                  <a:gd name="connsiteX249" fmla="*/ 62386 w 338138"/>
                  <a:gd name="connsiteY249" fmla="*/ 173536 h 336550"/>
                  <a:gd name="connsiteX250" fmla="*/ 63706 w 338138"/>
                  <a:gd name="connsiteY250" fmla="*/ 173536 h 336550"/>
                  <a:gd name="connsiteX251" fmla="*/ 65027 w 338138"/>
                  <a:gd name="connsiteY251" fmla="*/ 173536 h 336550"/>
                  <a:gd name="connsiteX252" fmla="*/ 65027 w 338138"/>
                  <a:gd name="connsiteY252" fmla="*/ 174852 h 336550"/>
                  <a:gd name="connsiteX253" fmla="*/ 68988 w 338138"/>
                  <a:gd name="connsiteY253" fmla="*/ 177482 h 336550"/>
                  <a:gd name="connsiteX254" fmla="*/ 72949 w 338138"/>
                  <a:gd name="connsiteY254" fmla="*/ 180113 h 336550"/>
                  <a:gd name="connsiteX255" fmla="*/ 74269 w 338138"/>
                  <a:gd name="connsiteY255" fmla="*/ 182744 h 336550"/>
                  <a:gd name="connsiteX256" fmla="*/ 74269 w 338138"/>
                  <a:gd name="connsiteY256" fmla="*/ 185374 h 336550"/>
                  <a:gd name="connsiteX257" fmla="*/ 74269 w 338138"/>
                  <a:gd name="connsiteY257" fmla="*/ 189320 h 336550"/>
                  <a:gd name="connsiteX258" fmla="*/ 71629 w 338138"/>
                  <a:gd name="connsiteY258" fmla="*/ 194582 h 336550"/>
                  <a:gd name="connsiteX259" fmla="*/ 71629 w 338138"/>
                  <a:gd name="connsiteY259" fmla="*/ 195897 h 336550"/>
                  <a:gd name="connsiteX260" fmla="*/ 63706 w 338138"/>
                  <a:gd name="connsiteY260" fmla="*/ 219574 h 336550"/>
                  <a:gd name="connsiteX261" fmla="*/ 66347 w 338138"/>
                  <a:gd name="connsiteY261" fmla="*/ 236673 h 336550"/>
                  <a:gd name="connsiteX262" fmla="*/ 66347 w 338138"/>
                  <a:gd name="connsiteY262" fmla="*/ 239304 h 336550"/>
                  <a:gd name="connsiteX263" fmla="*/ 65027 w 338138"/>
                  <a:gd name="connsiteY263" fmla="*/ 245881 h 336550"/>
                  <a:gd name="connsiteX264" fmla="*/ 62386 w 338138"/>
                  <a:gd name="connsiteY264" fmla="*/ 244565 h 336550"/>
                  <a:gd name="connsiteX265" fmla="*/ 65027 w 338138"/>
                  <a:gd name="connsiteY265" fmla="*/ 253773 h 336550"/>
                  <a:gd name="connsiteX266" fmla="*/ 62386 w 338138"/>
                  <a:gd name="connsiteY266" fmla="*/ 255088 h 336550"/>
                  <a:gd name="connsiteX267" fmla="*/ 63706 w 338138"/>
                  <a:gd name="connsiteY267" fmla="*/ 257719 h 336550"/>
                  <a:gd name="connsiteX268" fmla="*/ 66347 w 338138"/>
                  <a:gd name="connsiteY268" fmla="*/ 260350 h 336550"/>
                  <a:gd name="connsiteX269" fmla="*/ 66347 w 338138"/>
                  <a:gd name="connsiteY269" fmla="*/ 261665 h 336550"/>
                  <a:gd name="connsiteX270" fmla="*/ 67668 w 338138"/>
                  <a:gd name="connsiteY270" fmla="*/ 261665 h 336550"/>
                  <a:gd name="connsiteX271" fmla="*/ 87473 w 338138"/>
                  <a:gd name="connsiteY271" fmla="*/ 280080 h 336550"/>
                  <a:gd name="connsiteX272" fmla="*/ 88794 w 338138"/>
                  <a:gd name="connsiteY272" fmla="*/ 280080 h 336550"/>
                  <a:gd name="connsiteX273" fmla="*/ 88794 w 338138"/>
                  <a:gd name="connsiteY273" fmla="*/ 281395 h 336550"/>
                  <a:gd name="connsiteX274" fmla="*/ 90114 w 338138"/>
                  <a:gd name="connsiteY274" fmla="*/ 281395 h 336550"/>
                  <a:gd name="connsiteX275" fmla="*/ 169336 w 338138"/>
                  <a:gd name="connsiteY275" fmla="*/ 306387 h 336550"/>
                  <a:gd name="connsiteX276" fmla="*/ 307976 w 338138"/>
                  <a:gd name="connsiteY276" fmla="*/ 168275 h 336550"/>
                  <a:gd name="connsiteX277" fmla="*/ 306128 w 338138"/>
                  <a:gd name="connsiteY277" fmla="*/ 156215 h 336550"/>
                  <a:gd name="connsiteX278" fmla="*/ 306388 w 338138"/>
                  <a:gd name="connsiteY278" fmla="*/ 154573 h 336550"/>
                  <a:gd name="connsiteX279" fmla="*/ 306388 w 338138"/>
                  <a:gd name="connsiteY279" fmla="*/ 151899 h 336550"/>
                  <a:gd name="connsiteX280" fmla="*/ 305656 w 338138"/>
                  <a:gd name="connsiteY280" fmla="*/ 153133 h 336550"/>
                  <a:gd name="connsiteX281" fmla="*/ 301374 w 338138"/>
                  <a:gd name="connsiteY281" fmla="*/ 125197 h 336550"/>
                  <a:gd name="connsiteX282" fmla="*/ 282889 w 338138"/>
                  <a:gd name="connsiteY282" fmla="*/ 88038 h 336550"/>
                  <a:gd name="connsiteX283" fmla="*/ 282889 w 338138"/>
                  <a:gd name="connsiteY283" fmla="*/ 109084 h 336550"/>
                  <a:gd name="connsiteX284" fmla="*/ 281569 w 338138"/>
                  <a:gd name="connsiteY284" fmla="*/ 113030 h 336550"/>
                  <a:gd name="connsiteX285" fmla="*/ 278928 w 338138"/>
                  <a:gd name="connsiteY285" fmla="*/ 115660 h 336550"/>
                  <a:gd name="connsiteX286" fmla="*/ 278928 w 338138"/>
                  <a:gd name="connsiteY286" fmla="*/ 113030 h 336550"/>
                  <a:gd name="connsiteX287" fmla="*/ 277608 w 338138"/>
                  <a:gd name="connsiteY287" fmla="*/ 109084 h 336550"/>
                  <a:gd name="connsiteX288" fmla="*/ 274967 w 338138"/>
                  <a:gd name="connsiteY288" fmla="*/ 106453 h 336550"/>
                  <a:gd name="connsiteX289" fmla="*/ 253841 w 338138"/>
                  <a:gd name="connsiteY289" fmla="*/ 101192 h 336550"/>
                  <a:gd name="connsiteX290" fmla="*/ 249880 w 338138"/>
                  <a:gd name="connsiteY290" fmla="*/ 99876 h 336550"/>
                  <a:gd name="connsiteX291" fmla="*/ 240637 w 338138"/>
                  <a:gd name="connsiteY291" fmla="*/ 97245 h 336550"/>
                  <a:gd name="connsiteX292" fmla="*/ 245919 w 338138"/>
                  <a:gd name="connsiteY292" fmla="*/ 106453 h 336550"/>
                  <a:gd name="connsiteX293" fmla="*/ 247239 w 338138"/>
                  <a:gd name="connsiteY293" fmla="*/ 103822 h 336550"/>
                  <a:gd name="connsiteX294" fmla="*/ 248559 w 338138"/>
                  <a:gd name="connsiteY294" fmla="*/ 106453 h 336550"/>
                  <a:gd name="connsiteX295" fmla="*/ 256482 w 338138"/>
                  <a:gd name="connsiteY295" fmla="*/ 105138 h 336550"/>
                  <a:gd name="connsiteX296" fmla="*/ 268365 w 338138"/>
                  <a:gd name="connsiteY296" fmla="*/ 124868 h 336550"/>
                  <a:gd name="connsiteX297" fmla="*/ 259122 w 338138"/>
                  <a:gd name="connsiteY297" fmla="*/ 132760 h 336550"/>
                  <a:gd name="connsiteX298" fmla="*/ 236676 w 338138"/>
                  <a:gd name="connsiteY298" fmla="*/ 128814 h 336550"/>
                  <a:gd name="connsiteX299" fmla="*/ 235356 w 338138"/>
                  <a:gd name="connsiteY299" fmla="*/ 126183 h 336550"/>
                  <a:gd name="connsiteX300" fmla="*/ 234035 w 338138"/>
                  <a:gd name="connsiteY300" fmla="*/ 123553 h 336550"/>
                  <a:gd name="connsiteX301" fmla="*/ 223472 w 338138"/>
                  <a:gd name="connsiteY301" fmla="*/ 110399 h 336550"/>
                  <a:gd name="connsiteX302" fmla="*/ 220831 w 338138"/>
                  <a:gd name="connsiteY302" fmla="*/ 107768 h 336550"/>
                  <a:gd name="connsiteX303" fmla="*/ 218191 w 338138"/>
                  <a:gd name="connsiteY303" fmla="*/ 105138 h 336550"/>
                  <a:gd name="connsiteX304" fmla="*/ 215550 w 338138"/>
                  <a:gd name="connsiteY304" fmla="*/ 102507 h 336550"/>
                  <a:gd name="connsiteX305" fmla="*/ 210268 w 338138"/>
                  <a:gd name="connsiteY305" fmla="*/ 98561 h 336550"/>
                  <a:gd name="connsiteX306" fmla="*/ 210268 w 338138"/>
                  <a:gd name="connsiteY306" fmla="*/ 99876 h 336550"/>
                  <a:gd name="connsiteX307" fmla="*/ 212909 w 338138"/>
                  <a:gd name="connsiteY307" fmla="*/ 103822 h 336550"/>
                  <a:gd name="connsiteX308" fmla="*/ 215550 w 338138"/>
                  <a:gd name="connsiteY308" fmla="*/ 106453 h 336550"/>
                  <a:gd name="connsiteX309" fmla="*/ 216870 w 338138"/>
                  <a:gd name="connsiteY309" fmla="*/ 109084 h 336550"/>
                  <a:gd name="connsiteX310" fmla="*/ 224793 w 338138"/>
                  <a:gd name="connsiteY310" fmla="*/ 122237 h 336550"/>
                  <a:gd name="connsiteX311" fmla="*/ 231394 w 338138"/>
                  <a:gd name="connsiteY311" fmla="*/ 131445 h 336550"/>
                  <a:gd name="connsiteX312" fmla="*/ 234035 w 338138"/>
                  <a:gd name="connsiteY312" fmla="*/ 134075 h 336550"/>
                  <a:gd name="connsiteX313" fmla="*/ 236676 w 338138"/>
                  <a:gd name="connsiteY313" fmla="*/ 138022 h 336550"/>
                  <a:gd name="connsiteX314" fmla="*/ 240637 w 338138"/>
                  <a:gd name="connsiteY314" fmla="*/ 140652 h 336550"/>
                  <a:gd name="connsiteX315" fmla="*/ 244598 w 338138"/>
                  <a:gd name="connsiteY315" fmla="*/ 143283 h 336550"/>
                  <a:gd name="connsiteX316" fmla="*/ 245919 w 338138"/>
                  <a:gd name="connsiteY316" fmla="*/ 143283 h 336550"/>
                  <a:gd name="connsiteX317" fmla="*/ 248559 w 338138"/>
                  <a:gd name="connsiteY317" fmla="*/ 143283 h 336550"/>
                  <a:gd name="connsiteX318" fmla="*/ 260443 w 338138"/>
                  <a:gd name="connsiteY318" fmla="*/ 140652 h 336550"/>
                  <a:gd name="connsiteX319" fmla="*/ 259122 w 338138"/>
                  <a:gd name="connsiteY319" fmla="*/ 147229 h 336550"/>
                  <a:gd name="connsiteX320" fmla="*/ 257802 w 338138"/>
                  <a:gd name="connsiteY320" fmla="*/ 151175 h 336550"/>
                  <a:gd name="connsiteX321" fmla="*/ 255161 w 338138"/>
                  <a:gd name="connsiteY321" fmla="*/ 159067 h 336550"/>
                  <a:gd name="connsiteX322" fmla="*/ 253841 w 338138"/>
                  <a:gd name="connsiteY322" fmla="*/ 161698 h 336550"/>
                  <a:gd name="connsiteX323" fmla="*/ 232715 w 338138"/>
                  <a:gd name="connsiteY323" fmla="*/ 190636 h 336550"/>
                  <a:gd name="connsiteX324" fmla="*/ 234035 w 338138"/>
                  <a:gd name="connsiteY324" fmla="*/ 191951 h 336550"/>
                  <a:gd name="connsiteX325" fmla="*/ 228754 w 338138"/>
                  <a:gd name="connsiteY325" fmla="*/ 212997 h 336550"/>
                  <a:gd name="connsiteX326" fmla="*/ 227433 w 338138"/>
                  <a:gd name="connsiteY326" fmla="*/ 215628 h 336550"/>
                  <a:gd name="connsiteX327" fmla="*/ 218191 w 338138"/>
                  <a:gd name="connsiteY327" fmla="*/ 235358 h 336550"/>
                  <a:gd name="connsiteX328" fmla="*/ 212909 w 338138"/>
                  <a:gd name="connsiteY328" fmla="*/ 239304 h 336550"/>
                  <a:gd name="connsiteX329" fmla="*/ 211589 w 338138"/>
                  <a:gd name="connsiteY329" fmla="*/ 241935 h 336550"/>
                  <a:gd name="connsiteX330" fmla="*/ 210268 w 338138"/>
                  <a:gd name="connsiteY330" fmla="*/ 245881 h 336550"/>
                  <a:gd name="connsiteX331" fmla="*/ 207628 w 338138"/>
                  <a:gd name="connsiteY331" fmla="*/ 248512 h 336550"/>
                  <a:gd name="connsiteX332" fmla="*/ 203667 w 338138"/>
                  <a:gd name="connsiteY332" fmla="*/ 253773 h 336550"/>
                  <a:gd name="connsiteX333" fmla="*/ 191783 w 338138"/>
                  <a:gd name="connsiteY333" fmla="*/ 259034 h 336550"/>
                  <a:gd name="connsiteX334" fmla="*/ 185181 w 338138"/>
                  <a:gd name="connsiteY334" fmla="*/ 259034 h 336550"/>
                  <a:gd name="connsiteX335" fmla="*/ 183861 w 338138"/>
                  <a:gd name="connsiteY335" fmla="*/ 260350 h 336550"/>
                  <a:gd name="connsiteX336" fmla="*/ 183861 w 338138"/>
                  <a:gd name="connsiteY336" fmla="*/ 261665 h 336550"/>
                  <a:gd name="connsiteX337" fmla="*/ 181220 w 338138"/>
                  <a:gd name="connsiteY337" fmla="*/ 261665 h 336550"/>
                  <a:gd name="connsiteX338" fmla="*/ 178579 w 338138"/>
                  <a:gd name="connsiteY338" fmla="*/ 260350 h 336550"/>
                  <a:gd name="connsiteX339" fmla="*/ 177259 w 338138"/>
                  <a:gd name="connsiteY339" fmla="*/ 259034 h 336550"/>
                  <a:gd name="connsiteX340" fmla="*/ 175938 w 338138"/>
                  <a:gd name="connsiteY340" fmla="*/ 257719 h 336550"/>
                  <a:gd name="connsiteX341" fmla="*/ 175938 w 338138"/>
                  <a:gd name="connsiteY341" fmla="*/ 256404 h 336550"/>
                  <a:gd name="connsiteX342" fmla="*/ 175938 w 338138"/>
                  <a:gd name="connsiteY342" fmla="*/ 255088 h 336550"/>
                  <a:gd name="connsiteX343" fmla="*/ 175938 w 338138"/>
                  <a:gd name="connsiteY343" fmla="*/ 253773 h 336550"/>
                  <a:gd name="connsiteX344" fmla="*/ 174618 w 338138"/>
                  <a:gd name="connsiteY344" fmla="*/ 251142 h 336550"/>
                  <a:gd name="connsiteX345" fmla="*/ 173298 w 338138"/>
                  <a:gd name="connsiteY345" fmla="*/ 248512 h 336550"/>
                  <a:gd name="connsiteX346" fmla="*/ 171977 w 338138"/>
                  <a:gd name="connsiteY346" fmla="*/ 245881 h 336550"/>
                  <a:gd name="connsiteX347" fmla="*/ 170657 w 338138"/>
                  <a:gd name="connsiteY347" fmla="*/ 245881 h 336550"/>
                  <a:gd name="connsiteX348" fmla="*/ 170657 w 338138"/>
                  <a:gd name="connsiteY348" fmla="*/ 244565 h 336550"/>
                  <a:gd name="connsiteX349" fmla="*/ 169336 w 338138"/>
                  <a:gd name="connsiteY349" fmla="*/ 243250 h 336550"/>
                  <a:gd name="connsiteX350" fmla="*/ 169336 w 338138"/>
                  <a:gd name="connsiteY350" fmla="*/ 241935 h 336550"/>
                  <a:gd name="connsiteX351" fmla="*/ 160094 w 338138"/>
                  <a:gd name="connsiteY351" fmla="*/ 219574 h 336550"/>
                  <a:gd name="connsiteX352" fmla="*/ 164055 w 338138"/>
                  <a:gd name="connsiteY352" fmla="*/ 205105 h 336550"/>
                  <a:gd name="connsiteX353" fmla="*/ 165375 w 338138"/>
                  <a:gd name="connsiteY353" fmla="*/ 202474 h 336550"/>
                  <a:gd name="connsiteX354" fmla="*/ 165375 w 338138"/>
                  <a:gd name="connsiteY354" fmla="*/ 198528 h 336550"/>
                  <a:gd name="connsiteX355" fmla="*/ 164055 w 338138"/>
                  <a:gd name="connsiteY355" fmla="*/ 194582 h 336550"/>
                  <a:gd name="connsiteX356" fmla="*/ 160094 w 338138"/>
                  <a:gd name="connsiteY356" fmla="*/ 185374 h 336550"/>
                  <a:gd name="connsiteX357" fmla="*/ 157453 w 338138"/>
                  <a:gd name="connsiteY357" fmla="*/ 182744 h 336550"/>
                  <a:gd name="connsiteX358" fmla="*/ 156133 w 338138"/>
                  <a:gd name="connsiteY358" fmla="*/ 180113 h 336550"/>
                  <a:gd name="connsiteX359" fmla="*/ 152172 w 338138"/>
                  <a:gd name="connsiteY359" fmla="*/ 164329 h 336550"/>
                  <a:gd name="connsiteX360" fmla="*/ 148210 w 338138"/>
                  <a:gd name="connsiteY360" fmla="*/ 160383 h 336550"/>
                  <a:gd name="connsiteX361" fmla="*/ 144249 w 338138"/>
                  <a:gd name="connsiteY361" fmla="*/ 160383 h 336550"/>
                  <a:gd name="connsiteX362" fmla="*/ 142929 w 338138"/>
                  <a:gd name="connsiteY362" fmla="*/ 159067 h 336550"/>
                  <a:gd name="connsiteX363" fmla="*/ 141609 w 338138"/>
                  <a:gd name="connsiteY363" fmla="*/ 157752 h 336550"/>
                  <a:gd name="connsiteX364" fmla="*/ 141609 w 338138"/>
                  <a:gd name="connsiteY364" fmla="*/ 156437 h 336550"/>
                  <a:gd name="connsiteX365" fmla="*/ 136327 w 338138"/>
                  <a:gd name="connsiteY365" fmla="*/ 155121 h 336550"/>
                  <a:gd name="connsiteX366" fmla="*/ 133686 w 338138"/>
                  <a:gd name="connsiteY366" fmla="*/ 156437 h 336550"/>
                  <a:gd name="connsiteX367" fmla="*/ 131046 w 338138"/>
                  <a:gd name="connsiteY367" fmla="*/ 156437 h 336550"/>
                  <a:gd name="connsiteX368" fmla="*/ 92755 w 338138"/>
                  <a:gd name="connsiteY368" fmla="*/ 145914 h 336550"/>
                  <a:gd name="connsiteX369" fmla="*/ 91434 w 338138"/>
                  <a:gd name="connsiteY369" fmla="*/ 143283 h 336550"/>
                  <a:gd name="connsiteX370" fmla="*/ 88794 w 338138"/>
                  <a:gd name="connsiteY370" fmla="*/ 140652 h 336550"/>
                  <a:gd name="connsiteX371" fmla="*/ 88794 w 338138"/>
                  <a:gd name="connsiteY371" fmla="*/ 139337 h 336550"/>
                  <a:gd name="connsiteX372" fmla="*/ 87473 w 338138"/>
                  <a:gd name="connsiteY372" fmla="*/ 139337 h 336550"/>
                  <a:gd name="connsiteX373" fmla="*/ 88794 w 338138"/>
                  <a:gd name="connsiteY373" fmla="*/ 136706 h 336550"/>
                  <a:gd name="connsiteX374" fmla="*/ 88794 w 338138"/>
                  <a:gd name="connsiteY374" fmla="*/ 134075 h 336550"/>
                  <a:gd name="connsiteX375" fmla="*/ 88794 w 338138"/>
                  <a:gd name="connsiteY375" fmla="*/ 132760 h 336550"/>
                  <a:gd name="connsiteX376" fmla="*/ 88794 w 338138"/>
                  <a:gd name="connsiteY376" fmla="*/ 131445 h 336550"/>
                  <a:gd name="connsiteX377" fmla="*/ 101997 w 338138"/>
                  <a:gd name="connsiteY377" fmla="*/ 103822 h 336550"/>
                  <a:gd name="connsiteX378" fmla="*/ 105958 w 338138"/>
                  <a:gd name="connsiteY378" fmla="*/ 101192 h 336550"/>
                  <a:gd name="connsiteX379" fmla="*/ 113881 w 338138"/>
                  <a:gd name="connsiteY379" fmla="*/ 95930 h 336550"/>
                  <a:gd name="connsiteX380" fmla="*/ 115201 w 338138"/>
                  <a:gd name="connsiteY380" fmla="*/ 93299 h 336550"/>
                  <a:gd name="connsiteX381" fmla="*/ 125764 w 338138"/>
                  <a:gd name="connsiteY381" fmla="*/ 84092 h 336550"/>
                  <a:gd name="connsiteX382" fmla="*/ 144249 w 338138"/>
                  <a:gd name="connsiteY382" fmla="*/ 81461 h 336550"/>
                  <a:gd name="connsiteX383" fmla="*/ 148210 w 338138"/>
                  <a:gd name="connsiteY383" fmla="*/ 81461 h 336550"/>
                  <a:gd name="connsiteX384" fmla="*/ 161414 w 338138"/>
                  <a:gd name="connsiteY384" fmla="*/ 82777 h 336550"/>
                  <a:gd name="connsiteX385" fmla="*/ 168016 w 338138"/>
                  <a:gd name="connsiteY385" fmla="*/ 91984 h 336550"/>
                  <a:gd name="connsiteX386" fmla="*/ 170657 w 338138"/>
                  <a:gd name="connsiteY386" fmla="*/ 91984 h 336550"/>
                  <a:gd name="connsiteX387" fmla="*/ 174618 w 338138"/>
                  <a:gd name="connsiteY387" fmla="*/ 93299 h 336550"/>
                  <a:gd name="connsiteX388" fmla="*/ 175938 w 338138"/>
                  <a:gd name="connsiteY388" fmla="*/ 94615 h 336550"/>
                  <a:gd name="connsiteX389" fmla="*/ 179899 w 338138"/>
                  <a:gd name="connsiteY389" fmla="*/ 95930 h 336550"/>
                  <a:gd name="connsiteX390" fmla="*/ 179899 w 338138"/>
                  <a:gd name="connsiteY390" fmla="*/ 94615 h 336550"/>
                  <a:gd name="connsiteX391" fmla="*/ 179899 w 338138"/>
                  <a:gd name="connsiteY391" fmla="*/ 91984 h 336550"/>
                  <a:gd name="connsiteX392" fmla="*/ 181220 w 338138"/>
                  <a:gd name="connsiteY392" fmla="*/ 90669 h 336550"/>
                  <a:gd name="connsiteX393" fmla="*/ 183861 w 338138"/>
                  <a:gd name="connsiteY393" fmla="*/ 90669 h 336550"/>
                  <a:gd name="connsiteX394" fmla="*/ 186501 w 338138"/>
                  <a:gd name="connsiteY394" fmla="*/ 90669 h 336550"/>
                  <a:gd name="connsiteX395" fmla="*/ 198385 w 338138"/>
                  <a:gd name="connsiteY395" fmla="*/ 94615 h 336550"/>
                  <a:gd name="connsiteX396" fmla="*/ 211589 w 338138"/>
                  <a:gd name="connsiteY396" fmla="*/ 84092 h 336550"/>
                  <a:gd name="connsiteX397" fmla="*/ 189142 w 338138"/>
                  <a:gd name="connsiteY397" fmla="*/ 74884 h 336550"/>
                  <a:gd name="connsiteX398" fmla="*/ 187822 w 338138"/>
                  <a:gd name="connsiteY398" fmla="*/ 76200 h 336550"/>
                  <a:gd name="connsiteX399" fmla="*/ 187822 w 338138"/>
                  <a:gd name="connsiteY399" fmla="*/ 78830 h 336550"/>
                  <a:gd name="connsiteX400" fmla="*/ 186501 w 338138"/>
                  <a:gd name="connsiteY400" fmla="*/ 82777 h 336550"/>
                  <a:gd name="connsiteX401" fmla="*/ 183861 w 338138"/>
                  <a:gd name="connsiteY401" fmla="*/ 81461 h 336550"/>
                  <a:gd name="connsiteX402" fmla="*/ 165375 w 338138"/>
                  <a:gd name="connsiteY402" fmla="*/ 65677 h 336550"/>
                  <a:gd name="connsiteX403" fmla="*/ 178579 w 338138"/>
                  <a:gd name="connsiteY403" fmla="*/ 81461 h 336550"/>
                  <a:gd name="connsiteX404" fmla="*/ 173298 w 338138"/>
                  <a:gd name="connsiteY404" fmla="*/ 82777 h 336550"/>
                  <a:gd name="connsiteX405" fmla="*/ 158773 w 338138"/>
                  <a:gd name="connsiteY405" fmla="*/ 68308 h 336550"/>
                  <a:gd name="connsiteX406" fmla="*/ 156133 w 338138"/>
                  <a:gd name="connsiteY406" fmla="*/ 68308 h 336550"/>
                  <a:gd name="connsiteX407" fmla="*/ 152172 w 338138"/>
                  <a:gd name="connsiteY407" fmla="*/ 69623 h 336550"/>
                  <a:gd name="connsiteX408" fmla="*/ 148210 w 338138"/>
                  <a:gd name="connsiteY408" fmla="*/ 70938 h 336550"/>
                  <a:gd name="connsiteX409" fmla="*/ 145570 w 338138"/>
                  <a:gd name="connsiteY409" fmla="*/ 73569 h 336550"/>
                  <a:gd name="connsiteX410" fmla="*/ 142929 w 338138"/>
                  <a:gd name="connsiteY410" fmla="*/ 74884 h 336550"/>
                  <a:gd name="connsiteX411" fmla="*/ 137647 w 338138"/>
                  <a:gd name="connsiteY411" fmla="*/ 78830 h 336550"/>
                  <a:gd name="connsiteX412" fmla="*/ 119162 w 338138"/>
                  <a:gd name="connsiteY412" fmla="*/ 78830 h 336550"/>
                  <a:gd name="connsiteX413" fmla="*/ 119162 w 338138"/>
                  <a:gd name="connsiteY413" fmla="*/ 73569 h 336550"/>
                  <a:gd name="connsiteX414" fmla="*/ 138968 w 338138"/>
                  <a:gd name="connsiteY414" fmla="*/ 66992 h 336550"/>
                  <a:gd name="connsiteX415" fmla="*/ 138968 w 338138"/>
                  <a:gd name="connsiteY415" fmla="*/ 60415 h 336550"/>
                  <a:gd name="connsiteX416" fmla="*/ 142929 w 338138"/>
                  <a:gd name="connsiteY416" fmla="*/ 60415 h 336550"/>
                  <a:gd name="connsiteX417" fmla="*/ 158773 w 338138"/>
                  <a:gd name="connsiteY417" fmla="*/ 52523 h 336550"/>
                  <a:gd name="connsiteX418" fmla="*/ 161414 w 338138"/>
                  <a:gd name="connsiteY418" fmla="*/ 52523 h 336550"/>
                  <a:gd name="connsiteX419" fmla="*/ 164055 w 338138"/>
                  <a:gd name="connsiteY419" fmla="*/ 47262 h 336550"/>
                  <a:gd name="connsiteX420" fmla="*/ 164055 w 338138"/>
                  <a:gd name="connsiteY420" fmla="*/ 49893 h 336550"/>
                  <a:gd name="connsiteX421" fmla="*/ 165375 w 338138"/>
                  <a:gd name="connsiteY421" fmla="*/ 51208 h 336550"/>
                  <a:gd name="connsiteX422" fmla="*/ 164055 w 338138"/>
                  <a:gd name="connsiteY422" fmla="*/ 51208 h 336550"/>
                  <a:gd name="connsiteX423" fmla="*/ 177259 w 338138"/>
                  <a:gd name="connsiteY423" fmla="*/ 45947 h 336550"/>
                  <a:gd name="connsiteX424" fmla="*/ 178579 w 338138"/>
                  <a:gd name="connsiteY424" fmla="*/ 47262 h 336550"/>
                  <a:gd name="connsiteX425" fmla="*/ 179899 w 338138"/>
                  <a:gd name="connsiteY425" fmla="*/ 43316 h 336550"/>
                  <a:gd name="connsiteX426" fmla="*/ 183861 w 338138"/>
                  <a:gd name="connsiteY426" fmla="*/ 42000 h 336550"/>
                  <a:gd name="connsiteX427" fmla="*/ 185181 w 338138"/>
                  <a:gd name="connsiteY427" fmla="*/ 40685 h 336550"/>
                  <a:gd name="connsiteX428" fmla="*/ 181220 w 338138"/>
                  <a:gd name="connsiteY428" fmla="*/ 42000 h 336550"/>
                  <a:gd name="connsiteX429" fmla="*/ 177259 w 338138"/>
                  <a:gd name="connsiteY429" fmla="*/ 43316 h 336550"/>
                  <a:gd name="connsiteX430" fmla="*/ 178579 w 338138"/>
                  <a:gd name="connsiteY430" fmla="*/ 39370 h 336550"/>
                  <a:gd name="connsiteX431" fmla="*/ 174618 w 338138"/>
                  <a:gd name="connsiteY431" fmla="*/ 40685 h 336550"/>
                  <a:gd name="connsiteX432" fmla="*/ 171977 w 338138"/>
                  <a:gd name="connsiteY432" fmla="*/ 43316 h 336550"/>
                  <a:gd name="connsiteX433" fmla="*/ 168016 w 338138"/>
                  <a:gd name="connsiteY433" fmla="*/ 51208 h 336550"/>
                  <a:gd name="connsiteX434" fmla="*/ 165375 w 338138"/>
                  <a:gd name="connsiteY434" fmla="*/ 48577 h 336550"/>
                  <a:gd name="connsiteX435" fmla="*/ 164055 w 338138"/>
                  <a:gd name="connsiteY435" fmla="*/ 47262 h 336550"/>
                  <a:gd name="connsiteX436" fmla="*/ 160094 w 338138"/>
                  <a:gd name="connsiteY436" fmla="*/ 45947 h 336550"/>
                  <a:gd name="connsiteX437" fmla="*/ 165375 w 338138"/>
                  <a:gd name="connsiteY437" fmla="*/ 40685 h 336550"/>
                  <a:gd name="connsiteX438" fmla="*/ 168016 w 338138"/>
                  <a:gd name="connsiteY438" fmla="*/ 39370 h 336550"/>
                  <a:gd name="connsiteX439" fmla="*/ 170657 w 338138"/>
                  <a:gd name="connsiteY439" fmla="*/ 38054 h 336550"/>
                  <a:gd name="connsiteX440" fmla="*/ 187822 w 338138"/>
                  <a:gd name="connsiteY440" fmla="*/ 35424 h 336550"/>
                  <a:gd name="connsiteX441" fmla="*/ 183861 w 338138"/>
                  <a:gd name="connsiteY441" fmla="*/ 36739 h 336550"/>
                  <a:gd name="connsiteX442" fmla="*/ 187822 w 338138"/>
                  <a:gd name="connsiteY442" fmla="*/ 36739 h 336550"/>
                  <a:gd name="connsiteX443" fmla="*/ 190463 w 338138"/>
                  <a:gd name="connsiteY443" fmla="*/ 34108 h 336550"/>
                  <a:gd name="connsiteX444" fmla="*/ 187822 w 338138"/>
                  <a:gd name="connsiteY444" fmla="*/ 34108 h 336550"/>
                  <a:gd name="connsiteX445" fmla="*/ 190463 w 338138"/>
                  <a:gd name="connsiteY445" fmla="*/ 32793 h 336550"/>
                  <a:gd name="connsiteX446" fmla="*/ 187822 w 338138"/>
                  <a:gd name="connsiteY446" fmla="*/ 32793 h 336550"/>
                  <a:gd name="connsiteX447" fmla="*/ 189915 w 338138"/>
                  <a:gd name="connsiteY447" fmla="*/ 31750 h 336550"/>
                  <a:gd name="connsiteX448" fmla="*/ 190463 w 338138"/>
                  <a:gd name="connsiteY448" fmla="*/ 31477 h 336550"/>
                  <a:gd name="connsiteX449" fmla="*/ 169336 w 338138"/>
                  <a:gd name="connsiteY449" fmla="*/ 30162 h 336550"/>
                  <a:gd name="connsiteX450" fmla="*/ 169069 w 338138"/>
                  <a:gd name="connsiteY450" fmla="*/ 0 h 336550"/>
                  <a:gd name="connsiteX451" fmla="*/ 338138 w 338138"/>
                  <a:gd name="connsiteY451" fmla="*/ 168275 h 336550"/>
                  <a:gd name="connsiteX452" fmla="*/ 169069 w 338138"/>
                  <a:gd name="connsiteY452" fmla="*/ 336550 h 336550"/>
                  <a:gd name="connsiteX453" fmla="*/ 0 w 338138"/>
                  <a:gd name="connsiteY453" fmla="*/ 168275 h 336550"/>
                  <a:gd name="connsiteX454" fmla="*/ 169069 w 338138"/>
                  <a:gd name="connsiteY454"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Lst>
                <a:rect l="l" t="t" r="r" b="b"/>
                <a:pathLst>
                  <a:path w="338138" h="336550">
                    <a:moveTo>
                      <a:pt x="256117" y="200025"/>
                    </a:moveTo>
                    <a:cubicBezTo>
                      <a:pt x="256117" y="200025"/>
                      <a:pt x="256117" y="200025"/>
                      <a:pt x="257440" y="201324"/>
                    </a:cubicBezTo>
                    <a:cubicBezTo>
                      <a:pt x="257440" y="201324"/>
                      <a:pt x="257440" y="201324"/>
                      <a:pt x="258763" y="202623"/>
                    </a:cubicBezTo>
                    <a:cubicBezTo>
                      <a:pt x="258763" y="203922"/>
                      <a:pt x="258763" y="203922"/>
                      <a:pt x="258763" y="203922"/>
                    </a:cubicBezTo>
                    <a:lnTo>
                      <a:pt x="258763" y="205221"/>
                    </a:lnTo>
                    <a:cubicBezTo>
                      <a:pt x="258763" y="205221"/>
                      <a:pt x="258763" y="205221"/>
                      <a:pt x="258763" y="206520"/>
                    </a:cubicBezTo>
                    <a:cubicBezTo>
                      <a:pt x="258763" y="206520"/>
                      <a:pt x="258763" y="206520"/>
                      <a:pt x="257440" y="207819"/>
                    </a:cubicBezTo>
                    <a:cubicBezTo>
                      <a:pt x="257440" y="207819"/>
                      <a:pt x="257440" y="207819"/>
                      <a:pt x="254794" y="216911"/>
                    </a:cubicBezTo>
                    <a:cubicBezTo>
                      <a:pt x="254794" y="216911"/>
                      <a:pt x="254794" y="216911"/>
                      <a:pt x="246857" y="233796"/>
                    </a:cubicBezTo>
                    <a:cubicBezTo>
                      <a:pt x="246857" y="233796"/>
                      <a:pt x="246857" y="233796"/>
                      <a:pt x="245534" y="240290"/>
                    </a:cubicBezTo>
                    <a:cubicBezTo>
                      <a:pt x="245534" y="240290"/>
                      <a:pt x="245534" y="240290"/>
                      <a:pt x="241565" y="242888"/>
                    </a:cubicBezTo>
                    <a:cubicBezTo>
                      <a:pt x="241565" y="242888"/>
                      <a:pt x="241565" y="242888"/>
                      <a:pt x="237596" y="241589"/>
                    </a:cubicBezTo>
                    <a:cubicBezTo>
                      <a:pt x="237596" y="241589"/>
                      <a:pt x="237596" y="241589"/>
                      <a:pt x="236273" y="238992"/>
                    </a:cubicBezTo>
                    <a:cubicBezTo>
                      <a:pt x="236273" y="238992"/>
                      <a:pt x="236273" y="238992"/>
                      <a:pt x="234950" y="237693"/>
                    </a:cubicBezTo>
                    <a:cubicBezTo>
                      <a:pt x="234950" y="237693"/>
                      <a:pt x="234950" y="237693"/>
                      <a:pt x="236273" y="235095"/>
                    </a:cubicBezTo>
                    <a:cubicBezTo>
                      <a:pt x="236273" y="235095"/>
                      <a:pt x="236273" y="235095"/>
                      <a:pt x="236273" y="233796"/>
                    </a:cubicBezTo>
                    <a:cubicBezTo>
                      <a:pt x="236273" y="233796"/>
                      <a:pt x="236273" y="233796"/>
                      <a:pt x="238919" y="226003"/>
                    </a:cubicBezTo>
                    <a:cubicBezTo>
                      <a:pt x="238919" y="226003"/>
                      <a:pt x="238919" y="226003"/>
                      <a:pt x="238919" y="218210"/>
                    </a:cubicBezTo>
                    <a:cubicBezTo>
                      <a:pt x="238919" y="218210"/>
                      <a:pt x="238919" y="218210"/>
                      <a:pt x="238919" y="216911"/>
                    </a:cubicBezTo>
                    <a:cubicBezTo>
                      <a:pt x="238919" y="216911"/>
                      <a:pt x="238919" y="216911"/>
                      <a:pt x="240242" y="215612"/>
                    </a:cubicBezTo>
                    <a:cubicBezTo>
                      <a:pt x="240242" y="215612"/>
                      <a:pt x="240242" y="215612"/>
                      <a:pt x="240242" y="214313"/>
                    </a:cubicBezTo>
                    <a:cubicBezTo>
                      <a:pt x="240242" y="214313"/>
                      <a:pt x="240242" y="214313"/>
                      <a:pt x="246857" y="210416"/>
                    </a:cubicBezTo>
                    <a:cubicBezTo>
                      <a:pt x="246857" y="210416"/>
                      <a:pt x="246857" y="210416"/>
                      <a:pt x="253471" y="202623"/>
                    </a:cubicBezTo>
                    <a:cubicBezTo>
                      <a:pt x="253471" y="202623"/>
                      <a:pt x="253471" y="202623"/>
                      <a:pt x="253471" y="201324"/>
                    </a:cubicBezTo>
                    <a:cubicBezTo>
                      <a:pt x="253471" y="201324"/>
                      <a:pt x="253471" y="201324"/>
                      <a:pt x="256117" y="200025"/>
                    </a:cubicBezTo>
                    <a:close/>
                    <a:moveTo>
                      <a:pt x="300038" y="171450"/>
                    </a:moveTo>
                    <a:lnTo>
                      <a:pt x="301625" y="171450"/>
                    </a:lnTo>
                    <a:lnTo>
                      <a:pt x="298450" y="176213"/>
                    </a:lnTo>
                    <a:lnTo>
                      <a:pt x="296863" y="177800"/>
                    </a:lnTo>
                    <a:lnTo>
                      <a:pt x="295275" y="177800"/>
                    </a:lnTo>
                    <a:lnTo>
                      <a:pt x="295275" y="176213"/>
                    </a:lnTo>
                    <a:lnTo>
                      <a:pt x="296863" y="174625"/>
                    </a:lnTo>
                    <a:lnTo>
                      <a:pt x="298450" y="173038"/>
                    </a:lnTo>
                    <a:close/>
                    <a:moveTo>
                      <a:pt x="293688" y="171450"/>
                    </a:moveTo>
                    <a:lnTo>
                      <a:pt x="296863" y="171450"/>
                    </a:lnTo>
                    <a:lnTo>
                      <a:pt x="293688" y="174625"/>
                    </a:lnTo>
                    <a:lnTo>
                      <a:pt x="292100" y="174625"/>
                    </a:lnTo>
                    <a:lnTo>
                      <a:pt x="292100" y="173038"/>
                    </a:lnTo>
                    <a:close/>
                    <a:moveTo>
                      <a:pt x="303946" y="169998"/>
                    </a:moveTo>
                    <a:lnTo>
                      <a:pt x="303457" y="173083"/>
                    </a:lnTo>
                    <a:lnTo>
                      <a:pt x="303213" y="174625"/>
                    </a:lnTo>
                    <a:cubicBezTo>
                      <a:pt x="303213" y="174625"/>
                      <a:pt x="303213" y="174625"/>
                      <a:pt x="303213" y="173288"/>
                    </a:cubicBezTo>
                    <a:cubicBezTo>
                      <a:pt x="303213" y="173288"/>
                      <a:pt x="303213" y="173288"/>
                      <a:pt x="303213" y="171952"/>
                    </a:cubicBezTo>
                    <a:cubicBezTo>
                      <a:pt x="303213" y="171952"/>
                      <a:pt x="303213" y="171952"/>
                      <a:pt x="303213" y="170615"/>
                    </a:cubicBezTo>
                    <a:close/>
                    <a:moveTo>
                      <a:pt x="288926" y="169862"/>
                    </a:moveTo>
                    <a:cubicBezTo>
                      <a:pt x="288926" y="169862"/>
                      <a:pt x="288926" y="169862"/>
                      <a:pt x="290513" y="169862"/>
                    </a:cubicBezTo>
                    <a:cubicBezTo>
                      <a:pt x="290513" y="169862"/>
                      <a:pt x="290513" y="169862"/>
                      <a:pt x="293688" y="169862"/>
                    </a:cubicBezTo>
                    <a:cubicBezTo>
                      <a:pt x="293688" y="169862"/>
                      <a:pt x="293688" y="169862"/>
                      <a:pt x="293688" y="170656"/>
                    </a:cubicBezTo>
                    <a:cubicBezTo>
                      <a:pt x="293688" y="170656"/>
                      <a:pt x="293688" y="170656"/>
                      <a:pt x="292101" y="171450"/>
                    </a:cubicBezTo>
                    <a:cubicBezTo>
                      <a:pt x="292101" y="171450"/>
                      <a:pt x="292101" y="171450"/>
                      <a:pt x="290513" y="171450"/>
                    </a:cubicBezTo>
                    <a:cubicBezTo>
                      <a:pt x="290513" y="171450"/>
                      <a:pt x="290513" y="171450"/>
                      <a:pt x="288926" y="171450"/>
                    </a:cubicBezTo>
                    <a:cubicBezTo>
                      <a:pt x="288926" y="171450"/>
                      <a:pt x="288926" y="171450"/>
                      <a:pt x="287338" y="170656"/>
                    </a:cubicBezTo>
                    <a:cubicBezTo>
                      <a:pt x="287338" y="170656"/>
                      <a:pt x="287338" y="170656"/>
                      <a:pt x="288926" y="169862"/>
                    </a:cubicBezTo>
                    <a:close/>
                    <a:moveTo>
                      <a:pt x="304800" y="164600"/>
                    </a:moveTo>
                    <a:lnTo>
                      <a:pt x="304800" y="165267"/>
                    </a:lnTo>
                    <a:cubicBezTo>
                      <a:pt x="304800" y="166604"/>
                      <a:pt x="304800" y="166604"/>
                      <a:pt x="304800" y="166604"/>
                    </a:cubicBezTo>
                    <a:cubicBezTo>
                      <a:pt x="304800" y="167941"/>
                      <a:pt x="304800" y="167941"/>
                      <a:pt x="304800" y="167941"/>
                    </a:cubicBezTo>
                    <a:cubicBezTo>
                      <a:pt x="304800" y="169278"/>
                      <a:pt x="304800" y="169278"/>
                      <a:pt x="304800" y="169278"/>
                    </a:cubicBezTo>
                    <a:lnTo>
                      <a:pt x="303946" y="169998"/>
                    </a:lnTo>
                    <a:close/>
                    <a:moveTo>
                      <a:pt x="301626" y="149225"/>
                    </a:moveTo>
                    <a:lnTo>
                      <a:pt x="303213" y="149225"/>
                    </a:lnTo>
                    <a:cubicBezTo>
                      <a:pt x="303213" y="149225"/>
                      <a:pt x="303213" y="149225"/>
                      <a:pt x="304800" y="150562"/>
                    </a:cubicBezTo>
                    <a:cubicBezTo>
                      <a:pt x="304800" y="150562"/>
                      <a:pt x="304800" y="150562"/>
                      <a:pt x="304800" y="151899"/>
                    </a:cubicBezTo>
                    <a:cubicBezTo>
                      <a:pt x="304800" y="151899"/>
                      <a:pt x="304800" y="151899"/>
                      <a:pt x="304800" y="154573"/>
                    </a:cubicBezTo>
                    <a:lnTo>
                      <a:pt x="305656" y="153133"/>
                    </a:lnTo>
                    <a:lnTo>
                      <a:pt x="306128" y="156215"/>
                    </a:lnTo>
                    <a:lnTo>
                      <a:pt x="304800" y="164600"/>
                    </a:lnTo>
                    <a:lnTo>
                      <a:pt x="304800" y="162594"/>
                    </a:lnTo>
                    <a:cubicBezTo>
                      <a:pt x="304800" y="162594"/>
                      <a:pt x="304800" y="162594"/>
                      <a:pt x="304800" y="161257"/>
                    </a:cubicBezTo>
                    <a:cubicBezTo>
                      <a:pt x="304800" y="161257"/>
                      <a:pt x="304800" y="161257"/>
                      <a:pt x="304800" y="159920"/>
                    </a:cubicBezTo>
                    <a:cubicBezTo>
                      <a:pt x="304800" y="159920"/>
                      <a:pt x="304800" y="159920"/>
                      <a:pt x="304800" y="158583"/>
                    </a:cubicBezTo>
                    <a:cubicBezTo>
                      <a:pt x="304800" y="158583"/>
                      <a:pt x="304800" y="158583"/>
                      <a:pt x="303213" y="158583"/>
                    </a:cubicBezTo>
                    <a:cubicBezTo>
                      <a:pt x="303213" y="158583"/>
                      <a:pt x="303213" y="158583"/>
                      <a:pt x="303213" y="157246"/>
                    </a:cubicBezTo>
                    <a:cubicBezTo>
                      <a:pt x="303213" y="157246"/>
                      <a:pt x="303213" y="157246"/>
                      <a:pt x="303213" y="155909"/>
                    </a:cubicBezTo>
                    <a:cubicBezTo>
                      <a:pt x="303213" y="155909"/>
                      <a:pt x="303213" y="155909"/>
                      <a:pt x="303213" y="154573"/>
                    </a:cubicBezTo>
                    <a:cubicBezTo>
                      <a:pt x="303213" y="154573"/>
                      <a:pt x="303213" y="154573"/>
                      <a:pt x="301625" y="154573"/>
                    </a:cubicBezTo>
                    <a:cubicBezTo>
                      <a:pt x="301625" y="154573"/>
                      <a:pt x="301625" y="154573"/>
                      <a:pt x="301625" y="153236"/>
                    </a:cubicBezTo>
                    <a:cubicBezTo>
                      <a:pt x="301625" y="153236"/>
                      <a:pt x="301625" y="153236"/>
                      <a:pt x="301625" y="151899"/>
                    </a:cubicBezTo>
                    <a:lnTo>
                      <a:pt x="301625" y="150812"/>
                    </a:lnTo>
                    <a:lnTo>
                      <a:pt x="301626" y="150813"/>
                    </a:lnTo>
                    <a:lnTo>
                      <a:pt x="301626" y="149226"/>
                    </a:lnTo>
                    <a:close/>
                    <a:moveTo>
                      <a:pt x="298450" y="147637"/>
                    </a:moveTo>
                    <a:cubicBezTo>
                      <a:pt x="298450" y="147637"/>
                      <a:pt x="298450" y="147637"/>
                      <a:pt x="298450" y="148907"/>
                    </a:cubicBezTo>
                    <a:cubicBezTo>
                      <a:pt x="298450" y="148907"/>
                      <a:pt x="298450" y="148907"/>
                      <a:pt x="298450" y="150177"/>
                    </a:cubicBezTo>
                    <a:cubicBezTo>
                      <a:pt x="298450" y="150177"/>
                      <a:pt x="298450" y="150177"/>
                      <a:pt x="297180" y="150177"/>
                    </a:cubicBezTo>
                    <a:cubicBezTo>
                      <a:pt x="297180" y="150177"/>
                      <a:pt x="297180" y="150177"/>
                      <a:pt x="295910" y="150177"/>
                    </a:cubicBezTo>
                    <a:lnTo>
                      <a:pt x="294640" y="150177"/>
                    </a:lnTo>
                    <a:cubicBezTo>
                      <a:pt x="294640" y="150177"/>
                      <a:pt x="294640" y="150177"/>
                      <a:pt x="294640" y="152717"/>
                    </a:cubicBezTo>
                    <a:cubicBezTo>
                      <a:pt x="294640" y="152717"/>
                      <a:pt x="294640" y="152717"/>
                      <a:pt x="294640" y="153987"/>
                    </a:cubicBezTo>
                    <a:cubicBezTo>
                      <a:pt x="294640" y="153987"/>
                      <a:pt x="294640" y="153987"/>
                      <a:pt x="295910" y="155257"/>
                    </a:cubicBezTo>
                    <a:cubicBezTo>
                      <a:pt x="295910" y="155257"/>
                      <a:pt x="295910" y="155257"/>
                      <a:pt x="295910" y="153987"/>
                    </a:cubicBezTo>
                    <a:cubicBezTo>
                      <a:pt x="295910" y="153987"/>
                      <a:pt x="295910" y="153987"/>
                      <a:pt x="297180" y="152717"/>
                    </a:cubicBezTo>
                    <a:cubicBezTo>
                      <a:pt x="297180" y="152717"/>
                      <a:pt x="297180" y="152717"/>
                      <a:pt x="297180" y="153987"/>
                    </a:cubicBezTo>
                    <a:cubicBezTo>
                      <a:pt x="297180" y="153987"/>
                      <a:pt x="297180" y="153987"/>
                      <a:pt x="295910" y="156527"/>
                    </a:cubicBezTo>
                    <a:cubicBezTo>
                      <a:pt x="295910" y="156527"/>
                      <a:pt x="295910" y="156527"/>
                      <a:pt x="295910" y="157797"/>
                    </a:cubicBezTo>
                    <a:cubicBezTo>
                      <a:pt x="295910" y="157797"/>
                      <a:pt x="295910" y="157797"/>
                      <a:pt x="297180" y="160337"/>
                    </a:cubicBezTo>
                    <a:cubicBezTo>
                      <a:pt x="297180" y="160337"/>
                      <a:pt x="297180" y="160337"/>
                      <a:pt x="297180" y="162877"/>
                    </a:cubicBezTo>
                    <a:cubicBezTo>
                      <a:pt x="297180" y="162877"/>
                      <a:pt x="297180" y="162877"/>
                      <a:pt x="295910" y="164147"/>
                    </a:cubicBezTo>
                    <a:cubicBezTo>
                      <a:pt x="295910" y="164147"/>
                      <a:pt x="295910" y="164147"/>
                      <a:pt x="294640" y="162877"/>
                    </a:cubicBezTo>
                    <a:lnTo>
                      <a:pt x="294640" y="165417"/>
                    </a:lnTo>
                    <a:cubicBezTo>
                      <a:pt x="294640" y="165417"/>
                      <a:pt x="294640" y="165417"/>
                      <a:pt x="293370" y="166687"/>
                    </a:cubicBezTo>
                    <a:cubicBezTo>
                      <a:pt x="293370" y="166687"/>
                      <a:pt x="293370" y="166687"/>
                      <a:pt x="293370" y="165417"/>
                    </a:cubicBezTo>
                    <a:cubicBezTo>
                      <a:pt x="293370" y="165417"/>
                      <a:pt x="293370" y="165417"/>
                      <a:pt x="293370" y="162877"/>
                    </a:cubicBezTo>
                    <a:cubicBezTo>
                      <a:pt x="293370" y="162877"/>
                      <a:pt x="293370" y="162877"/>
                      <a:pt x="293370" y="161607"/>
                    </a:cubicBezTo>
                    <a:cubicBezTo>
                      <a:pt x="293370" y="161607"/>
                      <a:pt x="293370" y="161607"/>
                      <a:pt x="292100" y="159067"/>
                    </a:cubicBezTo>
                    <a:cubicBezTo>
                      <a:pt x="292100" y="159067"/>
                      <a:pt x="292100" y="159067"/>
                      <a:pt x="293370" y="157797"/>
                    </a:cubicBezTo>
                    <a:cubicBezTo>
                      <a:pt x="293370" y="157797"/>
                      <a:pt x="293370" y="157797"/>
                      <a:pt x="293370" y="155257"/>
                    </a:cubicBezTo>
                    <a:cubicBezTo>
                      <a:pt x="293370" y="155257"/>
                      <a:pt x="293370" y="155257"/>
                      <a:pt x="293370" y="153987"/>
                    </a:cubicBezTo>
                    <a:cubicBezTo>
                      <a:pt x="293370" y="153987"/>
                      <a:pt x="293370" y="153987"/>
                      <a:pt x="293370" y="151447"/>
                    </a:cubicBezTo>
                    <a:cubicBezTo>
                      <a:pt x="293370" y="151447"/>
                      <a:pt x="293370" y="151447"/>
                      <a:pt x="293370" y="148907"/>
                    </a:cubicBezTo>
                    <a:cubicBezTo>
                      <a:pt x="293370" y="148907"/>
                      <a:pt x="293370" y="148907"/>
                      <a:pt x="294640" y="148907"/>
                    </a:cubicBezTo>
                    <a:cubicBezTo>
                      <a:pt x="295910" y="147637"/>
                      <a:pt x="297180" y="147637"/>
                      <a:pt x="298450" y="147637"/>
                    </a:cubicBezTo>
                    <a:close/>
                    <a:moveTo>
                      <a:pt x="300038" y="139700"/>
                    </a:moveTo>
                    <a:lnTo>
                      <a:pt x="301626" y="139700"/>
                    </a:lnTo>
                    <a:lnTo>
                      <a:pt x="301626" y="141288"/>
                    </a:lnTo>
                    <a:lnTo>
                      <a:pt x="301626" y="142875"/>
                    </a:lnTo>
                    <a:lnTo>
                      <a:pt x="301626" y="146051"/>
                    </a:lnTo>
                    <a:lnTo>
                      <a:pt x="301626" y="147638"/>
                    </a:lnTo>
                    <a:lnTo>
                      <a:pt x="301626" y="149225"/>
                    </a:lnTo>
                    <a:lnTo>
                      <a:pt x="301625" y="149225"/>
                    </a:lnTo>
                    <a:cubicBezTo>
                      <a:pt x="301625" y="150562"/>
                      <a:pt x="301625" y="150562"/>
                      <a:pt x="301625" y="150562"/>
                    </a:cubicBezTo>
                    <a:lnTo>
                      <a:pt x="301625" y="150812"/>
                    </a:lnTo>
                    <a:lnTo>
                      <a:pt x="300038" y="149226"/>
                    </a:lnTo>
                    <a:lnTo>
                      <a:pt x="300038" y="147638"/>
                    </a:lnTo>
                    <a:lnTo>
                      <a:pt x="300038" y="144463"/>
                    </a:lnTo>
                    <a:lnTo>
                      <a:pt x="300038" y="141288"/>
                    </a:lnTo>
                    <a:close/>
                    <a:moveTo>
                      <a:pt x="287338" y="131762"/>
                    </a:moveTo>
                    <a:cubicBezTo>
                      <a:pt x="287338" y="131762"/>
                      <a:pt x="287338" y="131762"/>
                      <a:pt x="292101" y="134484"/>
                    </a:cubicBezTo>
                    <a:cubicBezTo>
                      <a:pt x="292101" y="134484"/>
                      <a:pt x="292101" y="134484"/>
                      <a:pt x="292101" y="135844"/>
                    </a:cubicBezTo>
                    <a:cubicBezTo>
                      <a:pt x="292101" y="135844"/>
                      <a:pt x="292101" y="135844"/>
                      <a:pt x="290513" y="138566"/>
                    </a:cubicBezTo>
                    <a:cubicBezTo>
                      <a:pt x="290513" y="138566"/>
                      <a:pt x="290513" y="138566"/>
                      <a:pt x="290513" y="139927"/>
                    </a:cubicBezTo>
                    <a:cubicBezTo>
                      <a:pt x="290513" y="139927"/>
                      <a:pt x="290513" y="139927"/>
                      <a:pt x="290513" y="142648"/>
                    </a:cubicBezTo>
                    <a:cubicBezTo>
                      <a:pt x="290513" y="142648"/>
                      <a:pt x="290513" y="142648"/>
                      <a:pt x="292101" y="144009"/>
                    </a:cubicBezTo>
                    <a:cubicBezTo>
                      <a:pt x="292101" y="144009"/>
                      <a:pt x="292101" y="144009"/>
                      <a:pt x="293688" y="145369"/>
                    </a:cubicBezTo>
                    <a:cubicBezTo>
                      <a:pt x="293688" y="145369"/>
                      <a:pt x="293688" y="145369"/>
                      <a:pt x="292101" y="146730"/>
                    </a:cubicBezTo>
                    <a:cubicBezTo>
                      <a:pt x="292101" y="146730"/>
                      <a:pt x="292101" y="146730"/>
                      <a:pt x="292101" y="148091"/>
                    </a:cubicBezTo>
                    <a:cubicBezTo>
                      <a:pt x="292101" y="148091"/>
                      <a:pt x="292101" y="148091"/>
                      <a:pt x="290513" y="150812"/>
                    </a:cubicBezTo>
                    <a:cubicBezTo>
                      <a:pt x="290513" y="150812"/>
                      <a:pt x="290513" y="150812"/>
                      <a:pt x="290513" y="152173"/>
                    </a:cubicBezTo>
                    <a:cubicBezTo>
                      <a:pt x="290513" y="152173"/>
                      <a:pt x="290513" y="152173"/>
                      <a:pt x="290513" y="153534"/>
                    </a:cubicBezTo>
                    <a:cubicBezTo>
                      <a:pt x="290513" y="153534"/>
                      <a:pt x="290513" y="153534"/>
                      <a:pt x="290513" y="154894"/>
                    </a:cubicBezTo>
                    <a:cubicBezTo>
                      <a:pt x="290513" y="154894"/>
                      <a:pt x="290513" y="156255"/>
                      <a:pt x="290513" y="157616"/>
                    </a:cubicBezTo>
                    <a:cubicBezTo>
                      <a:pt x="290513" y="157616"/>
                      <a:pt x="290513" y="157616"/>
                      <a:pt x="288925" y="160337"/>
                    </a:cubicBezTo>
                    <a:cubicBezTo>
                      <a:pt x="288925" y="160337"/>
                      <a:pt x="288925" y="160337"/>
                      <a:pt x="287338" y="160337"/>
                    </a:cubicBezTo>
                    <a:cubicBezTo>
                      <a:pt x="287338" y="152173"/>
                      <a:pt x="285750" y="144009"/>
                      <a:pt x="285750" y="137205"/>
                    </a:cubicBezTo>
                    <a:cubicBezTo>
                      <a:pt x="285750" y="137205"/>
                      <a:pt x="285750" y="137205"/>
                      <a:pt x="285750" y="135844"/>
                    </a:cubicBezTo>
                    <a:cubicBezTo>
                      <a:pt x="285750" y="135844"/>
                      <a:pt x="285750" y="135844"/>
                      <a:pt x="285750" y="133123"/>
                    </a:cubicBezTo>
                    <a:cubicBezTo>
                      <a:pt x="285750" y="133123"/>
                      <a:pt x="285750" y="133123"/>
                      <a:pt x="287338" y="131762"/>
                    </a:cubicBezTo>
                    <a:close/>
                    <a:moveTo>
                      <a:pt x="296863" y="123825"/>
                    </a:moveTo>
                    <a:lnTo>
                      <a:pt x="298451" y="127000"/>
                    </a:lnTo>
                    <a:lnTo>
                      <a:pt x="300038" y="130175"/>
                    </a:lnTo>
                    <a:lnTo>
                      <a:pt x="298451" y="130175"/>
                    </a:lnTo>
                    <a:lnTo>
                      <a:pt x="298451" y="133350"/>
                    </a:lnTo>
                    <a:lnTo>
                      <a:pt x="296863" y="131763"/>
                    </a:lnTo>
                    <a:lnTo>
                      <a:pt x="296863" y="130175"/>
                    </a:lnTo>
                    <a:lnTo>
                      <a:pt x="295276" y="128588"/>
                    </a:lnTo>
                    <a:lnTo>
                      <a:pt x="293688" y="130175"/>
                    </a:lnTo>
                    <a:lnTo>
                      <a:pt x="293688" y="128588"/>
                    </a:lnTo>
                    <a:lnTo>
                      <a:pt x="293688" y="125413"/>
                    </a:lnTo>
                    <a:lnTo>
                      <a:pt x="296863" y="125413"/>
                    </a:lnTo>
                    <a:close/>
                    <a:moveTo>
                      <a:pt x="292100" y="117475"/>
                    </a:moveTo>
                    <a:lnTo>
                      <a:pt x="293688" y="117475"/>
                    </a:lnTo>
                    <a:lnTo>
                      <a:pt x="293688" y="119063"/>
                    </a:lnTo>
                    <a:lnTo>
                      <a:pt x="293688" y="120650"/>
                    </a:lnTo>
                    <a:close/>
                    <a:moveTo>
                      <a:pt x="285750" y="101600"/>
                    </a:moveTo>
                    <a:lnTo>
                      <a:pt x="287338" y="101600"/>
                    </a:lnTo>
                    <a:lnTo>
                      <a:pt x="287338" y="104775"/>
                    </a:lnTo>
                    <a:lnTo>
                      <a:pt x="288925" y="107950"/>
                    </a:lnTo>
                    <a:lnTo>
                      <a:pt x="290513" y="109538"/>
                    </a:lnTo>
                    <a:lnTo>
                      <a:pt x="292101" y="111125"/>
                    </a:lnTo>
                    <a:lnTo>
                      <a:pt x="293688" y="111125"/>
                    </a:lnTo>
                    <a:lnTo>
                      <a:pt x="293688" y="114300"/>
                    </a:lnTo>
                    <a:lnTo>
                      <a:pt x="293688" y="115887"/>
                    </a:lnTo>
                    <a:lnTo>
                      <a:pt x="295276" y="117475"/>
                    </a:lnTo>
                    <a:lnTo>
                      <a:pt x="295276" y="119062"/>
                    </a:lnTo>
                    <a:lnTo>
                      <a:pt x="295276" y="120650"/>
                    </a:lnTo>
                    <a:lnTo>
                      <a:pt x="295276" y="122237"/>
                    </a:lnTo>
                    <a:lnTo>
                      <a:pt x="293688" y="117475"/>
                    </a:lnTo>
                    <a:lnTo>
                      <a:pt x="293688" y="115888"/>
                    </a:lnTo>
                    <a:lnTo>
                      <a:pt x="292101" y="114300"/>
                    </a:lnTo>
                    <a:lnTo>
                      <a:pt x="290513" y="114300"/>
                    </a:lnTo>
                    <a:lnTo>
                      <a:pt x="290513" y="115888"/>
                    </a:lnTo>
                    <a:lnTo>
                      <a:pt x="290513" y="117475"/>
                    </a:lnTo>
                    <a:lnTo>
                      <a:pt x="288925" y="117475"/>
                    </a:lnTo>
                    <a:lnTo>
                      <a:pt x="288925" y="115888"/>
                    </a:lnTo>
                    <a:lnTo>
                      <a:pt x="288925" y="112713"/>
                    </a:lnTo>
                    <a:lnTo>
                      <a:pt x="287338" y="109538"/>
                    </a:lnTo>
                    <a:lnTo>
                      <a:pt x="285750" y="107950"/>
                    </a:lnTo>
                    <a:lnTo>
                      <a:pt x="285750" y="106363"/>
                    </a:lnTo>
                    <a:lnTo>
                      <a:pt x="285750" y="103188"/>
                    </a:lnTo>
                    <a:close/>
                    <a:moveTo>
                      <a:pt x="203200" y="85725"/>
                    </a:moveTo>
                    <a:cubicBezTo>
                      <a:pt x="204391" y="85725"/>
                      <a:pt x="205582" y="85725"/>
                      <a:pt x="207963" y="85725"/>
                    </a:cubicBezTo>
                    <a:cubicBezTo>
                      <a:pt x="206772" y="88900"/>
                      <a:pt x="205582" y="86784"/>
                      <a:pt x="204391" y="87842"/>
                    </a:cubicBezTo>
                    <a:cubicBezTo>
                      <a:pt x="204391" y="87842"/>
                      <a:pt x="204391" y="87842"/>
                      <a:pt x="203200" y="87842"/>
                    </a:cubicBezTo>
                    <a:cubicBezTo>
                      <a:pt x="203200" y="86784"/>
                      <a:pt x="203200" y="85725"/>
                      <a:pt x="203200" y="85725"/>
                    </a:cubicBezTo>
                    <a:close/>
                    <a:moveTo>
                      <a:pt x="188913" y="83476"/>
                    </a:moveTo>
                    <a:cubicBezTo>
                      <a:pt x="190501" y="83609"/>
                      <a:pt x="192088" y="84138"/>
                      <a:pt x="192088" y="84667"/>
                    </a:cubicBezTo>
                    <a:cubicBezTo>
                      <a:pt x="192088" y="84667"/>
                      <a:pt x="192088" y="84667"/>
                      <a:pt x="190501" y="85725"/>
                    </a:cubicBezTo>
                    <a:cubicBezTo>
                      <a:pt x="187326" y="84667"/>
                      <a:pt x="185738" y="84667"/>
                      <a:pt x="185738" y="84667"/>
                    </a:cubicBezTo>
                    <a:cubicBezTo>
                      <a:pt x="185738" y="83609"/>
                      <a:pt x="187326" y="83344"/>
                      <a:pt x="188913" y="83476"/>
                    </a:cubicBezTo>
                    <a:close/>
                    <a:moveTo>
                      <a:pt x="161925" y="77787"/>
                    </a:moveTo>
                    <a:cubicBezTo>
                      <a:pt x="161925" y="77787"/>
                      <a:pt x="161925" y="77787"/>
                      <a:pt x="163248" y="77787"/>
                    </a:cubicBezTo>
                    <a:cubicBezTo>
                      <a:pt x="165894" y="77787"/>
                      <a:pt x="169863" y="77787"/>
                      <a:pt x="168540" y="82550"/>
                    </a:cubicBezTo>
                    <a:cubicBezTo>
                      <a:pt x="168540" y="82550"/>
                      <a:pt x="168540" y="82550"/>
                      <a:pt x="167217" y="82550"/>
                    </a:cubicBezTo>
                    <a:cubicBezTo>
                      <a:pt x="167217" y="82550"/>
                      <a:pt x="167217" y="82550"/>
                      <a:pt x="167217" y="81359"/>
                    </a:cubicBezTo>
                    <a:lnTo>
                      <a:pt x="161925" y="78978"/>
                    </a:lnTo>
                    <a:cubicBezTo>
                      <a:pt x="161925" y="78978"/>
                      <a:pt x="161925" y="78978"/>
                      <a:pt x="161925" y="77787"/>
                    </a:cubicBezTo>
                    <a:close/>
                    <a:moveTo>
                      <a:pt x="158751" y="73554"/>
                    </a:moveTo>
                    <a:cubicBezTo>
                      <a:pt x="161926" y="74612"/>
                      <a:pt x="158751" y="76729"/>
                      <a:pt x="155575" y="77787"/>
                    </a:cubicBezTo>
                    <a:cubicBezTo>
                      <a:pt x="155575" y="77787"/>
                      <a:pt x="155575" y="77787"/>
                      <a:pt x="153988" y="76729"/>
                    </a:cubicBezTo>
                    <a:cubicBezTo>
                      <a:pt x="155575" y="74612"/>
                      <a:pt x="155575" y="71437"/>
                      <a:pt x="158751" y="73554"/>
                    </a:cubicBezTo>
                    <a:close/>
                    <a:moveTo>
                      <a:pt x="140098" y="48759"/>
                    </a:moveTo>
                    <a:cubicBezTo>
                      <a:pt x="141487" y="47625"/>
                      <a:pt x="141487" y="51027"/>
                      <a:pt x="142876" y="48759"/>
                    </a:cubicBezTo>
                    <a:cubicBezTo>
                      <a:pt x="140098" y="52161"/>
                      <a:pt x="137319" y="55563"/>
                      <a:pt x="131763" y="55563"/>
                    </a:cubicBezTo>
                    <a:cubicBezTo>
                      <a:pt x="131763" y="52161"/>
                      <a:pt x="137319" y="51027"/>
                      <a:pt x="140098" y="48759"/>
                    </a:cubicBezTo>
                    <a:close/>
                    <a:moveTo>
                      <a:pt x="148273" y="42598"/>
                    </a:moveTo>
                    <a:lnTo>
                      <a:pt x="150813" y="42598"/>
                    </a:lnTo>
                    <a:cubicBezTo>
                      <a:pt x="150813" y="42598"/>
                      <a:pt x="150813" y="42598"/>
                      <a:pt x="149543" y="43921"/>
                    </a:cubicBezTo>
                    <a:cubicBezTo>
                      <a:pt x="147003" y="45244"/>
                      <a:pt x="150813" y="49213"/>
                      <a:pt x="148273" y="51859"/>
                    </a:cubicBezTo>
                    <a:cubicBezTo>
                      <a:pt x="149543" y="51859"/>
                      <a:pt x="149543" y="50536"/>
                      <a:pt x="150813" y="50536"/>
                    </a:cubicBezTo>
                    <a:cubicBezTo>
                      <a:pt x="150813" y="51859"/>
                      <a:pt x="149543" y="53181"/>
                      <a:pt x="148273" y="53181"/>
                    </a:cubicBezTo>
                    <a:cubicBezTo>
                      <a:pt x="148273" y="53181"/>
                      <a:pt x="148273" y="54504"/>
                      <a:pt x="149543" y="54504"/>
                    </a:cubicBezTo>
                    <a:cubicBezTo>
                      <a:pt x="147003" y="55827"/>
                      <a:pt x="144463" y="55827"/>
                      <a:pt x="141923" y="55827"/>
                    </a:cubicBezTo>
                    <a:cubicBezTo>
                      <a:pt x="140653" y="57150"/>
                      <a:pt x="139383" y="57150"/>
                      <a:pt x="138113" y="57150"/>
                    </a:cubicBezTo>
                    <a:cubicBezTo>
                      <a:pt x="138113" y="55827"/>
                      <a:pt x="139383" y="55827"/>
                      <a:pt x="140653" y="55827"/>
                    </a:cubicBezTo>
                    <a:cubicBezTo>
                      <a:pt x="140653" y="54504"/>
                      <a:pt x="141923" y="54504"/>
                      <a:pt x="141923" y="53181"/>
                    </a:cubicBezTo>
                    <a:cubicBezTo>
                      <a:pt x="141923" y="53181"/>
                      <a:pt x="141923" y="53181"/>
                      <a:pt x="139383" y="53181"/>
                    </a:cubicBezTo>
                    <a:cubicBezTo>
                      <a:pt x="140653" y="53181"/>
                      <a:pt x="141923" y="53181"/>
                      <a:pt x="141923" y="51859"/>
                    </a:cubicBezTo>
                    <a:cubicBezTo>
                      <a:pt x="141923" y="49213"/>
                      <a:pt x="145733" y="51859"/>
                      <a:pt x="145733" y="49213"/>
                    </a:cubicBezTo>
                    <a:cubicBezTo>
                      <a:pt x="145733" y="47890"/>
                      <a:pt x="144463" y="47890"/>
                      <a:pt x="144463" y="47890"/>
                    </a:cubicBezTo>
                    <a:cubicBezTo>
                      <a:pt x="144463" y="47890"/>
                      <a:pt x="144463" y="46567"/>
                      <a:pt x="144463" y="45244"/>
                    </a:cubicBezTo>
                    <a:cubicBezTo>
                      <a:pt x="144463" y="45244"/>
                      <a:pt x="144463" y="46567"/>
                      <a:pt x="143193" y="45244"/>
                    </a:cubicBezTo>
                    <a:close/>
                    <a:moveTo>
                      <a:pt x="169336" y="30162"/>
                    </a:moveTo>
                    <a:cubicBezTo>
                      <a:pt x="103318" y="30162"/>
                      <a:pt x="47862" y="76200"/>
                      <a:pt x="33338" y="136706"/>
                    </a:cubicBezTo>
                    <a:cubicBezTo>
                      <a:pt x="33338" y="136706"/>
                      <a:pt x="33338" y="138022"/>
                      <a:pt x="33338" y="138022"/>
                    </a:cubicBezTo>
                    <a:cubicBezTo>
                      <a:pt x="33338" y="138022"/>
                      <a:pt x="33338" y="139337"/>
                      <a:pt x="33338" y="139337"/>
                    </a:cubicBezTo>
                    <a:cubicBezTo>
                      <a:pt x="33338" y="139337"/>
                      <a:pt x="33338" y="140652"/>
                      <a:pt x="33338" y="140652"/>
                    </a:cubicBezTo>
                    <a:cubicBezTo>
                      <a:pt x="33338" y="140652"/>
                      <a:pt x="34658" y="139337"/>
                      <a:pt x="34658" y="139337"/>
                    </a:cubicBezTo>
                    <a:cubicBezTo>
                      <a:pt x="34658" y="139337"/>
                      <a:pt x="35979" y="139337"/>
                      <a:pt x="35979" y="139337"/>
                    </a:cubicBezTo>
                    <a:cubicBezTo>
                      <a:pt x="35979" y="139337"/>
                      <a:pt x="35979" y="139337"/>
                      <a:pt x="35979" y="140652"/>
                    </a:cubicBezTo>
                    <a:cubicBezTo>
                      <a:pt x="35979" y="147229"/>
                      <a:pt x="42580" y="148544"/>
                      <a:pt x="43901" y="153806"/>
                    </a:cubicBezTo>
                    <a:cubicBezTo>
                      <a:pt x="47862" y="159067"/>
                      <a:pt x="47862" y="164329"/>
                      <a:pt x="45221" y="169590"/>
                    </a:cubicBezTo>
                    <a:cubicBezTo>
                      <a:pt x="47862" y="169590"/>
                      <a:pt x="46542" y="165644"/>
                      <a:pt x="49182" y="166959"/>
                    </a:cubicBezTo>
                    <a:cubicBezTo>
                      <a:pt x="50503" y="166959"/>
                      <a:pt x="47862" y="169590"/>
                      <a:pt x="50503" y="170905"/>
                    </a:cubicBezTo>
                    <a:cubicBezTo>
                      <a:pt x="50503" y="170905"/>
                      <a:pt x="50503" y="170905"/>
                      <a:pt x="50503" y="168275"/>
                    </a:cubicBezTo>
                    <a:cubicBezTo>
                      <a:pt x="53143" y="166959"/>
                      <a:pt x="55784" y="170905"/>
                      <a:pt x="55784" y="174852"/>
                    </a:cubicBezTo>
                    <a:cubicBezTo>
                      <a:pt x="55784" y="174852"/>
                      <a:pt x="57105" y="174852"/>
                      <a:pt x="57105" y="174852"/>
                    </a:cubicBezTo>
                    <a:cubicBezTo>
                      <a:pt x="57105" y="174852"/>
                      <a:pt x="57105" y="173536"/>
                      <a:pt x="57105" y="173536"/>
                    </a:cubicBezTo>
                    <a:cubicBezTo>
                      <a:pt x="57105" y="173536"/>
                      <a:pt x="58425" y="173536"/>
                      <a:pt x="59745" y="173536"/>
                    </a:cubicBezTo>
                    <a:cubicBezTo>
                      <a:pt x="61066" y="173536"/>
                      <a:pt x="61066" y="173536"/>
                      <a:pt x="61066" y="173536"/>
                    </a:cubicBezTo>
                    <a:cubicBezTo>
                      <a:pt x="61066" y="173536"/>
                      <a:pt x="62386" y="173536"/>
                      <a:pt x="62386" y="173536"/>
                    </a:cubicBezTo>
                    <a:cubicBezTo>
                      <a:pt x="63706" y="173536"/>
                      <a:pt x="63706" y="173536"/>
                      <a:pt x="63706" y="173536"/>
                    </a:cubicBezTo>
                    <a:cubicBezTo>
                      <a:pt x="63706" y="173536"/>
                      <a:pt x="63706" y="173536"/>
                      <a:pt x="65027" y="173536"/>
                    </a:cubicBezTo>
                    <a:cubicBezTo>
                      <a:pt x="65027" y="174852"/>
                      <a:pt x="65027" y="174852"/>
                      <a:pt x="65027" y="174852"/>
                    </a:cubicBezTo>
                    <a:cubicBezTo>
                      <a:pt x="65027" y="174852"/>
                      <a:pt x="66347" y="176167"/>
                      <a:pt x="68988" y="177482"/>
                    </a:cubicBezTo>
                    <a:cubicBezTo>
                      <a:pt x="70308" y="178798"/>
                      <a:pt x="72949" y="180113"/>
                      <a:pt x="72949" y="180113"/>
                    </a:cubicBezTo>
                    <a:cubicBezTo>
                      <a:pt x="72949" y="181428"/>
                      <a:pt x="74269" y="181428"/>
                      <a:pt x="74269" y="182744"/>
                    </a:cubicBezTo>
                    <a:cubicBezTo>
                      <a:pt x="74269" y="182744"/>
                      <a:pt x="74269" y="184059"/>
                      <a:pt x="74269" y="185374"/>
                    </a:cubicBezTo>
                    <a:cubicBezTo>
                      <a:pt x="74269" y="186690"/>
                      <a:pt x="74269" y="188005"/>
                      <a:pt x="74269" y="189320"/>
                    </a:cubicBezTo>
                    <a:cubicBezTo>
                      <a:pt x="74269" y="190636"/>
                      <a:pt x="72949" y="191951"/>
                      <a:pt x="71629" y="194582"/>
                    </a:cubicBezTo>
                    <a:cubicBezTo>
                      <a:pt x="71629" y="194582"/>
                      <a:pt x="71629" y="195897"/>
                      <a:pt x="71629" y="195897"/>
                    </a:cubicBezTo>
                    <a:cubicBezTo>
                      <a:pt x="68988" y="205105"/>
                      <a:pt x="65027" y="211682"/>
                      <a:pt x="63706" y="219574"/>
                    </a:cubicBezTo>
                    <a:cubicBezTo>
                      <a:pt x="62386" y="224835"/>
                      <a:pt x="66347" y="230097"/>
                      <a:pt x="66347" y="236673"/>
                    </a:cubicBezTo>
                    <a:cubicBezTo>
                      <a:pt x="66347" y="236673"/>
                      <a:pt x="66347" y="237989"/>
                      <a:pt x="66347" y="239304"/>
                    </a:cubicBezTo>
                    <a:cubicBezTo>
                      <a:pt x="66347" y="240619"/>
                      <a:pt x="66347" y="243250"/>
                      <a:pt x="65027" y="245881"/>
                    </a:cubicBezTo>
                    <a:cubicBezTo>
                      <a:pt x="63706" y="244565"/>
                      <a:pt x="63706" y="244565"/>
                      <a:pt x="62386" y="244565"/>
                    </a:cubicBezTo>
                    <a:cubicBezTo>
                      <a:pt x="63706" y="247196"/>
                      <a:pt x="66347" y="249827"/>
                      <a:pt x="65027" y="253773"/>
                    </a:cubicBezTo>
                    <a:cubicBezTo>
                      <a:pt x="65027" y="255088"/>
                      <a:pt x="63706" y="255088"/>
                      <a:pt x="62386" y="255088"/>
                    </a:cubicBezTo>
                    <a:cubicBezTo>
                      <a:pt x="63706" y="256404"/>
                      <a:pt x="63706" y="256404"/>
                      <a:pt x="63706" y="257719"/>
                    </a:cubicBezTo>
                    <a:cubicBezTo>
                      <a:pt x="63706" y="259034"/>
                      <a:pt x="65027" y="259034"/>
                      <a:pt x="66347" y="260350"/>
                    </a:cubicBezTo>
                    <a:cubicBezTo>
                      <a:pt x="66347" y="260350"/>
                      <a:pt x="66347" y="261665"/>
                      <a:pt x="66347" y="261665"/>
                    </a:cubicBezTo>
                    <a:cubicBezTo>
                      <a:pt x="66347" y="261665"/>
                      <a:pt x="66347" y="261665"/>
                      <a:pt x="67668" y="261665"/>
                    </a:cubicBezTo>
                    <a:cubicBezTo>
                      <a:pt x="72949" y="268242"/>
                      <a:pt x="79551" y="274819"/>
                      <a:pt x="87473" y="280080"/>
                    </a:cubicBezTo>
                    <a:cubicBezTo>
                      <a:pt x="87473" y="280080"/>
                      <a:pt x="88794" y="280080"/>
                      <a:pt x="88794" y="280080"/>
                    </a:cubicBezTo>
                    <a:cubicBezTo>
                      <a:pt x="88794" y="280080"/>
                      <a:pt x="88794" y="280080"/>
                      <a:pt x="88794" y="281395"/>
                    </a:cubicBezTo>
                    <a:cubicBezTo>
                      <a:pt x="88794" y="281395"/>
                      <a:pt x="90114" y="281395"/>
                      <a:pt x="90114" y="281395"/>
                    </a:cubicBezTo>
                    <a:cubicBezTo>
                      <a:pt x="112560" y="297180"/>
                      <a:pt x="140288" y="306387"/>
                      <a:pt x="169336" y="306387"/>
                    </a:cubicBezTo>
                    <a:cubicBezTo>
                      <a:pt x="245919" y="306387"/>
                      <a:pt x="307976" y="244565"/>
                      <a:pt x="307976" y="168275"/>
                    </a:cubicBezTo>
                    <a:lnTo>
                      <a:pt x="306128" y="156215"/>
                    </a:lnTo>
                    <a:lnTo>
                      <a:pt x="306388" y="154573"/>
                    </a:lnTo>
                    <a:lnTo>
                      <a:pt x="306388" y="151899"/>
                    </a:lnTo>
                    <a:lnTo>
                      <a:pt x="305656" y="153133"/>
                    </a:lnTo>
                    <a:lnTo>
                      <a:pt x="301374" y="125197"/>
                    </a:lnTo>
                    <a:cubicBezTo>
                      <a:pt x="297083" y="111715"/>
                      <a:pt x="290811" y="99219"/>
                      <a:pt x="282889" y="88038"/>
                    </a:cubicBezTo>
                    <a:cubicBezTo>
                      <a:pt x="284209" y="94615"/>
                      <a:pt x="284209" y="102507"/>
                      <a:pt x="282889" y="109084"/>
                    </a:cubicBezTo>
                    <a:cubicBezTo>
                      <a:pt x="281569" y="110399"/>
                      <a:pt x="281569" y="111714"/>
                      <a:pt x="281569" y="113030"/>
                    </a:cubicBezTo>
                    <a:cubicBezTo>
                      <a:pt x="280248" y="113030"/>
                      <a:pt x="280248" y="114345"/>
                      <a:pt x="278928" y="115660"/>
                    </a:cubicBezTo>
                    <a:cubicBezTo>
                      <a:pt x="278928" y="114345"/>
                      <a:pt x="278928" y="113030"/>
                      <a:pt x="278928" y="113030"/>
                    </a:cubicBezTo>
                    <a:cubicBezTo>
                      <a:pt x="278928" y="111714"/>
                      <a:pt x="278928" y="110399"/>
                      <a:pt x="277608" y="109084"/>
                    </a:cubicBezTo>
                    <a:cubicBezTo>
                      <a:pt x="277608" y="107768"/>
                      <a:pt x="276287" y="106453"/>
                      <a:pt x="274967" y="106453"/>
                    </a:cubicBezTo>
                    <a:cubicBezTo>
                      <a:pt x="267045" y="107768"/>
                      <a:pt x="260443" y="105138"/>
                      <a:pt x="253841" y="101192"/>
                    </a:cubicBezTo>
                    <a:cubicBezTo>
                      <a:pt x="252520" y="101192"/>
                      <a:pt x="251200" y="101192"/>
                      <a:pt x="249880" y="99876"/>
                    </a:cubicBezTo>
                    <a:cubicBezTo>
                      <a:pt x="245919" y="98561"/>
                      <a:pt x="243278" y="97245"/>
                      <a:pt x="240637" y="97245"/>
                    </a:cubicBezTo>
                    <a:cubicBezTo>
                      <a:pt x="243278" y="99876"/>
                      <a:pt x="244598" y="102507"/>
                      <a:pt x="245919" y="106453"/>
                    </a:cubicBezTo>
                    <a:cubicBezTo>
                      <a:pt x="245919" y="105138"/>
                      <a:pt x="247239" y="105138"/>
                      <a:pt x="247239" y="103822"/>
                    </a:cubicBezTo>
                    <a:cubicBezTo>
                      <a:pt x="247239" y="105138"/>
                      <a:pt x="248559" y="105138"/>
                      <a:pt x="248559" y="106453"/>
                    </a:cubicBezTo>
                    <a:cubicBezTo>
                      <a:pt x="249880" y="110399"/>
                      <a:pt x="256482" y="110399"/>
                      <a:pt x="256482" y="105138"/>
                    </a:cubicBezTo>
                    <a:cubicBezTo>
                      <a:pt x="263083" y="110399"/>
                      <a:pt x="269685" y="115660"/>
                      <a:pt x="268365" y="124868"/>
                    </a:cubicBezTo>
                    <a:cubicBezTo>
                      <a:pt x="267045" y="128814"/>
                      <a:pt x="263083" y="131445"/>
                      <a:pt x="259122" y="132760"/>
                    </a:cubicBezTo>
                    <a:cubicBezTo>
                      <a:pt x="251200" y="135391"/>
                      <a:pt x="237996" y="140652"/>
                      <a:pt x="236676" y="128814"/>
                    </a:cubicBezTo>
                    <a:cubicBezTo>
                      <a:pt x="236676" y="128814"/>
                      <a:pt x="235356" y="127499"/>
                      <a:pt x="235356" y="126183"/>
                    </a:cubicBezTo>
                    <a:cubicBezTo>
                      <a:pt x="234035" y="124868"/>
                      <a:pt x="234035" y="124868"/>
                      <a:pt x="234035" y="123553"/>
                    </a:cubicBezTo>
                    <a:cubicBezTo>
                      <a:pt x="230074" y="119607"/>
                      <a:pt x="226113" y="115660"/>
                      <a:pt x="223472" y="110399"/>
                    </a:cubicBezTo>
                    <a:cubicBezTo>
                      <a:pt x="222152" y="109084"/>
                      <a:pt x="220831" y="109084"/>
                      <a:pt x="220831" y="107768"/>
                    </a:cubicBezTo>
                    <a:cubicBezTo>
                      <a:pt x="219511" y="106453"/>
                      <a:pt x="219511" y="106453"/>
                      <a:pt x="218191" y="105138"/>
                    </a:cubicBezTo>
                    <a:cubicBezTo>
                      <a:pt x="218191" y="103822"/>
                      <a:pt x="216870" y="103822"/>
                      <a:pt x="215550" y="102507"/>
                    </a:cubicBezTo>
                    <a:cubicBezTo>
                      <a:pt x="212909" y="103822"/>
                      <a:pt x="214230" y="97245"/>
                      <a:pt x="210268" y="98561"/>
                    </a:cubicBezTo>
                    <a:cubicBezTo>
                      <a:pt x="208948" y="99876"/>
                      <a:pt x="208948" y="99876"/>
                      <a:pt x="210268" y="99876"/>
                    </a:cubicBezTo>
                    <a:cubicBezTo>
                      <a:pt x="211589" y="102507"/>
                      <a:pt x="211589" y="102507"/>
                      <a:pt x="212909" y="103822"/>
                    </a:cubicBezTo>
                    <a:cubicBezTo>
                      <a:pt x="214230" y="105138"/>
                      <a:pt x="214230" y="105138"/>
                      <a:pt x="215550" y="106453"/>
                    </a:cubicBezTo>
                    <a:cubicBezTo>
                      <a:pt x="215550" y="107768"/>
                      <a:pt x="216870" y="107768"/>
                      <a:pt x="216870" y="109084"/>
                    </a:cubicBezTo>
                    <a:cubicBezTo>
                      <a:pt x="219511" y="113030"/>
                      <a:pt x="223472" y="116976"/>
                      <a:pt x="224793" y="122237"/>
                    </a:cubicBezTo>
                    <a:cubicBezTo>
                      <a:pt x="227433" y="124868"/>
                      <a:pt x="230074" y="128814"/>
                      <a:pt x="231394" y="131445"/>
                    </a:cubicBezTo>
                    <a:cubicBezTo>
                      <a:pt x="232715" y="132760"/>
                      <a:pt x="234035" y="134075"/>
                      <a:pt x="234035" y="134075"/>
                    </a:cubicBezTo>
                    <a:cubicBezTo>
                      <a:pt x="235356" y="135391"/>
                      <a:pt x="236676" y="138022"/>
                      <a:pt x="236676" y="138022"/>
                    </a:cubicBezTo>
                    <a:cubicBezTo>
                      <a:pt x="237996" y="139337"/>
                      <a:pt x="237996" y="139337"/>
                      <a:pt x="240637" y="140652"/>
                    </a:cubicBezTo>
                    <a:cubicBezTo>
                      <a:pt x="241957" y="141968"/>
                      <a:pt x="244598" y="143283"/>
                      <a:pt x="244598" y="143283"/>
                    </a:cubicBezTo>
                    <a:cubicBezTo>
                      <a:pt x="244598" y="143283"/>
                      <a:pt x="245919" y="143283"/>
                      <a:pt x="245919" y="143283"/>
                    </a:cubicBezTo>
                    <a:cubicBezTo>
                      <a:pt x="247239" y="143283"/>
                      <a:pt x="247239" y="143283"/>
                      <a:pt x="248559" y="143283"/>
                    </a:cubicBezTo>
                    <a:cubicBezTo>
                      <a:pt x="252520" y="143283"/>
                      <a:pt x="256482" y="143283"/>
                      <a:pt x="260443" y="140652"/>
                    </a:cubicBezTo>
                    <a:cubicBezTo>
                      <a:pt x="260443" y="143283"/>
                      <a:pt x="260443" y="145914"/>
                      <a:pt x="259122" y="147229"/>
                    </a:cubicBezTo>
                    <a:cubicBezTo>
                      <a:pt x="259122" y="148544"/>
                      <a:pt x="259122" y="149860"/>
                      <a:pt x="257802" y="151175"/>
                    </a:cubicBezTo>
                    <a:cubicBezTo>
                      <a:pt x="257802" y="153806"/>
                      <a:pt x="256482" y="156437"/>
                      <a:pt x="255161" y="159067"/>
                    </a:cubicBezTo>
                    <a:cubicBezTo>
                      <a:pt x="255161" y="160383"/>
                      <a:pt x="253841" y="160383"/>
                      <a:pt x="253841" y="161698"/>
                    </a:cubicBezTo>
                    <a:cubicBezTo>
                      <a:pt x="240637" y="168275"/>
                      <a:pt x="228754" y="176167"/>
                      <a:pt x="232715" y="190636"/>
                    </a:cubicBezTo>
                    <a:cubicBezTo>
                      <a:pt x="232715" y="190636"/>
                      <a:pt x="234035" y="191951"/>
                      <a:pt x="234035" y="191951"/>
                    </a:cubicBezTo>
                    <a:cubicBezTo>
                      <a:pt x="234035" y="199843"/>
                      <a:pt x="232715" y="206420"/>
                      <a:pt x="228754" y="212997"/>
                    </a:cubicBezTo>
                    <a:cubicBezTo>
                      <a:pt x="228754" y="214312"/>
                      <a:pt x="227433" y="215628"/>
                      <a:pt x="227433" y="215628"/>
                    </a:cubicBezTo>
                    <a:cubicBezTo>
                      <a:pt x="222152" y="222204"/>
                      <a:pt x="219511" y="228781"/>
                      <a:pt x="218191" y="235358"/>
                    </a:cubicBezTo>
                    <a:cubicBezTo>
                      <a:pt x="218191" y="236673"/>
                      <a:pt x="214230" y="236673"/>
                      <a:pt x="212909" y="239304"/>
                    </a:cubicBezTo>
                    <a:cubicBezTo>
                      <a:pt x="212909" y="239304"/>
                      <a:pt x="212909" y="240619"/>
                      <a:pt x="211589" y="241935"/>
                    </a:cubicBezTo>
                    <a:cubicBezTo>
                      <a:pt x="211589" y="243250"/>
                      <a:pt x="210268" y="245881"/>
                      <a:pt x="210268" y="245881"/>
                    </a:cubicBezTo>
                    <a:cubicBezTo>
                      <a:pt x="208948" y="247196"/>
                      <a:pt x="207628" y="248512"/>
                      <a:pt x="207628" y="248512"/>
                    </a:cubicBezTo>
                    <a:cubicBezTo>
                      <a:pt x="206307" y="249827"/>
                      <a:pt x="204987" y="251142"/>
                      <a:pt x="203667" y="253773"/>
                    </a:cubicBezTo>
                    <a:cubicBezTo>
                      <a:pt x="199705" y="255088"/>
                      <a:pt x="195744" y="256404"/>
                      <a:pt x="191783" y="259034"/>
                    </a:cubicBezTo>
                    <a:cubicBezTo>
                      <a:pt x="189142" y="259034"/>
                      <a:pt x="185181" y="259034"/>
                      <a:pt x="185181" y="259034"/>
                    </a:cubicBezTo>
                    <a:cubicBezTo>
                      <a:pt x="185181" y="260350"/>
                      <a:pt x="185181" y="260350"/>
                      <a:pt x="183861" y="260350"/>
                    </a:cubicBezTo>
                    <a:cubicBezTo>
                      <a:pt x="183861" y="260350"/>
                      <a:pt x="183861" y="260350"/>
                      <a:pt x="183861" y="261665"/>
                    </a:cubicBezTo>
                    <a:cubicBezTo>
                      <a:pt x="182540" y="261665"/>
                      <a:pt x="182540" y="261665"/>
                      <a:pt x="181220" y="261665"/>
                    </a:cubicBezTo>
                    <a:cubicBezTo>
                      <a:pt x="179899" y="261665"/>
                      <a:pt x="178579" y="260350"/>
                      <a:pt x="178579" y="260350"/>
                    </a:cubicBezTo>
                    <a:cubicBezTo>
                      <a:pt x="178579" y="260350"/>
                      <a:pt x="177259" y="260350"/>
                      <a:pt x="177259" y="259034"/>
                    </a:cubicBezTo>
                    <a:cubicBezTo>
                      <a:pt x="177259" y="259034"/>
                      <a:pt x="175938" y="257719"/>
                      <a:pt x="175938" y="257719"/>
                    </a:cubicBezTo>
                    <a:cubicBezTo>
                      <a:pt x="175938" y="257719"/>
                      <a:pt x="175938" y="256404"/>
                      <a:pt x="175938" y="256404"/>
                    </a:cubicBezTo>
                    <a:cubicBezTo>
                      <a:pt x="175938" y="256404"/>
                      <a:pt x="175938" y="256404"/>
                      <a:pt x="175938" y="255088"/>
                    </a:cubicBezTo>
                    <a:cubicBezTo>
                      <a:pt x="175938" y="255088"/>
                      <a:pt x="175938" y="255088"/>
                      <a:pt x="175938" y="253773"/>
                    </a:cubicBezTo>
                    <a:cubicBezTo>
                      <a:pt x="175938" y="252458"/>
                      <a:pt x="175938" y="251142"/>
                      <a:pt x="174618" y="251142"/>
                    </a:cubicBezTo>
                    <a:cubicBezTo>
                      <a:pt x="174618" y="249827"/>
                      <a:pt x="173298" y="248512"/>
                      <a:pt x="173298" y="248512"/>
                    </a:cubicBezTo>
                    <a:cubicBezTo>
                      <a:pt x="171977" y="247196"/>
                      <a:pt x="171977" y="245881"/>
                      <a:pt x="171977" y="245881"/>
                    </a:cubicBezTo>
                    <a:cubicBezTo>
                      <a:pt x="171977" y="245881"/>
                      <a:pt x="171977" y="245881"/>
                      <a:pt x="170657" y="245881"/>
                    </a:cubicBezTo>
                    <a:cubicBezTo>
                      <a:pt x="170657" y="245881"/>
                      <a:pt x="170657" y="244565"/>
                      <a:pt x="170657" y="244565"/>
                    </a:cubicBezTo>
                    <a:cubicBezTo>
                      <a:pt x="170657" y="244565"/>
                      <a:pt x="169336" y="243250"/>
                      <a:pt x="169336" y="243250"/>
                    </a:cubicBezTo>
                    <a:cubicBezTo>
                      <a:pt x="169336" y="243250"/>
                      <a:pt x="169336" y="243250"/>
                      <a:pt x="169336" y="241935"/>
                    </a:cubicBezTo>
                    <a:cubicBezTo>
                      <a:pt x="168016" y="234043"/>
                      <a:pt x="162735" y="226150"/>
                      <a:pt x="160094" y="219574"/>
                    </a:cubicBezTo>
                    <a:cubicBezTo>
                      <a:pt x="158773" y="214312"/>
                      <a:pt x="161414" y="209051"/>
                      <a:pt x="164055" y="205105"/>
                    </a:cubicBezTo>
                    <a:cubicBezTo>
                      <a:pt x="165375" y="203789"/>
                      <a:pt x="165375" y="203789"/>
                      <a:pt x="165375" y="202474"/>
                    </a:cubicBezTo>
                    <a:cubicBezTo>
                      <a:pt x="165375" y="201159"/>
                      <a:pt x="165375" y="199843"/>
                      <a:pt x="165375" y="198528"/>
                    </a:cubicBezTo>
                    <a:cubicBezTo>
                      <a:pt x="164055" y="198528"/>
                      <a:pt x="164055" y="195897"/>
                      <a:pt x="164055" y="194582"/>
                    </a:cubicBezTo>
                    <a:cubicBezTo>
                      <a:pt x="162735" y="191951"/>
                      <a:pt x="161414" y="188005"/>
                      <a:pt x="160094" y="185374"/>
                    </a:cubicBezTo>
                    <a:cubicBezTo>
                      <a:pt x="160094" y="185374"/>
                      <a:pt x="158773" y="184059"/>
                      <a:pt x="157453" y="182744"/>
                    </a:cubicBezTo>
                    <a:cubicBezTo>
                      <a:pt x="157453" y="181428"/>
                      <a:pt x="156133" y="181428"/>
                      <a:pt x="156133" y="180113"/>
                    </a:cubicBezTo>
                    <a:cubicBezTo>
                      <a:pt x="150851" y="176167"/>
                      <a:pt x="154812" y="169590"/>
                      <a:pt x="152172" y="164329"/>
                    </a:cubicBezTo>
                    <a:cubicBezTo>
                      <a:pt x="150851" y="161698"/>
                      <a:pt x="149531" y="160383"/>
                      <a:pt x="148210" y="160383"/>
                    </a:cubicBezTo>
                    <a:cubicBezTo>
                      <a:pt x="145570" y="160383"/>
                      <a:pt x="144249" y="160383"/>
                      <a:pt x="144249" y="160383"/>
                    </a:cubicBezTo>
                    <a:cubicBezTo>
                      <a:pt x="142929" y="160383"/>
                      <a:pt x="142929" y="159067"/>
                      <a:pt x="142929" y="159067"/>
                    </a:cubicBezTo>
                    <a:cubicBezTo>
                      <a:pt x="142929" y="159067"/>
                      <a:pt x="142929" y="157752"/>
                      <a:pt x="141609" y="157752"/>
                    </a:cubicBezTo>
                    <a:cubicBezTo>
                      <a:pt x="141609" y="157752"/>
                      <a:pt x="141609" y="156437"/>
                      <a:pt x="141609" y="156437"/>
                    </a:cubicBezTo>
                    <a:cubicBezTo>
                      <a:pt x="141609" y="156437"/>
                      <a:pt x="138968" y="156437"/>
                      <a:pt x="136327" y="155121"/>
                    </a:cubicBezTo>
                    <a:cubicBezTo>
                      <a:pt x="136327" y="156437"/>
                      <a:pt x="135007" y="156437"/>
                      <a:pt x="133686" y="156437"/>
                    </a:cubicBezTo>
                    <a:cubicBezTo>
                      <a:pt x="132366" y="156437"/>
                      <a:pt x="132366" y="156437"/>
                      <a:pt x="131046" y="156437"/>
                    </a:cubicBezTo>
                    <a:cubicBezTo>
                      <a:pt x="117842" y="163013"/>
                      <a:pt x="98036" y="164329"/>
                      <a:pt x="92755" y="145914"/>
                    </a:cubicBezTo>
                    <a:cubicBezTo>
                      <a:pt x="92755" y="145914"/>
                      <a:pt x="91434" y="144598"/>
                      <a:pt x="91434" y="143283"/>
                    </a:cubicBezTo>
                    <a:cubicBezTo>
                      <a:pt x="90114" y="141968"/>
                      <a:pt x="90114" y="140652"/>
                      <a:pt x="88794" y="140652"/>
                    </a:cubicBezTo>
                    <a:cubicBezTo>
                      <a:pt x="88794" y="140652"/>
                      <a:pt x="88794" y="140652"/>
                      <a:pt x="88794" y="139337"/>
                    </a:cubicBezTo>
                    <a:cubicBezTo>
                      <a:pt x="87473" y="139337"/>
                      <a:pt x="87473" y="139337"/>
                      <a:pt x="87473" y="139337"/>
                    </a:cubicBezTo>
                    <a:cubicBezTo>
                      <a:pt x="87473" y="138022"/>
                      <a:pt x="87473" y="138022"/>
                      <a:pt x="88794" y="136706"/>
                    </a:cubicBezTo>
                    <a:cubicBezTo>
                      <a:pt x="88794" y="136706"/>
                      <a:pt x="88794" y="135391"/>
                      <a:pt x="88794" y="134075"/>
                    </a:cubicBezTo>
                    <a:cubicBezTo>
                      <a:pt x="88794" y="134075"/>
                      <a:pt x="88794" y="132760"/>
                      <a:pt x="88794" y="132760"/>
                    </a:cubicBezTo>
                    <a:cubicBezTo>
                      <a:pt x="88794" y="132760"/>
                      <a:pt x="88794" y="131445"/>
                      <a:pt x="88794" y="131445"/>
                    </a:cubicBezTo>
                    <a:cubicBezTo>
                      <a:pt x="91434" y="120922"/>
                      <a:pt x="94075" y="110399"/>
                      <a:pt x="101997" y="103822"/>
                    </a:cubicBezTo>
                    <a:cubicBezTo>
                      <a:pt x="103318" y="102507"/>
                      <a:pt x="104638" y="102507"/>
                      <a:pt x="105958" y="101192"/>
                    </a:cubicBezTo>
                    <a:cubicBezTo>
                      <a:pt x="108599" y="99876"/>
                      <a:pt x="111240" y="98561"/>
                      <a:pt x="113881" y="95930"/>
                    </a:cubicBezTo>
                    <a:cubicBezTo>
                      <a:pt x="115201" y="94615"/>
                      <a:pt x="115201" y="94615"/>
                      <a:pt x="115201" y="93299"/>
                    </a:cubicBezTo>
                    <a:cubicBezTo>
                      <a:pt x="117842" y="89353"/>
                      <a:pt x="120483" y="84092"/>
                      <a:pt x="125764" y="84092"/>
                    </a:cubicBezTo>
                    <a:cubicBezTo>
                      <a:pt x="132366" y="84092"/>
                      <a:pt x="137647" y="84092"/>
                      <a:pt x="144249" y="81461"/>
                    </a:cubicBezTo>
                    <a:cubicBezTo>
                      <a:pt x="145570" y="81461"/>
                      <a:pt x="146890" y="81461"/>
                      <a:pt x="148210" y="81461"/>
                    </a:cubicBezTo>
                    <a:cubicBezTo>
                      <a:pt x="152172" y="80146"/>
                      <a:pt x="157453" y="81461"/>
                      <a:pt x="161414" y="82777"/>
                    </a:cubicBezTo>
                    <a:cubicBezTo>
                      <a:pt x="158773" y="88038"/>
                      <a:pt x="164055" y="91984"/>
                      <a:pt x="168016" y="91984"/>
                    </a:cubicBezTo>
                    <a:cubicBezTo>
                      <a:pt x="169336" y="91984"/>
                      <a:pt x="170657" y="91984"/>
                      <a:pt x="170657" y="91984"/>
                    </a:cubicBezTo>
                    <a:cubicBezTo>
                      <a:pt x="171977" y="93299"/>
                      <a:pt x="173298" y="93299"/>
                      <a:pt x="174618" y="93299"/>
                    </a:cubicBezTo>
                    <a:cubicBezTo>
                      <a:pt x="174618" y="93299"/>
                      <a:pt x="175938" y="94615"/>
                      <a:pt x="175938" y="94615"/>
                    </a:cubicBezTo>
                    <a:cubicBezTo>
                      <a:pt x="177259" y="95930"/>
                      <a:pt x="178579" y="95930"/>
                      <a:pt x="179899" y="95930"/>
                    </a:cubicBezTo>
                    <a:cubicBezTo>
                      <a:pt x="179899" y="94615"/>
                      <a:pt x="179899" y="94615"/>
                      <a:pt x="179899" y="94615"/>
                    </a:cubicBezTo>
                    <a:cubicBezTo>
                      <a:pt x="179899" y="93299"/>
                      <a:pt x="179899" y="93299"/>
                      <a:pt x="179899" y="91984"/>
                    </a:cubicBezTo>
                    <a:cubicBezTo>
                      <a:pt x="181220" y="91984"/>
                      <a:pt x="181220" y="90669"/>
                      <a:pt x="181220" y="90669"/>
                    </a:cubicBezTo>
                    <a:cubicBezTo>
                      <a:pt x="182540" y="90669"/>
                      <a:pt x="183861" y="90669"/>
                      <a:pt x="183861" y="90669"/>
                    </a:cubicBezTo>
                    <a:cubicBezTo>
                      <a:pt x="185181" y="90669"/>
                      <a:pt x="186501" y="90669"/>
                      <a:pt x="186501" y="90669"/>
                    </a:cubicBezTo>
                    <a:cubicBezTo>
                      <a:pt x="190463" y="91984"/>
                      <a:pt x="194424" y="93299"/>
                      <a:pt x="198385" y="94615"/>
                    </a:cubicBezTo>
                    <a:cubicBezTo>
                      <a:pt x="206307" y="95930"/>
                      <a:pt x="218191" y="89353"/>
                      <a:pt x="211589" y="84092"/>
                    </a:cubicBezTo>
                    <a:cubicBezTo>
                      <a:pt x="206307" y="80146"/>
                      <a:pt x="193104" y="85407"/>
                      <a:pt x="189142" y="74884"/>
                    </a:cubicBezTo>
                    <a:cubicBezTo>
                      <a:pt x="189142" y="74884"/>
                      <a:pt x="187822" y="73569"/>
                      <a:pt x="187822" y="76200"/>
                    </a:cubicBezTo>
                    <a:cubicBezTo>
                      <a:pt x="186501" y="77515"/>
                      <a:pt x="187822" y="77515"/>
                      <a:pt x="187822" y="78830"/>
                    </a:cubicBezTo>
                    <a:cubicBezTo>
                      <a:pt x="189142" y="80146"/>
                      <a:pt x="189142" y="80146"/>
                      <a:pt x="186501" y="82777"/>
                    </a:cubicBezTo>
                    <a:cubicBezTo>
                      <a:pt x="185181" y="82777"/>
                      <a:pt x="183861" y="82777"/>
                      <a:pt x="183861" y="81461"/>
                    </a:cubicBezTo>
                    <a:cubicBezTo>
                      <a:pt x="178579" y="73569"/>
                      <a:pt x="171977" y="70938"/>
                      <a:pt x="165375" y="65677"/>
                    </a:cubicBezTo>
                    <a:cubicBezTo>
                      <a:pt x="165375" y="72254"/>
                      <a:pt x="175938" y="76200"/>
                      <a:pt x="178579" y="81461"/>
                    </a:cubicBezTo>
                    <a:cubicBezTo>
                      <a:pt x="175938" y="78830"/>
                      <a:pt x="173298" y="81461"/>
                      <a:pt x="173298" y="82777"/>
                    </a:cubicBezTo>
                    <a:cubicBezTo>
                      <a:pt x="170657" y="77515"/>
                      <a:pt x="164055" y="72254"/>
                      <a:pt x="158773" y="68308"/>
                    </a:cubicBezTo>
                    <a:cubicBezTo>
                      <a:pt x="157453" y="68308"/>
                      <a:pt x="157453" y="68308"/>
                      <a:pt x="156133" y="68308"/>
                    </a:cubicBezTo>
                    <a:cubicBezTo>
                      <a:pt x="154812" y="68308"/>
                      <a:pt x="153492" y="68308"/>
                      <a:pt x="152172" y="69623"/>
                    </a:cubicBezTo>
                    <a:cubicBezTo>
                      <a:pt x="150851" y="69623"/>
                      <a:pt x="149531" y="69623"/>
                      <a:pt x="148210" y="70938"/>
                    </a:cubicBezTo>
                    <a:cubicBezTo>
                      <a:pt x="146890" y="72254"/>
                      <a:pt x="146890" y="72254"/>
                      <a:pt x="145570" y="73569"/>
                    </a:cubicBezTo>
                    <a:cubicBezTo>
                      <a:pt x="144249" y="73569"/>
                      <a:pt x="144249" y="74884"/>
                      <a:pt x="142929" y="74884"/>
                    </a:cubicBezTo>
                    <a:cubicBezTo>
                      <a:pt x="140288" y="76200"/>
                      <a:pt x="138968" y="78830"/>
                      <a:pt x="137647" y="78830"/>
                    </a:cubicBezTo>
                    <a:cubicBezTo>
                      <a:pt x="131046" y="82777"/>
                      <a:pt x="124444" y="82777"/>
                      <a:pt x="119162" y="78830"/>
                    </a:cubicBezTo>
                    <a:cubicBezTo>
                      <a:pt x="117842" y="77515"/>
                      <a:pt x="119162" y="74884"/>
                      <a:pt x="119162" y="73569"/>
                    </a:cubicBezTo>
                    <a:cubicBezTo>
                      <a:pt x="120483" y="63046"/>
                      <a:pt x="131046" y="65677"/>
                      <a:pt x="138968" y="66992"/>
                    </a:cubicBezTo>
                    <a:cubicBezTo>
                      <a:pt x="141609" y="68308"/>
                      <a:pt x="141609" y="63046"/>
                      <a:pt x="138968" y="60415"/>
                    </a:cubicBezTo>
                    <a:cubicBezTo>
                      <a:pt x="140288" y="60415"/>
                      <a:pt x="141609" y="60415"/>
                      <a:pt x="142929" y="60415"/>
                    </a:cubicBezTo>
                    <a:cubicBezTo>
                      <a:pt x="148210" y="57785"/>
                      <a:pt x="153492" y="55154"/>
                      <a:pt x="158773" y="52523"/>
                    </a:cubicBezTo>
                    <a:cubicBezTo>
                      <a:pt x="158773" y="52523"/>
                      <a:pt x="160094" y="52523"/>
                      <a:pt x="161414" y="52523"/>
                    </a:cubicBezTo>
                    <a:cubicBezTo>
                      <a:pt x="161414" y="51208"/>
                      <a:pt x="161414" y="47262"/>
                      <a:pt x="164055" y="47262"/>
                    </a:cubicBezTo>
                    <a:cubicBezTo>
                      <a:pt x="164055" y="47262"/>
                      <a:pt x="164055" y="47262"/>
                      <a:pt x="164055" y="49893"/>
                    </a:cubicBezTo>
                    <a:cubicBezTo>
                      <a:pt x="165375" y="49893"/>
                      <a:pt x="165375" y="49893"/>
                      <a:pt x="165375" y="51208"/>
                    </a:cubicBezTo>
                    <a:cubicBezTo>
                      <a:pt x="165375" y="52523"/>
                      <a:pt x="164055" y="51208"/>
                      <a:pt x="164055" y="51208"/>
                    </a:cubicBezTo>
                    <a:cubicBezTo>
                      <a:pt x="168016" y="53839"/>
                      <a:pt x="175938" y="52523"/>
                      <a:pt x="177259" y="45947"/>
                    </a:cubicBezTo>
                    <a:cubicBezTo>
                      <a:pt x="177259" y="45947"/>
                      <a:pt x="178579" y="45947"/>
                      <a:pt x="178579" y="47262"/>
                    </a:cubicBezTo>
                    <a:cubicBezTo>
                      <a:pt x="178579" y="45947"/>
                      <a:pt x="178579" y="43316"/>
                      <a:pt x="179899" y="43316"/>
                    </a:cubicBezTo>
                    <a:cubicBezTo>
                      <a:pt x="181220" y="43316"/>
                      <a:pt x="182540" y="43316"/>
                      <a:pt x="183861" y="42000"/>
                    </a:cubicBezTo>
                    <a:cubicBezTo>
                      <a:pt x="183861" y="42000"/>
                      <a:pt x="185181" y="42000"/>
                      <a:pt x="185181" y="40685"/>
                    </a:cubicBezTo>
                    <a:cubicBezTo>
                      <a:pt x="183861" y="40685"/>
                      <a:pt x="182540" y="42000"/>
                      <a:pt x="181220" y="42000"/>
                    </a:cubicBezTo>
                    <a:cubicBezTo>
                      <a:pt x="179899" y="43316"/>
                      <a:pt x="178579" y="43316"/>
                      <a:pt x="177259" y="43316"/>
                    </a:cubicBezTo>
                    <a:cubicBezTo>
                      <a:pt x="175938" y="42000"/>
                      <a:pt x="175938" y="39370"/>
                      <a:pt x="178579" y="39370"/>
                    </a:cubicBezTo>
                    <a:cubicBezTo>
                      <a:pt x="177259" y="39370"/>
                      <a:pt x="175938" y="39370"/>
                      <a:pt x="174618" y="40685"/>
                    </a:cubicBezTo>
                    <a:cubicBezTo>
                      <a:pt x="173298" y="42000"/>
                      <a:pt x="173298" y="43316"/>
                      <a:pt x="171977" y="43316"/>
                    </a:cubicBezTo>
                    <a:cubicBezTo>
                      <a:pt x="174618" y="45947"/>
                      <a:pt x="171977" y="51208"/>
                      <a:pt x="168016" y="51208"/>
                    </a:cubicBezTo>
                    <a:cubicBezTo>
                      <a:pt x="166696" y="49893"/>
                      <a:pt x="166696" y="49893"/>
                      <a:pt x="165375" y="48577"/>
                    </a:cubicBezTo>
                    <a:cubicBezTo>
                      <a:pt x="165375" y="48577"/>
                      <a:pt x="164055" y="47262"/>
                      <a:pt x="164055" y="47262"/>
                    </a:cubicBezTo>
                    <a:cubicBezTo>
                      <a:pt x="162735" y="47262"/>
                      <a:pt x="161414" y="45947"/>
                      <a:pt x="160094" y="45947"/>
                    </a:cubicBezTo>
                    <a:cubicBezTo>
                      <a:pt x="158773" y="44631"/>
                      <a:pt x="162735" y="42000"/>
                      <a:pt x="165375" y="40685"/>
                    </a:cubicBezTo>
                    <a:cubicBezTo>
                      <a:pt x="166696" y="40685"/>
                      <a:pt x="166696" y="39370"/>
                      <a:pt x="168016" y="39370"/>
                    </a:cubicBezTo>
                    <a:cubicBezTo>
                      <a:pt x="169336" y="39370"/>
                      <a:pt x="169336" y="38054"/>
                      <a:pt x="170657" y="38054"/>
                    </a:cubicBezTo>
                    <a:cubicBezTo>
                      <a:pt x="177259" y="36739"/>
                      <a:pt x="181220" y="35424"/>
                      <a:pt x="187822" y="35424"/>
                    </a:cubicBezTo>
                    <a:cubicBezTo>
                      <a:pt x="186501" y="36739"/>
                      <a:pt x="185181" y="35424"/>
                      <a:pt x="183861" y="36739"/>
                    </a:cubicBezTo>
                    <a:lnTo>
                      <a:pt x="187822" y="36739"/>
                    </a:lnTo>
                    <a:cubicBezTo>
                      <a:pt x="187822" y="36739"/>
                      <a:pt x="187822" y="36739"/>
                      <a:pt x="190463" y="34108"/>
                    </a:cubicBezTo>
                    <a:cubicBezTo>
                      <a:pt x="190463" y="34108"/>
                      <a:pt x="190463" y="34108"/>
                      <a:pt x="187822" y="34108"/>
                    </a:cubicBezTo>
                    <a:cubicBezTo>
                      <a:pt x="189142" y="34108"/>
                      <a:pt x="190463" y="32793"/>
                      <a:pt x="190463" y="32793"/>
                    </a:cubicBezTo>
                    <a:cubicBezTo>
                      <a:pt x="189142" y="32793"/>
                      <a:pt x="189142" y="32793"/>
                      <a:pt x="187822" y="32793"/>
                    </a:cubicBezTo>
                    <a:lnTo>
                      <a:pt x="189915" y="31750"/>
                    </a:lnTo>
                    <a:lnTo>
                      <a:pt x="190463" y="31477"/>
                    </a:lnTo>
                    <a:cubicBezTo>
                      <a:pt x="183861" y="30162"/>
                      <a:pt x="177259" y="30162"/>
                      <a:pt x="169336" y="30162"/>
                    </a:cubicBezTo>
                    <a:close/>
                    <a:moveTo>
                      <a:pt x="169069" y="0"/>
                    </a:moveTo>
                    <a:cubicBezTo>
                      <a:pt x="262443" y="0"/>
                      <a:pt x="338138" y="75339"/>
                      <a:pt x="338138" y="168275"/>
                    </a:cubicBezTo>
                    <a:cubicBezTo>
                      <a:pt x="338138" y="261211"/>
                      <a:pt x="262443" y="336550"/>
                      <a:pt x="169069" y="336550"/>
                    </a:cubicBezTo>
                    <a:cubicBezTo>
                      <a:pt x="75695" y="336550"/>
                      <a:pt x="0" y="261211"/>
                      <a:pt x="0" y="168275"/>
                    </a:cubicBezTo>
                    <a:cubicBezTo>
                      <a:pt x="0" y="75339"/>
                      <a:pt x="75695" y="0"/>
                      <a:pt x="16906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013">
                  <a:solidFill>
                    <a:schemeClr val="tx1">
                      <a:lumMod val="65000"/>
                      <a:lumOff val="35000"/>
                    </a:schemeClr>
                  </a:solidFill>
                  <a:latin typeface="+mj-ea"/>
                  <a:ea typeface="+mj-ea"/>
                </a:endParaRPr>
              </a:p>
            </p:txBody>
          </p:sp>
        </p:grpSp>
        <p:sp>
          <p:nvSpPr>
            <p:cNvPr id="101" name="矩形 100"/>
            <p:cNvSpPr/>
            <p:nvPr/>
          </p:nvSpPr>
          <p:spPr>
            <a:xfrm>
              <a:off x="2990674" y="2565961"/>
              <a:ext cx="2873210" cy="89870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050" dirty="0">
                  <a:solidFill>
                    <a:schemeClr val="tx1">
                      <a:lumMod val="65000"/>
                      <a:lumOff val="35000"/>
                    </a:schemeClr>
                  </a:solidFill>
                  <a:latin typeface="+mj-ea"/>
                  <a:ea typeface="+mj-ea"/>
                </a:rPr>
                <a:t>用户可以在投影仪或者计算机上进行演示也可以将演示文稿打印出来</a:t>
              </a:r>
            </a:p>
          </p:txBody>
        </p:sp>
      </p:grpSp>
      <p:grpSp>
        <p:nvGrpSpPr>
          <p:cNvPr id="108" name="组合 107"/>
          <p:cNvGrpSpPr/>
          <p:nvPr/>
        </p:nvGrpSpPr>
        <p:grpSpPr>
          <a:xfrm>
            <a:off x="1042551" y="3241498"/>
            <a:ext cx="3355363" cy="869174"/>
            <a:chOff x="1390067" y="3960813"/>
            <a:chExt cx="4473817" cy="1158899"/>
          </a:xfrm>
        </p:grpSpPr>
        <p:grpSp>
          <p:nvGrpSpPr>
            <p:cNvPr id="109" name="组合 108"/>
            <p:cNvGrpSpPr/>
            <p:nvPr/>
          </p:nvGrpSpPr>
          <p:grpSpPr>
            <a:xfrm>
              <a:off x="1390067" y="3960813"/>
              <a:ext cx="1543634" cy="1095559"/>
              <a:chOff x="863017" y="2149408"/>
              <a:chExt cx="1543634" cy="1095559"/>
            </a:xfrm>
          </p:grpSpPr>
          <p:cxnSp>
            <p:nvCxnSpPr>
              <p:cNvPr id="111" name="直接连接符 110"/>
              <p:cNvCxnSpPr/>
              <p:nvPr/>
            </p:nvCxnSpPr>
            <p:spPr>
              <a:xfrm>
                <a:off x="1952226" y="2697189"/>
                <a:ext cx="454425" cy="803"/>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2406651" y="2200698"/>
                <a:ext cx="0" cy="994588"/>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13" name="组合 112"/>
              <p:cNvGrpSpPr/>
              <p:nvPr/>
            </p:nvGrpSpPr>
            <p:grpSpPr>
              <a:xfrm>
                <a:off x="863017" y="2149408"/>
                <a:ext cx="1095558" cy="1095559"/>
                <a:chOff x="808238" y="1990456"/>
                <a:chExt cx="1205114" cy="1205114"/>
              </a:xfrm>
            </p:grpSpPr>
            <p:sp>
              <p:nvSpPr>
                <p:cNvPr id="115" name="椭圆 114"/>
                <p:cNvSpPr/>
                <p:nvPr/>
              </p:nvSpPr>
              <p:spPr>
                <a:xfrm rot="5400000">
                  <a:off x="808238" y="1990456"/>
                  <a:ext cx="1205114" cy="1205114"/>
                </a:xfrm>
                <a:prstGeom prst="ellipse">
                  <a:avLst/>
                </a:prstGeom>
                <a:solidFill>
                  <a:schemeClr val="bg1">
                    <a:lumMod val="75000"/>
                    <a:alpha val="40000"/>
                  </a:schemeClr>
                </a:solidFill>
                <a:ln>
                  <a:noFill/>
                </a:ln>
              </p:spPr>
              <p:txBody>
                <a:bodyPr anchor="ctr"/>
                <a:lstStyle/>
                <a:p>
                  <a:pPr algn="ctr"/>
                  <a:endParaRPr sz="1013">
                    <a:solidFill>
                      <a:schemeClr val="tx1">
                        <a:lumMod val="65000"/>
                        <a:lumOff val="35000"/>
                      </a:schemeClr>
                    </a:solidFill>
                    <a:latin typeface="+mj-ea"/>
                    <a:ea typeface="+mj-ea"/>
                  </a:endParaRPr>
                </a:p>
              </p:txBody>
            </p:sp>
            <p:sp>
              <p:nvSpPr>
                <p:cNvPr id="116" name="椭圆 115"/>
                <p:cNvSpPr/>
                <p:nvPr/>
              </p:nvSpPr>
              <p:spPr>
                <a:xfrm rot="5400000">
                  <a:off x="915793" y="2098012"/>
                  <a:ext cx="989999" cy="990000"/>
                </a:xfrm>
                <a:prstGeom prst="ellipse">
                  <a:avLst/>
                </a:prstGeom>
                <a:solidFill>
                  <a:srgbClr val="D8783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013">
                    <a:solidFill>
                      <a:schemeClr val="tx1">
                        <a:lumMod val="65000"/>
                        <a:lumOff val="35000"/>
                      </a:schemeClr>
                    </a:solidFill>
                    <a:latin typeface="+mj-ea"/>
                    <a:ea typeface="+mj-ea"/>
                  </a:endParaRPr>
                </a:p>
              </p:txBody>
            </p:sp>
          </p:grpSp>
          <p:sp>
            <p:nvSpPr>
              <p:cNvPr id="114" name="任意多边形 113"/>
              <p:cNvSpPr/>
              <p:nvPr/>
            </p:nvSpPr>
            <p:spPr>
              <a:xfrm>
                <a:off x="1198923" y="2486309"/>
                <a:ext cx="423746" cy="421756"/>
              </a:xfrm>
              <a:custGeom>
                <a:avLst/>
                <a:gdLst>
                  <a:gd name="connsiteX0" fmla="*/ 256117 w 338138"/>
                  <a:gd name="connsiteY0" fmla="*/ 200025 h 336550"/>
                  <a:gd name="connsiteX1" fmla="*/ 257440 w 338138"/>
                  <a:gd name="connsiteY1" fmla="*/ 201324 h 336550"/>
                  <a:gd name="connsiteX2" fmla="*/ 258763 w 338138"/>
                  <a:gd name="connsiteY2" fmla="*/ 202623 h 336550"/>
                  <a:gd name="connsiteX3" fmla="*/ 258763 w 338138"/>
                  <a:gd name="connsiteY3" fmla="*/ 203922 h 336550"/>
                  <a:gd name="connsiteX4" fmla="*/ 258763 w 338138"/>
                  <a:gd name="connsiteY4" fmla="*/ 205221 h 336550"/>
                  <a:gd name="connsiteX5" fmla="*/ 258763 w 338138"/>
                  <a:gd name="connsiteY5" fmla="*/ 206520 h 336550"/>
                  <a:gd name="connsiteX6" fmla="*/ 257440 w 338138"/>
                  <a:gd name="connsiteY6" fmla="*/ 207819 h 336550"/>
                  <a:gd name="connsiteX7" fmla="*/ 254794 w 338138"/>
                  <a:gd name="connsiteY7" fmla="*/ 216911 h 336550"/>
                  <a:gd name="connsiteX8" fmla="*/ 246857 w 338138"/>
                  <a:gd name="connsiteY8" fmla="*/ 233796 h 336550"/>
                  <a:gd name="connsiteX9" fmla="*/ 245534 w 338138"/>
                  <a:gd name="connsiteY9" fmla="*/ 240290 h 336550"/>
                  <a:gd name="connsiteX10" fmla="*/ 241565 w 338138"/>
                  <a:gd name="connsiteY10" fmla="*/ 242888 h 336550"/>
                  <a:gd name="connsiteX11" fmla="*/ 237596 w 338138"/>
                  <a:gd name="connsiteY11" fmla="*/ 241589 h 336550"/>
                  <a:gd name="connsiteX12" fmla="*/ 236273 w 338138"/>
                  <a:gd name="connsiteY12" fmla="*/ 238992 h 336550"/>
                  <a:gd name="connsiteX13" fmla="*/ 234950 w 338138"/>
                  <a:gd name="connsiteY13" fmla="*/ 237693 h 336550"/>
                  <a:gd name="connsiteX14" fmla="*/ 236273 w 338138"/>
                  <a:gd name="connsiteY14" fmla="*/ 235095 h 336550"/>
                  <a:gd name="connsiteX15" fmla="*/ 236273 w 338138"/>
                  <a:gd name="connsiteY15" fmla="*/ 233796 h 336550"/>
                  <a:gd name="connsiteX16" fmla="*/ 238919 w 338138"/>
                  <a:gd name="connsiteY16" fmla="*/ 226003 h 336550"/>
                  <a:gd name="connsiteX17" fmla="*/ 238919 w 338138"/>
                  <a:gd name="connsiteY17" fmla="*/ 218210 h 336550"/>
                  <a:gd name="connsiteX18" fmla="*/ 238919 w 338138"/>
                  <a:gd name="connsiteY18" fmla="*/ 216911 h 336550"/>
                  <a:gd name="connsiteX19" fmla="*/ 240242 w 338138"/>
                  <a:gd name="connsiteY19" fmla="*/ 215612 h 336550"/>
                  <a:gd name="connsiteX20" fmla="*/ 240242 w 338138"/>
                  <a:gd name="connsiteY20" fmla="*/ 214313 h 336550"/>
                  <a:gd name="connsiteX21" fmla="*/ 246857 w 338138"/>
                  <a:gd name="connsiteY21" fmla="*/ 210416 h 336550"/>
                  <a:gd name="connsiteX22" fmla="*/ 253471 w 338138"/>
                  <a:gd name="connsiteY22" fmla="*/ 202623 h 336550"/>
                  <a:gd name="connsiteX23" fmla="*/ 253471 w 338138"/>
                  <a:gd name="connsiteY23" fmla="*/ 201324 h 336550"/>
                  <a:gd name="connsiteX24" fmla="*/ 256117 w 338138"/>
                  <a:gd name="connsiteY24" fmla="*/ 200025 h 336550"/>
                  <a:gd name="connsiteX25" fmla="*/ 300038 w 338138"/>
                  <a:gd name="connsiteY25" fmla="*/ 171450 h 336550"/>
                  <a:gd name="connsiteX26" fmla="*/ 301625 w 338138"/>
                  <a:gd name="connsiteY26" fmla="*/ 171450 h 336550"/>
                  <a:gd name="connsiteX27" fmla="*/ 298450 w 338138"/>
                  <a:gd name="connsiteY27" fmla="*/ 176213 h 336550"/>
                  <a:gd name="connsiteX28" fmla="*/ 296863 w 338138"/>
                  <a:gd name="connsiteY28" fmla="*/ 177800 h 336550"/>
                  <a:gd name="connsiteX29" fmla="*/ 295275 w 338138"/>
                  <a:gd name="connsiteY29" fmla="*/ 177800 h 336550"/>
                  <a:gd name="connsiteX30" fmla="*/ 295275 w 338138"/>
                  <a:gd name="connsiteY30" fmla="*/ 176213 h 336550"/>
                  <a:gd name="connsiteX31" fmla="*/ 296863 w 338138"/>
                  <a:gd name="connsiteY31" fmla="*/ 174625 h 336550"/>
                  <a:gd name="connsiteX32" fmla="*/ 298450 w 338138"/>
                  <a:gd name="connsiteY32" fmla="*/ 173038 h 336550"/>
                  <a:gd name="connsiteX33" fmla="*/ 293688 w 338138"/>
                  <a:gd name="connsiteY33" fmla="*/ 171450 h 336550"/>
                  <a:gd name="connsiteX34" fmla="*/ 296863 w 338138"/>
                  <a:gd name="connsiteY34" fmla="*/ 171450 h 336550"/>
                  <a:gd name="connsiteX35" fmla="*/ 293688 w 338138"/>
                  <a:gd name="connsiteY35" fmla="*/ 174625 h 336550"/>
                  <a:gd name="connsiteX36" fmla="*/ 292100 w 338138"/>
                  <a:gd name="connsiteY36" fmla="*/ 174625 h 336550"/>
                  <a:gd name="connsiteX37" fmla="*/ 292100 w 338138"/>
                  <a:gd name="connsiteY37" fmla="*/ 173038 h 336550"/>
                  <a:gd name="connsiteX38" fmla="*/ 303946 w 338138"/>
                  <a:gd name="connsiteY38" fmla="*/ 169998 h 336550"/>
                  <a:gd name="connsiteX39" fmla="*/ 303457 w 338138"/>
                  <a:gd name="connsiteY39" fmla="*/ 173083 h 336550"/>
                  <a:gd name="connsiteX40" fmla="*/ 303213 w 338138"/>
                  <a:gd name="connsiteY40" fmla="*/ 174625 h 336550"/>
                  <a:gd name="connsiteX41" fmla="*/ 303213 w 338138"/>
                  <a:gd name="connsiteY41" fmla="*/ 173288 h 336550"/>
                  <a:gd name="connsiteX42" fmla="*/ 303213 w 338138"/>
                  <a:gd name="connsiteY42" fmla="*/ 171952 h 336550"/>
                  <a:gd name="connsiteX43" fmla="*/ 303213 w 338138"/>
                  <a:gd name="connsiteY43" fmla="*/ 170615 h 336550"/>
                  <a:gd name="connsiteX44" fmla="*/ 288926 w 338138"/>
                  <a:gd name="connsiteY44" fmla="*/ 169862 h 336550"/>
                  <a:gd name="connsiteX45" fmla="*/ 290513 w 338138"/>
                  <a:gd name="connsiteY45" fmla="*/ 169862 h 336550"/>
                  <a:gd name="connsiteX46" fmla="*/ 293688 w 338138"/>
                  <a:gd name="connsiteY46" fmla="*/ 169862 h 336550"/>
                  <a:gd name="connsiteX47" fmla="*/ 293688 w 338138"/>
                  <a:gd name="connsiteY47" fmla="*/ 170656 h 336550"/>
                  <a:gd name="connsiteX48" fmla="*/ 292101 w 338138"/>
                  <a:gd name="connsiteY48" fmla="*/ 171450 h 336550"/>
                  <a:gd name="connsiteX49" fmla="*/ 290513 w 338138"/>
                  <a:gd name="connsiteY49" fmla="*/ 171450 h 336550"/>
                  <a:gd name="connsiteX50" fmla="*/ 288926 w 338138"/>
                  <a:gd name="connsiteY50" fmla="*/ 171450 h 336550"/>
                  <a:gd name="connsiteX51" fmla="*/ 287338 w 338138"/>
                  <a:gd name="connsiteY51" fmla="*/ 170656 h 336550"/>
                  <a:gd name="connsiteX52" fmla="*/ 288926 w 338138"/>
                  <a:gd name="connsiteY52" fmla="*/ 169862 h 336550"/>
                  <a:gd name="connsiteX53" fmla="*/ 304800 w 338138"/>
                  <a:gd name="connsiteY53" fmla="*/ 164600 h 336550"/>
                  <a:gd name="connsiteX54" fmla="*/ 304800 w 338138"/>
                  <a:gd name="connsiteY54" fmla="*/ 165267 h 336550"/>
                  <a:gd name="connsiteX55" fmla="*/ 304800 w 338138"/>
                  <a:gd name="connsiteY55" fmla="*/ 166604 h 336550"/>
                  <a:gd name="connsiteX56" fmla="*/ 304800 w 338138"/>
                  <a:gd name="connsiteY56" fmla="*/ 167941 h 336550"/>
                  <a:gd name="connsiteX57" fmla="*/ 304800 w 338138"/>
                  <a:gd name="connsiteY57" fmla="*/ 169278 h 336550"/>
                  <a:gd name="connsiteX58" fmla="*/ 303946 w 338138"/>
                  <a:gd name="connsiteY58" fmla="*/ 169998 h 336550"/>
                  <a:gd name="connsiteX59" fmla="*/ 301626 w 338138"/>
                  <a:gd name="connsiteY59" fmla="*/ 149225 h 336550"/>
                  <a:gd name="connsiteX60" fmla="*/ 303213 w 338138"/>
                  <a:gd name="connsiteY60" fmla="*/ 149225 h 336550"/>
                  <a:gd name="connsiteX61" fmla="*/ 304800 w 338138"/>
                  <a:gd name="connsiteY61" fmla="*/ 150562 h 336550"/>
                  <a:gd name="connsiteX62" fmla="*/ 304800 w 338138"/>
                  <a:gd name="connsiteY62" fmla="*/ 151899 h 336550"/>
                  <a:gd name="connsiteX63" fmla="*/ 304800 w 338138"/>
                  <a:gd name="connsiteY63" fmla="*/ 154573 h 336550"/>
                  <a:gd name="connsiteX64" fmla="*/ 305656 w 338138"/>
                  <a:gd name="connsiteY64" fmla="*/ 153133 h 336550"/>
                  <a:gd name="connsiteX65" fmla="*/ 306128 w 338138"/>
                  <a:gd name="connsiteY65" fmla="*/ 156215 h 336550"/>
                  <a:gd name="connsiteX66" fmla="*/ 304800 w 338138"/>
                  <a:gd name="connsiteY66" fmla="*/ 164600 h 336550"/>
                  <a:gd name="connsiteX67" fmla="*/ 304800 w 338138"/>
                  <a:gd name="connsiteY67" fmla="*/ 162594 h 336550"/>
                  <a:gd name="connsiteX68" fmla="*/ 304800 w 338138"/>
                  <a:gd name="connsiteY68" fmla="*/ 161257 h 336550"/>
                  <a:gd name="connsiteX69" fmla="*/ 304800 w 338138"/>
                  <a:gd name="connsiteY69" fmla="*/ 159920 h 336550"/>
                  <a:gd name="connsiteX70" fmla="*/ 304800 w 338138"/>
                  <a:gd name="connsiteY70" fmla="*/ 158583 h 336550"/>
                  <a:gd name="connsiteX71" fmla="*/ 303213 w 338138"/>
                  <a:gd name="connsiteY71" fmla="*/ 158583 h 336550"/>
                  <a:gd name="connsiteX72" fmla="*/ 303213 w 338138"/>
                  <a:gd name="connsiteY72" fmla="*/ 157246 h 336550"/>
                  <a:gd name="connsiteX73" fmla="*/ 303213 w 338138"/>
                  <a:gd name="connsiteY73" fmla="*/ 155909 h 336550"/>
                  <a:gd name="connsiteX74" fmla="*/ 303213 w 338138"/>
                  <a:gd name="connsiteY74" fmla="*/ 154573 h 336550"/>
                  <a:gd name="connsiteX75" fmla="*/ 301625 w 338138"/>
                  <a:gd name="connsiteY75" fmla="*/ 154573 h 336550"/>
                  <a:gd name="connsiteX76" fmla="*/ 301625 w 338138"/>
                  <a:gd name="connsiteY76" fmla="*/ 153236 h 336550"/>
                  <a:gd name="connsiteX77" fmla="*/ 301625 w 338138"/>
                  <a:gd name="connsiteY77" fmla="*/ 151899 h 336550"/>
                  <a:gd name="connsiteX78" fmla="*/ 301625 w 338138"/>
                  <a:gd name="connsiteY78" fmla="*/ 150812 h 336550"/>
                  <a:gd name="connsiteX79" fmla="*/ 301626 w 338138"/>
                  <a:gd name="connsiteY79" fmla="*/ 150813 h 336550"/>
                  <a:gd name="connsiteX80" fmla="*/ 301626 w 338138"/>
                  <a:gd name="connsiteY80" fmla="*/ 149226 h 336550"/>
                  <a:gd name="connsiteX81" fmla="*/ 298450 w 338138"/>
                  <a:gd name="connsiteY81" fmla="*/ 147637 h 336550"/>
                  <a:gd name="connsiteX82" fmla="*/ 298450 w 338138"/>
                  <a:gd name="connsiteY82" fmla="*/ 148907 h 336550"/>
                  <a:gd name="connsiteX83" fmla="*/ 298450 w 338138"/>
                  <a:gd name="connsiteY83" fmla="*/ 150177 h 336550"/>
                  <a:gd name="connsiteX84" fmla="*/ 297180 w 338138"/>
                  <a:gd name="connsiteY84" fmla="*/ 150177 h 336550"/>
                  <a:gd name="connsiteX85" fmla="*/ 295910 w 338138"/>
                  <a:gd name="connsiteY85" fmla="*/ 150177 h 336550"/>
                  <a:gd name="connsiteX86" fmla="*/ 294640 w 338138"/>
                  <a:gd name="connsiteY86" fmla="*/ 150177 h 336550"/>
                  <a:gd name="connsiteX87" fmla="*/ 294640 w 338138"/>
                  <a:gd name="connsiteY87" fmla="*/ 152717 h 336550"/>
                  <a:gd name="connsiteX88" fmla="*/ 294640 w 338138"/>
                  <a:gd name="connsiteY88" fmla="*/ 153987 h 336550"/>
                  <a:gd name="connsiteX89" fmla="*/ 295910 w 338138"/>
                  <a:gd name="connsiteY89" fmla="*/ 155257 h 336550"/>
                  <a:gd name="connsiteX90" fmla="*/ 295910 w 338138"/>
                  <a:gd name="connsiteY90" fmla="*/ 153987 h 336550"/>
                  <a:gd name="connsiteX91" fmla="*/ 297180 w 338138"/>
                  <a:gd name="connsiteY91" fmla="*/ 152717 h 336550"/>
                  <a:gd name="connsiteX92" fmla="*/ 297180 w 338138"/>
                  <a:gd name="connsiteY92" fmla="*/ 153987 h 336550"/>
                  <a:gd name="connsiteX93" fmla="*/ 295910 w 338138"/>
                  <a:gd name="connsiteY93" fmla="*/ 156527 h 336550"/>
                  <a:gd name="connsiteX94" fmla="*/ 295910 w 338138"/>
                  <a:gd name="connsiteY94" fmla="*/ 157797 h 336550"/>
                  <a:gd name="connsiteX95" fmla="*/ 297180 w 338138"/>
                  <a:gd name="connsiteY95" fmla="*/ 160337 h 336550"/>
                  <a:gd name="connsiteX96" fmla="*/ 297180 w 338138"/>
                  <a:gd name="connsiteY96" fmla="*/ 162877 h 336550"/>
                  <a:gd name="connsiteX97" fmla="*/ 295910 w 338138"/>
                  <a:gd name="connsiteY97" fmla="*/ 164147 h 336550"/>
                  <a:gd name="connsiteX98" fmla="*/ 294640 w 338138"/>
                  <a:gd name="connsiteY98" fmla="*/ 162877 h 336550"/>
                  <a:gd name="connsiteX99" fmla="*/ 294640 w 338138"/>
                  <a:gd name="connsiteY99" fmla="*/ 165417 h 336550"/>
                  <a:gd name="connsiteX100" fmla="*/ 293370 w 338138"/>
                  <a:gd name="connsiteY100" fmla="*/ 166687 h 336550"/>
                  <a:gd name="connsiteX101" fmla="*/ 293370 w 338138"/>
                  <a:gd name="connsiteY101" fmla="*/ 165417 h 336550"/>
                  <a:gd name="connsiteX102" fmla="*/ 293370 w 338138"/>
                  <a:gd name="connsiteY102" fmla="*/ 162877 h 336550"/>
                  <a:gd name="connsiteX103" fmla="*/ 293370 w 338138"/>
                  <a:gd name="connsiteY103" fmla="*/ 161607 h 336550"/>
                  <a:gd name="connsiteX104" fmla="*/ 292100 w 338138"/>
                  <a:gd name="connsiteY104" fmla="*/ 159067 h 336550"/>
                  <a:gd name="connsiteX105" fmla="*/ 293370 w 338138"/>
                  <a:gd name="connsiteY105" fmla="*/ 157797 h 336550"/>
                  <a:gd name="connsiteX106" fmla="*/ 293370 w 338138"/>
                  <a:gd name="connsiteY106" fmla="*/ 155257 h 336550"/>
                  <a:gd name="connsiteX107" fmla="*/ 293370 w 338138"/>
                  <a:gd name="connsiteY107" fmla="*/ 153987 h 336550"/>
                  <a:gd name="connsiteX108" fmla="*/ 293370 w 338138"/>
                  <a:gd name="connsiteY108" fmla="*/ 151447 h 336550"/>
                  <a:gd name="connsiteX109" fmla="*/ 293370 w 338138"/>
                  <a:gd name="connsiteY109" fmla="*/ 148907 h 336550"/>
                  <a:gd name="connsiteX110" fmla="*/ 294640 w 338138"/>
                  <a:gd name="connsiteY110" fmla="*/ 148907 h 336550"/>
                  <a:gd name="connsiteX111" fmla="*/ 298450 w 338138"/>
                  <a:gd name="connsiteY111" fmla="*/ 147637 h 336550"/>
                  <a:gd name="connsiteX112" fmla="*/ 300038 w 338138"/>
                  <a:gd name="connsiteY112" fmla="*/ 139700 h 336550"/>
                  <a:gd name="connsiteX113" fmla="*/ 301626 w 338138"/>
                  <a:gd name="connsiteY113" fmla="*/ 139700 h 336550"/>
                  <a:gd name="connsiteX114" fmla="*/ 301626 w 338138"/>
                  <a:gd name="connsiteY114" fmla="*/ 141288 h 336550"/>
                  <a:gd name="connsiteX115" fmla="*/ 301626 w 338138"/>
                  <a:gd name="connsiteY115" fmla="*/ 142875 h 336550"/>
                  <a:gd name="connsiteX116" fmla="*/ 301626 w 338138"/>
                  <a:gd name="connsiteY116" fmla="*/ 146051 h 336550"/>
                  <a:gd name="connsiteX117" fmla="*/ 301626 w 338138"/>
                  <a:gd name="connsiteY117" fmla="*/ 147638 h 336550"/>
                  <a:gd name="connsiteX118" fmla="*/ 301626 w 338138"/>
                  <a:gd name="connsiteY118" fmla="*/ 149225 h 336550"/>
                  <a:gd name="connsiteX119" fmla="*/ 301625 w 338138"/>
                  <a:gd name="connsiteY119" fmla="*/ 149225 h 336550"/>
                  <a:gd name="connsiteX120" fmla="*/ 301625 w 338138"/>
                  <a:gd name="connsiteY120" fmla="*/ 150562 h 336550"/>
                  <a:gd name="connsiteX121" fmla="*/ 301625 w 338138"/>
                  <a:gd name="connsiteY121" fmla="*/ 150812 h 336550"/>
                  <a:gd name="connsiteX122" fmla="*/ 300038 w 338138"/>
                  <a:gd name="connsiteY122" fmla="*/ 149226 h 336550"/>
                  <a:gd name="connsiteX123" fmla="*/ 300038 w 338138"/>
                  <a:gd name="connsiteY123" fmla="*/ 147638 h 336550"/>
                  <a:gd name="connsiteX124" fmla="*/ 300038 w 338138"/>
                  <a:gd name="connsiteY124" fmla="*/ 144463 h 336550"/>
                  <a:gd name="connsiteX125" fmla="*/ 300038 w 338138"/>
                  <a:gd name="connsiteY125" fmla="*/ 141288 h 336550"/>
                  <a:gd name="connsiteX126" fmla="*/ 287338 w 338138"/>
                  <a:gd name="connsiteY126" fmla="*/ 131762 h 336550"/>
                  <a:gd name="connsiteX127" fmla="*/ 292101 w 338138"/>
                  <a:gd name="connsiteY127" fmla="*/ 134484 h 336550"/>
                  <a:gd name="connsiteX128" fmla="*/ 292101 w 338138"/>
                  <a:gd name="connsiteY128" fmla="*/ 135844 h 336550"/>
                  <a:gd name="connsiteX129" fmla="*/ 290513 w 338138"/>
                  <a:gd name="connsiteY129" fmla="*/ 138566 h 336550"/>
                  <a:gd name="connsiteX130" fmla="*/ 290513 w 338138"/>
                  <a:gd name="connsiteY130" fmla="*/ 139927 h 336550"/>
                  <a:gd name="connsiteX131" fmla="*/ 290513 w 338138"/>
                  <a:gd name="connsiteY131" fmla="*/ 142648 h 336550"/>
                  <a:gd name="connsiteX132" fmla="*/ 292101 w 338138"/>
                  <a:gd name="connsiteY132" fmla="*/ 144009 h 336550"/>
                  <a:gd name="connsiteX133" fmla="*/ 293688 w 338138"/>
                  <a:gd name="connsiteY133" fmla="*/ 145369 h 336550"/>
                  <a:gd name="connsiteX134" fmla="*/ 292101 w 338138"/>
                  <a:gd name="connsiteY134" fmla="*/ 146730 h 336550"/>
                  <a:gd name="connsiteX135" fmla="*/ 292101 w 338138"/>
                  <a:gd name="connsiteY135" fmla="*/ 148091 h 336550"/>
                  <a:gd name="connsiteX136" fmla="*/ 290513 w 338138"/>
                  <a:gd name="connsiteY136" fmla="*/ 150812 h 336550"/>
                  <a:gd name="connsiteX137" fmla="*/ 290513 w 338138"/>
                  <a:gd name="connsiteY137" fmla="*/ 152173 h 336550"/>
                  <a:gd name="connsiteX138" fmla="*/ 290513 w 338138"/>
                  <a:gd name="connsiteY138" fmla="*/ 153534 h 336550"/>
                  <a:gd name="connsiteX139" fmla="*/ 290513 w 338138"/>
                  <a:gd name="connsiteY139" fmla="*/ 154894 h 336550"/>
                  <a:gd name="connsiteX140" fmla="*/ 290513 w 338138"/>
                  <a:gd name="connsiteY140" fmla="*/ 157616 h 336550"/>
                  <a:gd name="connsiteX141" fmla="*/ 288925 w 338138"/>
                  <a:gd name="connsiteY141" fmla="*/ 160337 h 336550"/>
                  <a:gd name="connsiteX142" fmla="*/ 287338 w 338138"/>
                  <a:gd name="connsiteY142" fmla="*/ 160337 h 336550"/>
                  <a:gd name="connsiteX143" fmla="*/ 285750 w 338138"/>
                  <a:gd name="connsiteY143" fmla="*/ 137205 h 336550"/>
                  <a:gd name="connsiteX144" fmla="*/ 285750 w 338138"/>
                  <a:gd name="connsiteY144" fmla="*/ 135844 h 336550"/>
                  <a:gd name="connsiteX145" fmla="*/ 285750 w 338138"/>
                  <a:gd name="connsiteY145" fmla="*/ 133123 h 336550"/>
                  <a:gd name="connsiteX146" fmla="*/ 287338 w 338138"/>
                  <a:gd name="connsiteY146" fmla="*/ 131762 h 336550"/>
                  <a:gd name="connsiteX147" fmla="*/ 296863 w 338138"/>
                  <a:gd name="connsiteY147" fmla="*/ 123825 h 336550"/>
                  <a:gd name="connsiteX148" fmla="*/ 298451 w 338138"/>
                  <a:gd name="connsiteY148" fmla="*/ 127000 h 336550"/>
                  <a:gd name="connsiteX149" fmla="*/ 300038 w 338138"/>
                  <a:gd name="connsiteY149" fmla="*/ 130175 h 336550"/>
                  <a:gd name="connsiteX150" fmla="*/ 298451 w 338138"/>
                  <a:gd name="connsiteY150" fmla="*/ 130175 h 336550"/>
                  <a:gd name="connsiteX151" fmla="*/ 298451 w 338138"/>
                  <a:gd name="connsiteY151" fmla="*/ 133350 h 336550"/>
                  <a:gd name="connsiteX152" fmla="*/ 296863 w 338138"/>
                  <a:gd name="connsiteY152" fmla="*/ 131763 h 336550"/>
                  <a:gd name="connsiteX153" fmla="*/ 296863 w 338138"/>
                  <a:gd name="connsiteY153" fmla="*/ 130175 h 336550"/>
                  <a:gd name="connsiteX154" fmla="*/ 295276 w 338138"/>
                  <a:gd name="connsiteY154" fmla="*/ 128588 h 336550"/>
                  <a:gd name="connsiteX155" fmla="*/ 293688 w 338138"/>
                  <a:gd name="connsiteY155" fmla="*/ 130175 h 336550"/>
                  <a:gd name="connsiteX156" fmla="*/ 293688 w 338138"/>
                  <a:gd name="connsiteY156" fmla="*/ 128588 h 336550"/>
                  <a:gd name="connsiteX157" fmla="*/ 293688 w 338138"/>
                  <a:gd name="connsiteY157" fmla="*/ 125413 h 336550"/>
                  <a:gd name="connsiteX158" fmla="*/ 296863 w 338138"/>
                  <a:gd name="connsiteY158" fmla="*/ 125413 h 336550"/>
                  <a:gd name="connsiteX159" fmla="*/ 292100 w 338138"/>
                  <a:gd name="connsiteY159" fmla="*/ 117475 h 336550"/>
                  <a:gd name="connsiteX160" fmla="*/ 293688 w 338138"/>
                  <a:gd name="connsiteY160" fmla="*/ 117475 h 336550"/>
                  <a:gd name="connsiteX161" fmla="*/ 293688 w 338138"/>
                  <a:gd name="connsiteY161" fmla="*/ 119063 h 336550"/>
                  <a:gd name="connsiteX162" fmla="*/ 293688 w 338138"/>
                  <a:gd name="connsiteY162" fmla="*/ 120650 h 336550"/>
                  <a:gd name="connsiteX163" fmla="*/ 285750 w 338138"/>
                  <a:gd name="connsiteY163" fmla="*/ 101600 h 336550"/>
                  <a:gd name="connsiteX164" fmla="*/ 287338 w 338138"/>
                  <a:gd name="connsiteY164" fmla="*/ 101600 h 336550"/>
                  <a:gd name="connsiteX165" fmla="*/ 287338 w 338138"/>
                  <a:gd name="connsiteY165" fmla="*/ 104775 h 336550"/>
                  <a:gd name="connsiteX166" fmla="*/ 288925 w 338138"/>
                  <a:gd name="connsiteY166" fmla="*/ 107950 h 336550"/>
                  <a:gd name="connsiteX167" fmla="*/ 290513 w 338138"/>
                  <a:gd name="connsiteY167" fmla="*/ 109538 h 336550"/>
                  <a:gd name="connsiteX168" fmla="*/ 292101 w 338138"/>
                  <a:gd name="connsiteY168" fmla="*/ 111125 h 336550"/>
                  <a:gd name="connsiteX169" fmla="*/ 293688 w 338138"/>
                  <a:gd name="connsiteY169" fmla="*/ 111125 h 336550"/>
                  <a:gd name="connsiteX170" fmla="*/ 293688 w 338138"/>
                  <a:gd name="connsiteY170" fmla="*/ 114300 h 336550"/>
                  <a:gd name="connsiteX171" fmla="*/ 293688 w 338138"/>
                  <a:gd name="connsiteY171" fmla="*/ 115887 h 336550"/>
                  <a:gd name="connsiteX172" fmla="*/ 295276 w 338138"/>
                  <a:gd name="connsiteY172" fmla="*/ 117475 h 336550"/>
                  <a:gd name="connsiteX173" fmla="*/ 295276 w 338138"/>
                  <a:gd name="connsiteY173" fmla="*/ 119062 h 336550"/>
                  <a:gd name="connsiteX174" fmla="*/ 295276 w 338138"/>
                  <a:gd name="connsiteY174" fmla="*/ 120650 h 336550"/>
                  <a:gd name="connsiteX175" fmla="*/ 295276 w 338138"/>
                  <a:gd name="connsiteY175" fmla="*/ 122237 h 336550"/>
                  <a:gd name="connsiteX176" fmla="*/ 293688 w 338138"/>
                  <a:gd name="connsiteY176" fmla="*/ 117475 h 336550"/>
                  <a:gd name="connsiteX177" fmla="*/ 293688 w 338138"/>
                  <a:gd name="connsiteY177" fmla="*/ 115888 h 336550"/>
                  <a:gd name="connsiteX178" fmla="*/ 292101 w 338138"/>
                  <a:gd name="connsiteY178" fmla="*/ 114300 h 336550"/>
                  <a:gd name="connsiteX179" fmla="*/ 290513 w 338138"/>
                  <a:gd name="connsiteY179" fmla="*/ 114300 h 336550"/>
                  <a:gd name="connsiteX180" fmla="*/ 290513 w 338138"/>
                  <a:gd name="connsiteY180" fmla="*/ 115888 h 336550"/>
                  <a:gd name="connsiteX181" fmla="*/ 290513 w 338138"/>
                  <a:gd name="connsiteY181" fmla="*/ 117475 h 336550"/>
                  <a:gd name="connsiteX182" fmla="*/ 288925 w 338138"/>
                  <a:gd name="connsiteY182" fmla="*/ 117475 h 336550"/>
                  <a:gd name="connsiteX183" fmla="*/ 288925 w 338138"/>
                  <a:gd name="connsiteY183" fmla="*/ 115888 h 336550"/>
                  <a:gd name="connsiteX184" fmla="*/ 288925 w 338138"/>
                  <a:gd name="connsiteY184" fmla="*/ 112713 h 336550"/>
                  <a:gd name="connsiteX185" fmla="*/ 287338 w 338138"/>
                  <a:gd name="connsiteY185" fmla="*/ 109538 h 336550"/>
                  <a:gd name="connsiteX186" fmla="*/ 285750 w 338138"/>
                  <a:gd name="connsiteY186" fmla="*/ 107950 h 336550"/>
                  <a:gd name="connsiteX187" fmla="*/ 285750 w 338138"/>
                  <a:gd name="connsiteY187" fmla="*/ 106363 h 336550"/>
                  <a:gd name="connsiteX188" fmla="*/ 285750 w 338138"/>
                  <a:gd name="connsiteY188" fmla="*/ 103188 h 336550"/>
                  <a:gd name="connsiteX189" fmla="*/ 203200 w 338138"/>
                  <a:gd name="connsiteY189" fmla="*/ 85725 h 336550"/>
                  <a:gd name="connsiteX190" fmla="*/ 207963 w 338138"/>
                  <a:gd name="connsiteY190" fmla="*/ 85725 h 336550"/>
                  <a:gd name="connsiteX191" fmla="*/ 204391 w 338138"/>
                  <a:gd name="connsiteY191" fmla="*/ 87842 h 336550"/>
                  <a:gd name="connsiteX192" fmla="*/ 203200 w 338138"/>
                  <a:gd name="connsiteY192" fmla="*/ 87842 h 336550"/>
                  <a:gd name="connsiteX193" fmla="*/ 203200 w 338138"/>
                  <a:gd name="connsiteY193" fmla="*/ 85725 h 336550"/>
                  <a:gd name="connsiteX194" fmla="*/ 188913 w 338138"/>
                  <a:gd name="connsiteY194" fmla="*/ 83476 h 336550"/>
                  <a:gd name="connsiteX195" fmla="*/ 192088 w 338138"/>
                  <a:gd name="connsiteY195" fmla="*/ 84667 h 336550"/>
                  <a:gd name="connsiteX196" fmla="*/ 190501 w 338138"/>
                  <a:gd name="connsiteY196" fmla="*/ 85725 h 336550"/>
                  <a:gd name="connsiteX197" fmla="*/ 185738 w 338138"/>
                  <a:gd name="connsiteY197" fmla="*/ 84667 h 336550"/>
                  <a:gd name="connsiteX198" fmla="*/ 188913 w 338138"/>
                  <a:gd name="connsiteY198" fmla="*/ 83476 h 336550"/>
                  <a:gd name="connsiteX199" fmla="*/ 161925 w 338138"/>
                  <a:gd name="connsiteY199" fmla="*/ 77787 h 336550"/>
                  <a:gd name="connsiteX200" fmla="*/ 163248 w 338138"/>
                  <a:gd name="connsiteY200" fmla="*/ 77787 h 336550"/>
                  <a:gd name="connsiteX201" fmla="*/ 168540 w 338138"/>
                  <a:gd name="connsiteY201" fmla="*/ 82550 h 336550"/>
                  <a:gd name="connsiteX202" fmla="*/ 167217 w 338138"/>
                  <a:gd name="connsiteY202" fmla="*/ 82550 h 336550"/>
                  <a:gd name="connsiteX203" fmla="*/ 167217 w 338138"/>
                  <a:gd name="connsiteY203" fmla="*/ 81359 h 336550"/>
                  <a:gd name="connsiteX204" fmla="*/ 161925 w 338138"/>
                  <a:gd name="connsiteY204" fmla="*/ 78978 h 336550"/>
                  <a:gd name="connsiteX205" fmla="*/ 161925 w 338138"/>
                  <a:gd name="connsiteY205" fmla="*/ 77787 h 336550"/>
                  <a:gd name="connsiteX206" fmla="*/ 158751 w 338138"/>
                  <a:gd name="connsiteY206" fmla="*/ 73554 h 336550"/>
                  <a:gd name="connsiteX207" fmla="*/ 155575 w 338138"/>
                  <a:gd name="connsiteY207" fmla="*/ 77787 h 336550"/>
                  <a:gd name="connsiteX208" fmla="*/ 153988 w 338138"/>
                  <a:gd name="connsiteY208" fmla="*/ 76729 h 336550"/>
                  <a:gd name="connsiteX209" fmla="*/ 158751 w 338138"/>
                  <a:gd name="connsiteY209" fmla="*/ 73554 h 336550"/>
                  <a:gd name="connsiteX210" fmla="*/ 140098 w 338138"/>
                  <a:gd name="connsiteY210" fmla="*/ 48759 h 336550"/>
                  <a:gd name="connsiteX211" fmla="*/ 142876 w 338138"/>
                  <a:gd name="connsiteY211" fmla="*/ 48759 h 336550"/>
                  <a:gd name="connsiteX212" fmla="*/ 131763 w 338138"/>
                  <a:gd name="connsiteY212" fmla="*/ 55563 h 336550"/>
                  <a:gd name="connsiteX213" fmla="*/ 140098 w 338138"/>
                  <a:gd name="connsiteY213" fmla="*/ 48759 h 336550"/>
                  <a:gd name="connsiteX214" fmla="*/ 148273 w 338138"/>
                  <a:gd name="connsiteY214" fmla="*/ 42598 h 336550"/>
                  <a:gd name="connsiteX215" fmla="*/ 150813 w 338138"/>
                  <a:gd name="connsiteY215" fmla="*/ 42598 h 336550"/>
                  <a:gd name="connsiteX216" fmla="*/ 149543 w 338138"/>
                  <a:gd name="connsiteY216" fmla="*/ 43921 h 336550"/>
                  <a:gd name="connsiteX217" fmla="*/ 148273 w 338138"/>
                  <a:gd name="connsiteY217" fmla="*/ 51859 h 336550"/>
                  <a:gd name="connsiteX218" fmla="*/ 150813 w 338138"/>
                  <a:gd name="connsiteY218" fmla="*/ 50536 h 336550"/>
                  <a:gd name="connsiteX219" fmla="*/ 148273 w 338138"/>
                  <a:gd name="connsiteY219" fmla="*/ 53181 h 336550"/>
                  <a:gd name="connsiteX220" fmla="*/ 149543 w 338138"/>
                  <a:gd name="connsiteY220" fmla="*/ 54504 h 336550"/>
                  <a:gd name="connsiteX221" fmla="*/ 141923 w 338138"/>
                  <a:gd name="connsiteY221" fmla="*/ 55827 h 336550"/>
                  <a:gd name="connsiteX222" fmla="*/ 138113 w 338138"/>
                  <a:gd name="connsiteY222" fmla="*/ 57150 h 336550"/>
                  <a:gd name="connsiteX223" fmla="*/ 140653 w 338138"/>
                  <a:gd name="connsiteY223" fmla="*/ 55827 h 336550"/>
                  <a:gd name="connsiteX224" fmla="*/ 141923 w 338138"/>
                  <a:gd name="connsiteY224" fmla="*/ 53181 h 336550"/>
                  <a:gd name="connsiteX225" fmla="*/ 139383 w 338138"/>
                  <a:gd name="connsiteY225" fmla="*/ 53181 h 336550"/>
                  <a:gd name="connsiteX226" fmla="*/ 141923 w 338138"/>
                  <a:gd name="connsiteY226" fmla="*/ 51859 h 336550"/>
                  <a:gd name="connsiteX227" fmla="*/ 145733 w 338138"/>
                  <a:gd name="connsiteY227" fmla="*/ 49213 h 336550"/>
                  <a:gd name="connsiteX228" fmla="*/ 144463 w 338138"/>
                  <a:gd name="connsiteY228" fmla="*/ 47890 h 336550"/>
                  <a:gd name="connsiteX229" fmla="*/ 144463 w 338138"/>
                  <a:gd name="connsiteY229" fmla="*/ 45244 h 336550"/>
                  <a:gd name="connsiteX230" fmla="*/ 143193 w 338138"/>
                  <a:gd name="connsiteY230" fmla="*/ 45244 h 336550"/>
                  <a:gd name="connsiteX231" fmla="*/ 169336 w 338138"/>
                  <a:gd name="connsiteY231" fmla="*/ 30162 h 336550"/>
                  <a:gd name="connsiteX232" fmla="*/ 33338 w 338138"/>
                  <a:gd name="connsiteY232" fmla="*/ 136706 h 336550"/>
                  <a:gd name="connsiteX233" fmla="*/ 33338 w 338138"/>
                  <a:gd name="connsiteY233" fmla="*/ 138022 h 336550"/>
                  <a:gd name="connsiteX234" fmla="*/ 33338 w 338138"/>
                  <a:gd name="connsiteY234" fmla="*/ 139337 h 336550"/>
                  <a:gd name="connsiteX235" fmla="*/ 33338 w 338138"/>
                  <a:gd name="connsiteY235" fmla="*/ 140652 h 336550"/>
                  <a:gd name="connsiteX236" fmla="*/ 34658 w 338138"/>
                  <a:gd name="connsiteY236" fmla="*/ 139337 h 336550"/>
                  <a:gd name="connsiteX237" fmla="*/ 35979 w 338138"/>
                  <a:gd name="connsiteY237" fmla="*/ 139337 h 336550"/>
                  <a:gd name="connsiteX238" fmla="*/ 35979 w 338138"/>
                  <a:gd name="connsiteY238" fmla="*/ 140652 h 336550"/>
                  <a:gd name="connsiteX239" fmla="*/ 43901 w 338138"/>
                  <a:gd name="connsiteY239" fmla="*/ 153806 h 336550"/>
                  <a:gd name="connsiteX240" fmla="*/ 45221 w 338138"/>
                  <a:gd name="connsiteY240" fmla="*/ 169590 h 336550"/>
                  <a:gd name="connsiteX241" fmla="*/ 49182 w 338138"/>
                  <a:gd name="connsiteY241" fmla="*/ 166959 h 336550"/>
                  <a:gd name="connsiteX242" fmla="*/ 50503 w 338138"/>
                  <a:gd name="connsiteY242" fmla="*/ 170905 h 336550"/>
                  <a:gd name="connsiteX243" fmla="*/ 50503 w 338138"/>
                  <a:gd name="connsiteY243" fmla="*/ 168275 h 336550"/>
                  <a:gd name="connsiteX244" fmla="*/ 55784 w 338138"/>
                  <a:gd name="connsiteY244" fmla="*/ 174852 h 336550"/>
                  <a:gd name="connsiteX245" fmla="*/ 57105 w 338138"/>
                  <a:gd name="connsiteY245" fmla="*/ 174852 h 336550"/>
                  <a:gd name="connsiteX246" fmla="*/ 57105 w 338138"/>
                  <a:gd name="connsiteY246" fmla="*/ 173536 h 336550"/>
                  <a:gd name="connsiteX247" fmla="*/ 59745 w 338138"/>
                  <a:gd name="connsiteY247" fmla="*/ 173536 h 336550"/>
                  <a:gd name="connsiteX248" fmla="*/ 61066 w 338138"/>
                  <a:gd name="connsiteY248" fmla="*/ 173536 h 336550"/>
                  <a:gd name="connsiteX249" fmla="*/ 62386 w 338138"/>
                  <a:gd name="connsiteY249" fmla="*/ 173536 h 336550"/>
                  <a:gd name="connsiteX250" fmla="*/ 63706 w 338138"/>
                  <a:gd name="connsiteY250" fmla="*/ 173536 h 336550"/>
                  <a:gd name="connsiteX251" fmla="*/ 65027 w 338138"/>
                  <a:gd name="connsiteY251" fmla="*/ 173536 h 336550"/>
                  <a:gd name="connsiteX252" fmla="*/ 65027 w 338138"/>
                  <a:gd name="connsiteY252" fmla="*/ 174852 h 336550"/>
                  <a:gd name="connsiteX253" fmla="*/ 68988 w 338138"/>
                  <a:gd name="connsiteY253" fmla="*/ 177482 h 336550"/>
                  <a:gd name="connsiteX254" fmla="*/ 72949 w 338138"/>
                  <a:gd name="connsiteY254" fmla="*/ 180113 h 336550"/>
                  <a:gd name="connsiteX255" fmla="*/ 74269 w 338138"/>
                  <a:gd name="connsiteY255" fmla="*/ 182744 h 336550"/>
                  <a:gd name="connsiteX256" fmla="*/ 74269 w 338138"/>
                  <a:gd name="connsiteY256" fmla="*/ 185374 h 336550"/>
                  <a:gd name="connsiteX257" fmla="*/ 74269 w 338138"/>
                  <a:gd name="connsiteY257" fmla="*/ 189320 h 336550"/>
                  <a:gd name="connsiteX258" fmla="*/ 71629 w 338138"/>
                  <a:gd name="connsiteY258" fmla="*/ 194582 h 336550"/>
                  <a:gd name="connsiteX259" fmla="*/ 71629 w 338138"/>
                  <a:gd name="connsiteY259" fmla="*/ 195897 h 336550"/>
                  <a:gd name="connsiteX260" fmla="*/ 63706 w 338138"/>
                  <a:gd name="connsiteY260" fmla="*/ 219574 h 336550"/>
                  <a:gd name="connsiteX261" fmla="*/ 66347 w 338138"/>
                  <a:gd name="connsiteY261" fmla="*/ 236673 h 336550"/>
                  <a:gd name="connsiteX262" fmla="*/ 66347 w 338138"/>
                  <a:gd name="connsiteY262" fmla="*/ 239304 h 336550"/>
                  <a:gd name="connsiteX263" fmla="*/ 65027 w 338138"/>
                  <a:gd name="connsiteY263" fmla="*/ 245881 h 336550"/>
                  <a:gd name="connsiteX264" fmla="*/ 62386 w 338138"/>
                  <a:gd name="connsiteY264" fmla="*/ 244565 h 336550"/>
                  <a:gd name="connsiteX265" fmla="*/ 65027 w 338138"/>
                  <a:gd name="connsiteY265" fmla="*/ 253773 h 336550"/>
                  <a:gd name="connsiteX266" fmla="*/ 62386 w 338138"/>
                  <a:gd name="connsiteY266" fmla="*/ 255088 h 336550"/>
                  <a:gd name="connsiteX267" fmla="*/ 63706 w 338138"/>
                  <a:gd name="connsiteY267" fmla="*/ 257719 h 336550"/>
                  <a:gd name="connsiteX268" fmla="*/ 66347 w 338138"/>
                  <a:gd name="connsiteY268" fmla="*/ 260350 h 336550"/>
                  <a:gd name="connsiteX269" fmla="*/ 66347 w 338138"/>
                  <a:gd name="connsiteY269" fmla="*/ 261665 h 336550"/>
                  <a:gd name="connsiteX270" fmla="*/ 67668 w 338138"/>
                  <a:gd name="connsiteY270" fmla="*/ 261665 h 336550"/>
                  <a:gd name="connsiteX271" fmla="*/ 87473 w 338138"/>
                  <a:gd name="connsiteY271" fmla="*/ 280080 h 336550"/>
                  <a:gd name="connsiteX272" fmla="*/ 88794 w 338138"/>
                  <a:gd name="connsiteY272" fmla="*/ 280080 h 336550"/>
                  <a:gd name="connsiteX273" fmla="*/ 88794 w 338138"/>
                  <a:gd name="connsiteY273" fmla="*/ 281395 h 336550"/>
                  <a:gd name="connsiteX274" fmla="*/ 90114 w 338138"/>
                  <a:gd name="connsiteY274" fmla="*/ 281395 h 336550"/>
                  <a:gd name="connsiteX275" fmla="*/ 169336 w 338138"/>
                  <a:gd name="connsiteY275" fmla="*/ 306387 h 336550"/>
                  <a:gd name="connsiteX276" fmla="*/ 307976 w 338138"/>
                  <a:gd name="connsiteY276" fmla="*/ 168275 h 336550"/>
                  <a:gd name="connsiteX277" fmla="*/ 306128 w 338138"/>
                  <a:gd name="connsiteY277" fmla="*/ 156215 h 336550"/>
                  <a:gd name="connsiteX278" fmla="*/ 306388 w 338138"/>
                  <a:gd name="connsiteY278" fmla="*/ 154573 h 336550"/>
                  <a:gd name="connsiteX279" fmla="*/ 306388 w 338138"/>
                  <a:gd name="connsiteY279" fmla="*/ 151899 h 336550"/>
                  <a:gd name="connsiteX280" fmla="*/ 305656 w 338138"/>
                  <a:gd name="connsiteY280" fmla="*/ 153133 h 336550"/>
                  <a:gd name="connsiteX281" fmla="*/ 301374 w 338138"/>
                  <a:gd name="connsiteY281" fmla="*/ 125197 h 336550"/>
                  <a:gd name="connsiteX282" fmla="*/ 282889 w 338138"/>
                  <a:gd name="connsiteY282" fmla="*/ 88038 h 336550"/>
                  <a:gd name="connsiteX283" fmla="*/ 282889 w 338138"/>
                  <a:gd name="connsiteY283" fmla="*/ 109084 h 336550"/>
                  <a:gd name="connsiteX284" fmla="*/ 281569 w 338138"/>
                  <a:gd name="connsiteY284" fmla="*/ 113030 h 336550"/>
                  <a:gd name="connsiteX285" fmla="*/ 278928 w 338138"/>
                  <a:gd name="connsiteY285" fmla="*/ 115660 h 336550"/>
                  <a:gd name="connsiteX286" fmla="*/ 278928 w 338138"/>
                  <a:gd name="connsiteY286" fmla="*/ 113030 h 336550"/>
                  <a:gd name="connsiteX287" fmla="*/ 277608 w 338138"/>
                  <a:gd name="connsiteY287" fmla="*/ 109084 h 336550"/>
                  <a:gd name="connsiteX288" fmla="*/ 274967 w 338138"/>
                  <a:gd name="connsiteY288" fmla="*/ 106453 h 336550"/>
                  <a:gd name="connsiteX289" fmla="*/ 253841 w 338138"/>
                  <a:gd name="connsiteY289" fmla="*/ 101192 h 336550"/>
                  <a:gd name="connsiteX290" fmla="*/ 249880 w 338138"/>
                  <a:gd name="connsiteY290" fmla="*/ 99876 h 336550"/>
                  <a:gd name="connsiteX291" fmla="*/ 240637 w 338138"/>
                  <a:gd name="connsiteY291" fmla="*/ 97245 h 336550"/>
                  <a:gd name="connsiteX292" fmla="*/ 245919 w 338138"/>
                  <a:gd name="connsiteY292" fmla="*/ 106453 h 336550"/>
                  <a:gd name="connsiteX293" fmla="*/ 247239 w 338138"/>
                  <a:gd name="connsiteY293" fmla="*/ 103822 h 336550"/>
                  <a:gd name="connsiteX294" fmla="*/ 248559 w 338138"/>
                  <a:gd name="connsiteY294" fmla="*/ 106453 h 336550"/>
                  <a:gd name="connsiteX295" fmla="*/ 256482 w 338138"/>
                  <a:gd name="connsiteY295" fmla="*/ 105138 h 336550"/>
                  <a:gd name="connsiteX296" fmla="*/ 268365 w 338138"/>
                  <a:gd name="connsiteY296" fmla="*/ 124868 h 336550"/>
                  <a:gd name="connsiteX297" fmla="*/ 259122 w 338138"/>
                  <a:gd name="connsiteY297" fmla="*/ 132760 h 336550"/>
                  <a:gd name="connsiteX298" fmla="*/ 236676 w 338138"/>
                  <a:gd name="connsiteY298" fmla="*/ 128814 h 336550"/>
                  <a:gd name="connsiteX299" fmla="*/ 235356 w 338138"/>
                  <a:gd name="connsiteY299" fmla="*/ 126183 h 336550"/>
                  <a:gd name="connsiteX300" fmla="*/ 234035 w 338138"/>
                  <a:gd name="connsiteY300" fmla="*/ 123553 h 336550"/>
                  <a:gd name="connsiteX301" fmla="*/ 223472 w 338138"/>
                  <a:gd name="connsiteY301" fmla="*/ 110399 h 336550"/>
                  <a:gd name="connsiteX302" fmla="*/ 220831 w 338138"/>
                  <a:gd name="connsiteY302" fmla="*/ 107768 h 336550"/>
                  <a:gd name="connsiteX303" fmla="*/ 218191 w 338138"/>
                  <a:gd name="connsiteY303" fmla="*/ 105138 h 336550"/>
                  <a:gd name="connsiteX304" fmla="*/ 215550 w 338138"/>
                  <a:gd name="connsiteY304" fmla="*/ 102507 h 336550"/>
                  <a:gd name="connsiteX305" fmla="*/ 210268 w 338138"/>
                  <a:gd name="connsiteY305" fmla="*/ 98561 h 336550"/>
                  <a:gd name="connsiteX306" fmla="*/ 210268 w 338138"/>
                  <a:gd name="connsiteY306" fmla="*/ 99876 h 336550"/>
                  <a:gd name="connsiteX307" fmla="*/ 212909 w 338138"/>
                  <a:gd name="connsiteY307" fmla="*/ 103822 h 336550"/>
                  <a:gd name="connsiteX308" fmla="*/ 215550 w 338138"/>
                  <a:gd name="connsiteY308" fmla="*/ 106453 h 336550"/>
                  <a:gd name="connsiteX309" fmla="*/ 216870 w 338138"/>
                  <a:gd name="connsiteY309" fmla="*/ 109084 h 336550"/>
                  <a:gd name="connsiteX310" fmla="*/ 224793 w 338138"/>
                  <a:gd name="connsiteY310" fmla="*/ 122237 h 336550"/>
                  <a:gd name="connsiteX311" fmla="*/ 231394 w 338138"/>
                  <a:gd name="connsiteY311" fmla="*/ 131445 h 336550"/>
                  <a:gd name="connsiteX312" fmla="*/ 234035 w 338138"/>
                  <a:gd name="connsiteY312" fmla="*/ 134075 h 336550"/>
                  <a:gd name="connsiteX313" fmla="*/ 236676 w 338138"/>
                  <a:gd name="connsiteY313" fmla="*/ 138022 h 336550"/>
                  <a:gd name="connsiteX314" fmla="*/ 240637 w 338138"/>
                  <a:gd name="connsiteY314" fmla="*/ 140652 h 336550"/>
                  <a:gd name="connsiteX315" fmla="*/ 244598 w 338138"/>
                  <a:gd name="connsiteY315" fmla="*/ 143283 h 336550"/>
                  <a:gd name="connsiteX316" fmla="*/ 245919 w 338138"/>
                  <a:gd name="connsiteY316" fmla="*/ 143283 h 336550"/>
                  <a:gd name="connsiteX317" fmla="*/ 248559 w 338138"/>
                  <a:gd name="connsiteY317" fmla="*/ 143283 h 336550"/>
                  <a:gd name="connsiteX318" fmla="*/ 260443 w 338138"/>
                  <a:gd name="connsiteY318" fmla="*/ 140652 h 336550"/>
                  <a:gd name="connsiteX319" fmla="*/ 259122 w 338138"/>
                  <a:gd name="connsiteY319" fmla="*/ 147229 h 336550"/>
                  <a:gd name="connsiteX320" fmla="*/ 257802 w 338138"/>
                  <a:gd name="connsiteY320" fmla="*/ 151175 h 336550"/>
                  <a:gd name="connsiteX321" fmla="*/ 255161 w 338138"/>
                  <a:gd name="connsiteY321" fmla="*/ 159067 h 336550"/>
                  <a:gd name="connsiteX322" fmla="*/ 253841 w 338138"/>
                  <a:gd name="connsiteY322" fmla="*/ 161698 h 336550"/>
                  <a:gd name="connsiteX323" fmla="*/ 232715 w 338138"/>
                  <a:gd name="connsiteY323" fmla="*/ 190636 h 336550"/>
                  <a:gd name="connsiteX324" fmla="*/ 234035 w 338138"/>
                  <a:gd name="connsiteY324" fmla="*/ 191951 h 336550"/>
                  <a:gd name="connsiteX325" fmla="*/ 228754 w 338138"/>
                  <a:gd name="connsiteY325" fmla="*/ 212997 h 336550"/>
                  <a:gd name="connsiteX326" fmla="*/ 227433 w 338138"/>
                  <a:gd name="connsiteY326" fmla="*/ 215628 h 336550"/>
                  <a:gd name="connsiteX327" fmla="*/ 218191 w 338138"/>
                  <a:gd name="connsiteY327" fmla="*/ 235358 h 336550"/>
                  <a:gd name="connsiteX328" fmla="*/ 212909 w 338138"/>
                  <a:gd name="connsiteY328" fmla="*/ 239304 h 336550"/>
                  <a:gd name="connsiteX329" fmla="*/ 211589 w 338138"/>
                  <a:gd name="connsiteY329" fmla="*/ 241935 h 336550"/>
                  <a:gd name="connsiteX330" fmla="*/ 210268 w 338138"/>
                  <a:gd name="connsiteY330" fmla="*/ 245881 h 336550"/>
                  <a:gd name="connsiteX331" fmla="*/ 207628 w 338138"/>
                  <a:gd name="connsiteY331" fmla="*/ 248512 h 336550"/>
                  <a:gd name="connsiteX332" fmla="*/ 203667 w 338138"/>
                  <a:gd name="connsiteY332" fmla="*/ 253773 h 336550"/>
                  <a:gd name="connsiteX333" fmla="*/ 191783 w 338138"/>
                  <a:gd name="connsiteY333" fmla="*/ 259034 h 336550"/>
                  <a:gd name="connsiteX334" fmla="*/ 185181 w 338138"/>
                  <a:gd name="connsiteY334" fmla="*/ 259034 h 336550"/>
                  <a:gd name="connsiteX335" fmla="*/ 183861 w 338138"/>
                  <a:gd name="connsiteY335" fmla="*/ 260350 h 336550"/>
                  <a:gd name="connsiteX336" fmla="*/ 183861 w 338138"/>
                  <a:gd name="connsiteY336" fmla="*/ 261665 h 336550"/>
                  <a:gd name="connsiteX337" fmla="*/ 181220 w 338138"/>
                  <a:gd name="connsiteY337" fmla="*/ 261665 h 336550"/>
                  <a:gd name="connsiteX338" fmla="*/ 178579 w 338138"/>
                  <a:gd name="connsiteY338" fmla="*/ 260350 h 336550"/>
                  <a:gd name="connsiteX339" fmla="*/ 177259 w 338138"/>
                  <a:gd name="connsiteY339" fmla="*/ 259034 h 336550"/>
                  <a:gd name="connsiteX340" fmla="*/ 175938 w 338138"/>
                  <a:gd name="connsiteY340" fmla="*/ 257719 h 336550"/>
                  <a:gd name="connsiteX341" fmla="*/ 175938 w 338138"/>
                  <a:gd name="connsiteY341" fmla="*/ 256404 h 336550"/>
                  <a:gd name="connsiteX342" fmla="*/ 175938 w 338138"/>
                  <a:gd name="connsiteY342" fmla="*/ 255088 h 336550"/>
                  <a:gd name="connsiteX343" fmla="*/ 175938 w 338138"/>
                  <a:gd name="connsiteY343" fmla="*/ 253773 h 336550"/>
                  <a:gd name="connsiteX344" fmla="*/ 174618 w 338138"/>
                  <a:gd name="connsiteY344" fmla="*/ 251142 h 336550"/>
                  <a:gd name="connsiteX345" fmla="*/ 173298 w 338138"/>
                  <a:gd name="connsiteY345" fmla="*/ 248512 h 336550"/>
                  <a:gd name="connsiteX346" fmla="*/ 171977 w 338138"/>
                  <a:gd name="connsiteY346" fmla="*/ 245881 h 336550"/>
                  <a:gd name="connsiteX347" fmla="*/ 170657 w 338138"/>
                  <a:gd name="connsiteY347" fmla="*/ 245881 h 336550"/>
                  <a:gd name="connsiteX348" fmla="*/ 170657 w 338138"/>
                  <a:gd name="connsiteY348" fmla="*/ 244565 h 336550"/>
                  <a:gd name="connsiteX349" fmla="*/ 169336 w 338138"/>
                  <a:gd name="connsiteY349" fmla="*/ 243250 h 336550"/>
                  <a:gd name="connsiteX350" fmla="*/ 169336 w 338138"/>
                  <a:gd name="connsiteY350" fmla="*/ 241935 h 336550"/>
                  <a:gd name="connsiteX351" fmla="*/ 160094 w 338138"/>
                  <a:gd name="connsiteY351" fmla="*/ 219574 h 336550"/>
                  <a:gd name="connsiteX352" fmla="*/ 164055 w 338138"/>
                  <a:gd name="connsiteY352" fmla="*/ 205105 h 336550"/>
                  <a:gd name="connsiteX353" fmla="*/ 165375 w 338138"/>
                  <a:gd name="connsiteY353" fmla="*/ 202474 h 336550"/>
                  <a:gd name="connsiteX354" fmla="*/ 165375 w 338138"/>
                  <a:gd name="connsiteY354" fmla="*/ 198528 h 336550"/>
                  <a:gd name="connsiteX355" fmla="*/ 164055 w 338138"/>
                  <a:gd name="connsiteY355" fmla="*/ 194582 h 336550"/>
                  <a:gd name="connsiteX356" fmla="*/ 160094 w 338138"/>
                  <a:gd name="connsiteY356" fmla="*/ 185374 h 336550"/>
                  <a:gd name="connsiteX357" fmla="*/ 157453 w 338138"/>
                  <a:gd name="connsiteY357" fmla="*/ 182744 h 336550"/>
                  <a:gd name="connsiteX358" fmla="*/ 156133 w 338138"/>
                  <a:gd name="connsiteY358" fmla="*/ 180113 h 336550"/>
                  <a:gd name="connsiteX359" fmla="*/ 152172 w 338138"/>
                  <a:gd name="connsiteY359" fmla="*/ 164329 h 336550"/>
                  <a:gd name="connsiteX360" fmla="*/ 148210 w 338138"/>
                  <a:gd name="connsiteY360" fmla="*/ 160383 h 336550"/>
                  <a:gd name="connsiteX361" fmla="*/ 144249 w 338138"/>
                  <a:gd name="connsiteY361" fmla="*/ 160383 h 336550"/>
                  <a:gd name="connsiteX362" fmla="*/ 142929 w 338138"/>
                  <a:gd name="connsiteY362" fmla="*/ 159067 h 336550"/>
                  <a:gd name="connsiteX363" fmla="*/ 141609 w 338138"/>
                  <a:gd name="connsiteY363" fmla="*/ 157752 h 336550"/>
                  <a:gd name="connsiteX364" fmla="*/ 141609 w 338138"/>
                  <a:gd name="connsiteY364" fmla="*/ 156437 h 336550"/>
                  <a:gd name="connsiteX365" fmla="*/ 136327 w 338138"/>
                  <a:gd name="connsiteY365" fmla="*/ 155121 h 336550"/>
                  <a:gd name="connsiteX366" fmla="*/ 133686 w 338138"/>
                  <a:gd name="connsiteY366" fmla="*/ 156437 h 336550"/>
                  <a:gd name="connsiteX367" fmla="*/ 131046 w 338138"/>
                  <a:gd name="connsiteY367" fmla="*/ 156437 h 336550"/>
                  <a:gd name="connsiteX368" fmla="*/ 92755 w 338138"/>
                  <a:gd name="connsiteY368" fmla="*/ 145914 h 336550"/>
                  <a:gd name="connsiteX369" fmla="*/ 91434 w 338138"/>
                  <a:gd name="connsiteY369" fmla="*/ 143283 h 336550"/>
                  <a:gd name="connsiteX370" fmla="*/ 88794 w 338138"/>
                  <a:gd name="connsiteY370" fmla="*/ 140652 h 336550"/>
                  <a:gd name="connsiteX371" fmla="*/ 88794 w 338138"/>
                  <a:gd name="connsiteY371" fmla="*/ 139337 h 336550"/>
                  <a:gd name="connsiteX372" fmla="*/ 87473 w 338138"/>
                  <a:gd name="connsiteY372" fmla="*/ 139337 h 336550"/>
                  <a:gd name="connsiteX373" fmla="*/ 88794 w 338138"/>
                  <a:gd name="connsiteY373" fmla="*/ 136706 h 336550"/>
                  <a:gd name="connsiteX374" fmla="*/ 88794 w 338138"/>
                  <a:gd name="connsiteY374" fmla="*/ 134075 h 336550"/>
                  <a:gd name="connsiteX375" fmla="*/ 88794 w 338138"/>
                  <a:gd name="connsiteY375" fmla="*/ 132760 h 336550"/>
                  <a:gd name="connsiteX376" fmla="*/ 88794 w 338138"/>
                  <a:gd name="connsiteY376" fmla="*/ 131445 h 336550"/>
                  <a:gd name="connsiteX377" fmla="*/ 101997 w 338138"/>
                  <a:gd name="connsiteY377" fmla="*/ 103822 h 336550"/>
                  <a:gd name="connsiteX378" fmla="*/ 105958 w 338138"/>
                  <a:gd name="connsiteY378" fmla="*/ 101192 h 336550"/>
                  <a:gd name="connsiteX379" fmla="*/ 113881 w 338138"/>
                  <a:gd name="connsiteY379" fmla="*/ 95930 h 336550"/>
                  <a:gd name="connsiteX380" fmla="*/ 115201 w 338138"/>
                  <a:gd name="connsiteY380" fmla="*/ 93299 h 336550"/>
                  <a:gd name="connsiteX381" fmla="*/ 125764 w 338138"/>
                  <a:gd name="connsiteY381" fmla="*/ 84092 h 336550"/>
                  <a:gd name="connsiteX382" fmla="*/ 144249 w 338138"/>
                  <a:gd name="connsiteY382" fmla="*/ 81461 h 336550"/>
                  <a:gd name="connsiteX383" fmla="*/ 148210 w 338138"/>
                  <a:gd name="connsiteY383" fmla="*/ 81461 h 336550"/>
                  <a:gd name="connsiteX384" fmla="*/ 161414 w 338138"/>
                  <a:gd name="connsiteY384" fmla="*/ 82777 h 336550"/>
                  <a:gd name="connsiteX385" fmla="*/ 168016 w 338138"/>
                  <a:gd name="connsiteY385" fmla="*/ 91984 h 336550"/>
                  <a:gd name="connsiteX386" fmla="*/ 170657 w 338138"/>
                  <a:gd name="connsiteY386" fmla="*/ 91984 h 336550"/>
                  <a:gd name="connsiteX387" fmla="*/ 174618 w 338138"/>
                  <a:gd name="connsiteY387" fmla="*/ 93299 h 336550"/>
                  <a:gd name="connsiteX388" fmla="*/ 175938 w 338138"/>
                  <a:gd name="connsiteY388" fmla="*/ 94615 h 336550"/>
                  <a:gd name="connsiteX389" fmla="*/ 179899 w 338138"/>
                  <a:gd name="connsiteY389" fmla="*/ 95930 h 336550"/>
                  <a:gd name="connsiteX390" fmla="*/ 179899 w 338138"/>
                  <a:gd name="connsiteY390" fmla="*/ 94615 h 336550"/>
                  <a:gd name="connsiteX391" fmla="*/ 179899 w 338138"/>
                  <a:gd name="connsiteY391" fmla="*/ 91984 h 336550"/>
                  <a:gd name="connsiteX392" fmla="*/ 181220 w 338138"/>
                  <a:gd name="connsiteY392" fmla="*/ 90669 h 336550"/>
                  <a:gd name="connsiteX393" fmla="*/ 183861 w 338138"/>
                  <a:gd name="connsiteY393" fmla="*/ 90669 h 336550"/>
                  <a:gd name="connsiteX394" fmla="*/ 186501 w 338138"/>
                  <a:gd name="connsiteY394" fmla="*/ 90669 h 336550"/>
                  <a:gd name="connsiteX395" fmla="*/ 198385 w 338138"/>
                  <a:gd name="connsiteY395" fmla="*/ 94615 h 336550"/>
                  <a:gd name="connsiteX396" fmla="*/ 211589 w 338138"/>
                  <a:gd name="connsiteY396" fmla="*/ 84092 h 336550"/>
                  <a:gd name="connsiteX397" fmla="*/ 189142 w 338138"/>
                  <a:gd name="connsiteY397" fmla="*/ 74884 h 336550"/>
                  <a:gd name="connsiteX398" fmla="*/ 187822 w 338138"/>
                  <a:gd name="connsiteY398" fmla="*/ 76200 h 336550"/>
                  <a:gd name="connsiteX399" fmla="*/ 187822 w 338138"/>
                  <a:gd name="connsiteY399" fmla="*/ 78830 h 336550"/>
                  <a:gd name="connsiteX400" fmla="*/ 186501 w 338138"/>
                  <a:gd name="connsiteY400" fmla="*/ 82777 h 336550"/>
                  <a:gd name="connsiteX401" fmla="*/ 183861 w 338138"/>
                  <a:gd name="connsiteY401" fmla="*/ 81461 h 336550"/>
                  <a:gd name="connsiteX402" fmla="*/ 165375 w 338138"/>
                  <a:gd name="connsiteY402" fmla="*/ 65677 h 336550"/>
                  <a:gd name="connsiteX403" fmla="*/ 178579 w 338138"/>
                  <a:gd name="connsiteY403" fmla="*/ 81461 h 336550"/>
                  <a:gd name="connsiteX404" fmla="*/ 173298 w 338138"/>
                  <a:gd name="connsiteY404" fmla="*/ 82777 h 336550"/>
                  <a:gd name="connsiteX405" fmla="*/ 158773 w 338138"/>
                  <a:gd name="connsiteY405" fmla="*/ 68308 h 336550"/>
                  <a:gd name="connsiteX406" fmla="*/ 156133 w 338138"/>
                  <a:gd name="connsiteY406" fmla="*/ 68308 h 336550"/>
                  <a:gd name="connsiteX407" fmla="*/ 152172 w 338138"/>
                  <a:gd name="connsiteY407" fmla="*/ 69623 h 336550"/>
                  <a:gd name="connsiteX408" fmla="*/ 148210 w 338138"/>
                  <a:gd name="connsiteY408" fmla="*/ 70938 h 336550"/>
                  <a:gd name="connsiteX409" fmla="*/ 145570 w 338138"/>
                  <a:gd name="connsiteY409" fmla="*/ 73569 h 336550"/>
                  <a:gd name="connsiteX410" fmla="*/ 142929 w 338138"/>
                  <a:gd name="connsiteY410" fmla="*/ 74884 h 336550"/>
                  <a:gd name="connsiteX411" fmla="*/ 137647 w 338138"/>
                  <a:gd name="connsiteY411" fmla="*/ 78830 h 336550"/>
                  <a:gd name="connsiteX412" fmla="*/ 119162 w 338138"/>
                  <a:gd name="connsiteY412" fmla="*/ 78830 h 336550"/>
                  <a:gd name="connsiteX413" fmla="*/ 119162 w 338138"/>
                  <a:gd name="connsiteY413" fmla="*/ 73569 h 336550"/>
                  <a:gd name="connsiteX414" fmla="*/ 138968 w 338138"/>
                  <a:gd name="connsiteY414" fmla="*/ 66992 h 336550"/>
                  <a:gd name="connsiteX415" fmla="*/ 138968 w 338138"/>
                  <a:gd name="connsiteY415" fmla="*/ 60415 h 336550"/>
                  <a:gd name="connsiteX416" fmla="*/ 142929 w 338138"/>
                  <a:gd name="connsiteY416" fmla="*/ 60415 h 336550"/>
                  <a:gd name="connsiteX417" fmla="*/ 158773 w 338138"/>
                  <a:gd name="connsiteY417" fmla="*/ 52523 h 336550"/>
                  <a:gd name="connsiteX418" fmla="*/ 161414 w 338138"/>
                  <a:gd name="connsiteY418" fmla="*/ 52523 h 336550"/>
                  <a:gd name="connsiteX419" fmla="*/ 164055 w 338138"/>
                  <a:gd name="connsiteY419" fmla="*/ 47262 h 336550"/>
                  <a:gd name="connsiteX420" fmla="*/ 164055 w 338138"/>
                  <a:gd name="connsiteY420" fmla="*/ 49893 h 336550"/>
                  <a:gd name="connsiteX421" fmla="*/ 165375 w 338138"/>
                  <a:gd name="connsiteY421" fmla="*/ 51208 h 336550"/>
                  <a:gd name="connsiteX422" fmla="*/ 164055 w 338138"/>
                  <a:gd name="connsiteY422" fmla="*/ 51208 h 336550"/>
                  <a:gd name="connsiteX423" fmla="*/ 177259 w 338138"/>
                  <a:gd name="connsiteY423" fmla="*/ 45947 h 336550"/>
                  <a:gd name="connsiteX424" fmla="*/ 178579 w 338138"/>
                  <a:gd name="connsiteY424" fmla="*/ 47262 h 336550"/>
                  <a:gd name="connsiteX425" fmla="*/ 179899 w 338138"/>
                  <a:gd name="connsiteY425" fmla="*/ 43316 h 336550"/>
                  <a:gd name="connsiteX426" fmla="*/ 183861 w 338138"/>
                  <a:gd name="connsiteY426" fmla="*/ 42000 h 336550"/>
                  <a:gd name="connsiteX427" fmla="*/ 185181 w 338138"/>
                  <a:gd name="connsiteY427" fmla="*/ 40685 h 336550"/>
                  <a:gd name="connsiteX428" fmla="*/ 181220 w 338138"/>
                  <a:gd name="connsiteY428" fmla="*/ 42000 h 336550"/>
                  <a:gd name="connsiteX429" fmla="*/ 177259 w 338138"/>
                  <a:gd name="connsiteY429" fmla="*/ 43316 h 336550"/>
                  <a:gd name="connsiteX430" fmla="*/ 178579 w 338138"/>
                  <a:gd name="connsiteY430" fmla="*/ 39370 h 336550"/>
                  <a:gd name="connsiteX431" fmla="*/ 174618 w 338138"/>
                  <a:gd name="connsiteY431" fmla="*/ 40685 h 336550"/>
                  <a:gd name="connsiteX432" fmla="*/ 171977 w 338138"/>
                  <a:gd name="connsiteY432" fmla="*/ 43316 h 336550"/>
                  <a:gd name="connsiteX433" fmla="*/ 168016 w 338138"/>
                  <a:gd name="connsiteY433" fmla="*/ 51208 h 336550"/>
                  <a:gd name="connsiteX434" fmla="*/ 165375 w 338138"/>
                  <a:gd name="connsiteY434" fmla="*/ 48577 h 336550"/>
                  <a:gd name="connsiteX435" fmla="*/ 164055 w 338138"/>
                  <a:gd name="connsiteY435" fmla="*/ 47262 h 336550"/>
                  <a:gd name="connsiteX436" fmla="*/ 160094 w 338138"/>
                  <a:gd name="connsiteY436" fmla="*/ 45947 h 336550"/>
                  <a:gd name="connsiteX437" fmla="*/ 165375 w 338138"/>
                  <a:gd name="connsiteY437" fmla="*/ 40685 h 336550"/>
                  <a:gd name="connsiteX438" fmla="*/ 168016 w 338138"/>
                  <a:gd name="connsiteY438" fmla="*/ 39370 h 336550"/>
                  <a:gd name="connsiteX439" fmla="*/ 170657 w 338138"/>
                  <a:gd name="connsiteY439" fmla="*/ 38054 h 336550"/>
                  <a:gd name="connsiteX440" fmla="*/ 187822 w 338138"/>
                  <a:gd name="connsiteY440" fmla="*/ 35424 h 336550"/>
                  <a:gd name="connsiteX441" fmla="*/ 183861 w 338138"/>
                  <a:gd name="connsiteY441" fmla="*/ 36739 h 336550"/>
                  <a:gd name="connsiteX442" fmla="*/ 187822 w 338138"/>
                  <a:gd name="connsiteY442" fmla="*/ 36739 h 336550"/>
                  <a:gd name="connsiteX443" fmla="*/ 190463 w 338138"/>
                  <a:gd name="connsiteY443" fmla="*/ 34108 h 336550"/>
                  <a:gd name="connsiteX444" fmla="*/ 187822 w 338138"/>
                  <a:gd name="connsiteY444" fmla="*/ 34108 h 336550"/>
                  <a:gd name="connsiteX445" fmla="*/ 190463 w 338138"/>
                  <a:gd name="connsiteY445" fmla="*/ 32793 h 336550"/>
                  <a:gd name="connsiteX446" fmla="*/ 187822 w 338138"/>
                  <a:gd name="connsiteY446" fmla="*/ 32793 h 336550"/>
                  <a:gd name="connsiteX447" fmla="*/ 189915 w 338138"/>
                  <a:gd name="connsiteY447" fmla="*/ 31750 h 336550"/>
                  <a:gd name="connsiteX448" fmla="*/ 190463 w 338138"/>
                  <a:gd name="connsiteY448" fmla="*/ 31477 h 336550"/>
                  <a:gd name="connsiteX449" fmla="*/ 169336 w 338138"/>
                  <a:gd name="connsiteY449" fmla="*/ 30162 h 336550"/>
                  <a:gd name="connsiteX450" fmla="*/ 169069 w 338138"/>
                  <a:gd name="connsiteY450" fmla="*/ 0 h 336550"/>
                  <a:gd name="connsiteX451" fmla="*/ 338138 w 338138"/>
                  <a:gd name="connsiteY451" fmla="*/ 168275 h 336550"/>
                  <a:gd name="connsiteX452" fmla="*/ 169069 w 338138"/>
                  <a:gd name="connsiteY452" fmla="*/ 336550 h 336550"/>
                  <a:gd name="connsiteX453" fmla="*/ 0 w 338138"/>
                  <a:gd name="connsiteY453" fmla="*/ 168275 h 336550"/>
                  <a:gd name="connsiteX454" fmla="*/ 169069 w 338138"/>
                  <a:gd name="connsiteY454"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Lst>
                <a:rect l="l" t="t" r="r" b="b"/>
                <a:pathLst>
                  <a:path w="338138" h="336550">
                    <a:moveTo>
                      <a:pt x="256117" y="200025"/>
                    </a:moveTo>
                    <a:cubicBezTo>
                      <a:pt x="256117" y="200025"/>
                      <a:pt x="256117" y="200025"/>
                      <a:pt x="257440" y="201324"/>
                    </a:cubicBezTo>
                    <a:cubicBezTo>
                      <a:pt x="257440" y="201324"/>
                      <a:pt x="257440" y="201324"/>
                      <a:pt x="258763" y="202623"/>
                    </a:cubicBezTo>
                    <a:cubicBezTo>
                      <a:pt x="258763" y="203922"/>
                      <a:pt x="258763" y="203922"/>
                      <a:pt x="258763" y="203922"/>
                    </a:cubicBezTo>
                    <a:lnTo>
                      <a:pt x="258763" y="205221"/>
                    </a:lnTo>
                    <a:cubicBezTo>
                      <a:pt x="258763" y="205221"/>
                      <a:pt x="258763" y="205221"/>
                      <a:pt x="258763" y="206520"/>
                    </a:cubicBezTo>
                    <a:cubicBezTo>
                      <a:pt x="258763" y="206520"/>
                      <a:pt x="258763" y="206520"/>
                      <a:pt x="257440" y="207819"/>
                    </a:cubicBezTo>
                    <a:cubicBezTo>
                      <a:pt x="257440" y="207819"/>
                      <a:pt x="257440" y="207819"/>
                      <a:pt x="254794" y="216911"/>
                    </a:cubicBezTo>
                    <a:cubicBezTo>
                      <a:pt x="254794" y="216911"/>
                      <a:pt x="254794" y="216911"/>
                      <a:pt x="246857" y="233796"/>
                    </a:cubicBezTo>
                    <a:cubicBezTo>
                      <a:pt x="246857" y="233796"/>
                      <a:pt x="246857" y="233796"/>
                      <a:pt x="245534" y="240290"/>
                    </a:cubicBezTo>
                    <a:cubicBezTo>
                      <a:pt x="245534" y="240290"/>
                      <a:pt x="245534" y="240290"/>
                      <a:pt x="241565" y="242888"/>
                    </a:cubicBezTo>
                    <a:cubicBezTo>
                      <a:pt x="241565" y="242888"/>
                      <a:pt x="241565" y="242888"/>
                      <a:pt x="237596" y="241589"/>
                    </a:cubicBezTo>
                    <a:cubicBezTo>
                      <a:pt x="237596" y="241589"/>
                      <a:pt x="237596" y="241589"/>
                      <a:pt x="236273" y="238992"/>
                    </a:cubicBezTo>
                    <a:cubicBezTo>
                      <a:pt x="236273" y="238992"/>
                      <a:pt x="236273" y="238992"/>
                      <a:pt x="234950" y="237693"/>
                    </a:cubicBezTo>
                    <a:cubicBezTo>
                      <a:pt x="234950" y="237693"/>
                      <a:pt x="234950" y="237693"/>
                      <a:pt x="236273" y="235095"/>
                    </a:cubicBezTo>
                    <a:cubicBezTo>
                      <a:pt x="236273" y="235095"/>
                      <a:pt x="236273" y="235095"/>
                      <a:pt x="236273" y="233796"/>
                    </a:cubicBezTo>
                    <a:cubicBezTo>
                      <a:pt x="236273" y="233796"/>
                      <a:pt x="236273" y="233796"/>
                      <a:pt x="238919" y="226003"/>
                    </a:cubicBezTo>
                    <a:cubicBezTo>
                      <a:pt x="238919" y="226003"/>
                      <a:pt x="238919" y="226003"/>
                      <a:pt x="238919" y="218210"/>
                    </a:cubicBezTo>
                    <a:cubicBezTo>
                      <a:pt x="238919" y="218210"/>
                      <a:pt x="238919" y="218210"/>
                      <a:pt x="238919" y="216911"/>
                    </a:cubicBezTo>
                    <a:cubicBezTo>
                      <a:pt x="238919" y="216911"/>
                      <a:pt x="238919" y="216911"/>
                      <a:pt x="240242" y="215612"/>
                    </a:cubicBezTo>
                    <a:cubicBezTo>
                      <a:pt x="240242" y="215612"/>
                      <a:pt x="240242" y="215612"/>
                      <a:pt x="240242" y="214313"/>
                    </a:cubicBezTo>
                    <a:cubicBezTo>
                      <a:pt x="240242" y="214313"/>
                      <a:pt x="240242" y="214313"/>
                      <a:pt x="246857" y="210416"/>
                    </a:cubicBezTo>
                    <a:cubicBezTo>
                      <a:pt x="246857" y="210416"/>
                      <a:pt x="246857" y="210416"/>
                      <a:pt x="253471" y="202623"/>
                    </a:cubicBezTo>
                    <a:cubicBezTo>
                      <a:pt x="253471" y="202623"/>
                      <a:pt x="253471" y="202623"/>
                      <a:pt x="253471" y="201324"/>
                    </a:cubicBezTo>
                    <a:cubicBezTo>
                      <a:pt x="253471" y="201324"/>
                      <a:pt x="253471" y="201324"/>
                      <a:pt x="256117" y="200025"/>
                    </a:cubicBezTo>
                    <a:close/>
                    <a:moveTo>
                      <a:pt x="300038" y="171450"/>
                    </a:moveTo>
                    <a:lnTo>
                      <a:pt x="301625" y="171450"/>
                    </a:lnTo>
                    <a:lnTo>
                      <a:pt x="298450" y="176213"/>
                    </a:lnTo>
                    <a:lnTo>
                      <a:pt x="296863" y="177800"/>
                    </a:lnTo>
                    <a:lnTo>
                      <a:pt x="295275" y="177800"/>
                    </a:lnTo>
                    <a:lnTo>
                      <a:pt x="295275" y="176213"/>
                    </a:lnTo>
                    <a:lnTo>
                      <a:pt x="296863" y="174625"/>
                    </a:lnTo>
                    <a:lnTo>
                      <a:pt x="298450" y="173038"/>
                    </a:lnTo>
                    <a:close/>
                    <a:moveTo>
                      <a:pt x="293688" y="171450"/>
                    </a:moveTo>
                    <a:lnTo>
                      <a:pt x="296863" y="171450"/>
                    </a:lnTo>
                    <a:lnTo>
                      <a:pt x="293688" y="174625"/>
                    </a:lnTo>
                    <a:lnTo>
                      <a:pt x="292100" y="174625"/>
                    </a:lnTo>
                    <a:lnTo>
                      <a:pt x="292100" y="173038"/>
                    </a:lnTo>
                    <a:close/>
                    <a:moveTo>
                      <a:pt x="303946" y="169998"/>
                    </a:moveTo>
                    <a:lnTo>
                      <a:pt x="303457" y="173083"/>
                    </a:lnTo>
                    <a:lnTo>
                      <a:pt x="303213" y="174625"/>
                    </a:lnTo>
                    <a:cubicBezTo>
                      <a:pt x="303213" y="174625"/>
                      <a:pt x="303213" y="174625"/>
                      <a:pt x="303213" y="173288"/>
                    </a:cubicBezTo>
                    <a:cubicBezTo>
                      <a:pt x="303213" y="173288"/>
                      <a:pt x="303213" y="173288"/>
                      <a:pt x="303213" y="171952"/>
                    </a:cubicBezTo>
                    <a:cubicBezTo>
                      <a:pt x="303213" y="171952"/>
                      <a:pt x="303213" y="171952"/>
                      <a:pt x="303213" y="170615"/>
                    </a:cubicBezTo>
                    <a:close/>
                    <a:moveTo>
                      <a:pt x="288926" y="169862"/>
                    </a:moveTo>
                    <a:cubicBezTo>
                      <a:pt x="288926" y="169862"/>
                      <a:pt x="288926" y="169862"/>
                      <a:pt x="290513" y="169862"/>
                    </a:cubicBezTo>
                    <a:cubicBezTo>
                      <a:pt x="290513" y="169862"/>
                      <a:pt x="290513" y="169862"/>
                      <a:pt x="293688" y="169862"/>
                    </a:cubicBezTo>
                    <a:cubicBezTo>
                      <a:pt x="293688" y="169862"/>
                      <a:pt x="293688" y="169862"/>
                      <a:pt x="293688" y="170656"/>
                    </a:cubicBezTo>
                    <a:cubicBezTo>
                      <a:pt x="293688" y="170656"/>
                      <a:pt x="293688" y="170656"/>
                      <a:pt x="292101" y="171450"/>
                    </a:cubicBezTo>
                    <a:cubicBezTo>
                      <a:pt x="292101" y="171450"/>
                      <a:pt x="292101" y="171450"/>
                      <a:pt x="290513" y="171450"/>
                    </a:cubicBezTo>
                    <a:cubicBezTo>
                      <a:pt x="290513" y="171450"/>
                      <a:pt x="290513" y="171450"/>
                      <a:pt x="288926" y="171450"/>
                    </a:cubicBezTo>
                    <a:cubicBezTo>
                      <a:pt x="288926" y="171450"/>
                      <a:pt x="288926" y="171450"/>
                      <a:pt x="287338" y="170656"/>
                    </a:cubicBezTo>
                    <a:cubicBezTo>
                      <a:pt x="287338" y="170656"/>
                      <a:pt x="287338" y="170656"/>
                      <a:pt x="288926" y="169862"/>
                    </a:cubicBezTo>
                    <a:close/>
                    <a:moveTo>
                      <a:pt x="304800" y="164600"/>
                    </a:moveTo>
                    <a:lnTo>
                      <a:pt x="304800" y="165267"/>
                    </a:lnTo>
                    <a:cubicBezTo>
                      <a:pt x="304800" y="166604"/>
                      <a:pt x="304800" y="166604"/>
                      <a:pt x="304800" y="166604"/>
                    </a:cubicBezTo>
                    <a:cubicBezTo>
                      <a:pt x="304800" y="167941"/>
                      <a:pt x="304800" y="167941"/>
                      <a:pt x="304800" y="167941"/>
                    </a:cubicBezTo>
                    <a:cubicBezTo>
                      <a:pt x="304800" y="169278"/>
                      <a:pt x="304800" y="169278"/>
                      <a:pt x="304800" y="169278"/>
                    </a:cubicBezTo>
                    <a:lnTo>
                      <a:pt x="303946" y="169998"/>
                    </a:lnTo>
                    <a:close/>
                    <a:moveTo>
                      <a:pt x="301626" y="149225"/>
                    </a:moveTo>
                    <a:lnTo>
                      <a:pt x="303213" y="149225"/>
                    </a:lnTo>
                    <a:cubicBezTo>
                      <a:pt x="303213" y="149225"/>
                      <a:pt x="303213" y="149225"/>
                      <a:pt x="304800" y="150562"/>
                    </a:cubicBezTo>
                    <a:cubicBezTo>
                      <a:pt x="304800" y="150562"/>
                      <a:pt x="304800" y="150562"/>
                      <a:pt x="304800" y="151899"/>
                    </a:cubicBezTo>
                    <a:cubicBezTo>
                      <a:pt x="304800" y="151899"/>
                      <a:pt x="304800" y="151899"/>
                      <a:pt x="304800" y="154573"/>
                    </a:cubicBezTo>
                    <a:lnTo>
                      <a:pt x="305656" y="153133"/>
                    </a:lnTo>
                    <a:lnTo>
                      <a:pt x="306128" y="156215"/>
                    </a:lnTo>
                    <a:lnTo>
                      <a:pt x="304800" y="164600"/>
                    </a:lnTo>
                    <a:lnTo>
                      <a:pt x="304800" y="162594"/>
                    </a:lnTo>
                    <a:cubicBezTo>
                      <a:pt x="304800" y="162594"/>
                      <a:pt x="304800" y="162594"/>
                      <a:pt x="304800" y="161257"/>
                    </a:cubicBezTo>
                    <a:cubicBezTo>
                      <a:pt x="304800" y="161257"/>
                      <a:pt x="304800" y="161257"/>
                      <a:pt x="304800" y="159920"/>
                    </a:cubicBezTo>
                    <a:cubicBezTo>
                      <a:pt x="304800" y="159920"/>
                      <a:pt x="304800" y="159920"/>
                      <a:pt x="304800" y="158583"/>
                    </a:cubicBezTo>
                    <a:cubicBezTo>
                      <a:pt x="304800" y="158583"/>
                      <a:pt x="304800" y="158583"/>
                      <a:pt x="303213" y="158583"/>
                    </a:cubicBezTo>
                    <a:cubicBezTo>
                      <a:pt x="303213" y="158583"/>
                      <a:pt x="303213" y="158583"/>
                      <a:pt x="303213" y="157246"/>
                    </a:cubicBezTo>
                    <a:cubicBezTo>
                      <a:pt x="303213" y="157246"/>
                      <a:pt x="303213" y="157246"/>
                      <a:pt x="303213" y="155909"/>
                    </a:cubicBezTo>
                    <a:cubicBezTo>
                      <a:pt x="303213" y="155909"/>
                      <a:pt x="303213" y="155909"/>
                      <a:pt x="303213" y="154573"/>
                    </a:cubicBezTo>
                    <a:cubicBezTo>
                      <a:pt x="303213" y="154573"/>
                      <a:pt x="303213" y="154573"/>
                      <a:pt x="301625" y="154573"/>
                    </a:cubicBezTo>
                    <a:cubicBezTo>
                      <a:pt x="301625" y="154573"/>
                      <a:pt x="301625" y="154573"/>
                      <a:pt x="301625" y="153236"/>
                    </a:cubicBezTo>
                    <a:cubicBezTo>
                      <a:pt x="301625" y="153236"/>
                      <a:pt x="301625" y="153236"/>
                      <a:pt x="301625" y="151899"/>
                    </a:cubicBezTo>
                    <a:lnTo>
                      <a:pt x="301625" y="150812"/>
                    </a:lnTo>
                    <a:lnTo>
                      <a:pt x="301626" y="150813"/>
                    </a:lnTo>
                    <a:lnTo>
                      <a:pt x="301626" y="149226"/>
                    </a:lnTo>
                    <a:close/>
                    <a:moveTo>
                      <a:pt x="298450" y="147637"/>
                    </a:moveTo>
                    <a:cubicBezTo>
                      <a:pt x="298450" y="147637"/>
                      <a:pt x="298450" y="147637"/>
                      <a:pt x="298450" y="148907"/>
                    </a:cubicBezTo>
                    <a:cubicBezTo>
                      <a:pt x="298450" y="148907"/>
                      <a:pt x="298450" y="148907"/>
                      <a:pt x="298450" y="150177"/>
                    </a:cubicBezTo>
                    <a:cubicBezTo>
                      <a:pt x="298450" y="150177"/>
                      <a:pt x="298450" y="150177"/>
                      <a:pt x="297180" y="150177"/>
                    </a:cubicBezTo>
                    <a:cubicBezTo>
                      <a:pt x="297180" y="150177"/>
                      <a:pt x="297180" y="150177"/>
                      <a:pt x="295910" y="150177"/>
                    </a:cubicBezTo>
                    <a:lnTo>
                      <a:pt x="294640" y="150177"/>
                    </a:lnTo>
                    <a:cubicBezTo>
                      <a:pt x="294640" y="150177"/>
                      <a:pt x="294640" y="150177"/>
                      <a:pt x="294640" y="152717"/>
                    </a:cubicBezTo>
                    <a:cubicBezTo>
                      <a:pt x="294640" y="152717"/>
                      <a:pt x="294640" y="152717"/>
                      <a:pt x="294640" y="153987"/>
                    </a:cubicBezTo>
                    <a:cubicBezTo>
                      <a:pt x="294640" y="153987"/>
                      <a:pt x="294640" y="153987"/>
                      <a:pt x="295910" y="155257"/>
                    </a:cubicBezTo>
                    <a:cubicBezTo>
                      <a:pt x="295910" y="155257"/>
                      <a:pt x="295910" y="155257"/>
                      <a:pt x="295910" y="153987"/>
                    </a:cubicBezTo>
                    <a:cubicBezTo>
                      <a:pt x="295910" y="153987"/>
                      <a:pt x="295910" y="153987"/>
                      <a:pt x="297180" y="152717"/>
                    </a:cubicBezTo>
                    <a:cubicBezTo>
                      <a:pt x="297180" y="152717"/>
                      <a:pt x="297180" y="152717"/>
                      <a:pt x="297180" y="153987"/>
                    </a:cubicBezTo>
                    <a:cubicBezTo>
                      <a:pt x="297180" y="153987"/>
                      <a:pt x="297180" y="153987"/>
                      <a:pt x="295910" y="156527"/>
                    </a:cubicBezTo>
                    <a:cubicBezTo>
                      <a:pt x="295910" y="156527"/>
                      <a:pt x="295910" y="156527"/>
                      <a:pt x="295910" y="157797"/>
                    </a:cubicBezTo>
                    <a:cubicBezTo>
                      <a:pt x="295910" y="157797"/>
                      <a:pt x="295910" y="157797"/>
                      <a:pt x="297180" y="160337"/>
                    </a:cubicBezTo>
                    <a:cubicBezTo>
                      <a:pt x="297180" y="160337"/>
                      <a:pt x="297180" y="160337"/>
                      <a:pt x="297180" y="162877"/>
                    </a:cubicBezTo>
                    <a:cubicBezTo>
                      <a:pt x="297180" y="162877"/>
                      <a:pt x="297180" y="162877"/>
                      <a:pt x="295910" y="164147"/>
                    </a:cubicBezTo>
                    <a:cubicBezTo>
                      <a:pt x="295910" y="164147"/>
                      <a:pt x="295910" y="164147"/>
                      <a:pt x="294640" y="162877"/>
                    </a:cubicBezTo>
                    <a:lnTo>
                      <a:pt x="294640" y="165417"/>
                    </a:lnTo>
                    <a:cubicBezTo>
                      <a:pt x="294640" y="165417"/>
                      <a:pt x="294640" y="165417"/>
                      <a:pt x="293370" y="166687"/>
                    </a:cubicBezTo>
                    <a:cubicBezTo>
                      <a:pt x="293370" y="166687"/>
                      <a:pt x="293370" y="166687"/>
                      <a:pt x="293370" y="165417"/>
                    </a:cubicBezTo>
                    <a:cubicBezTo>
                      <a:pt x="293370" y="165417"/>
                      <a:pt x="293370" y="165417"/>
                      <a:pt x="293370" y="162877"/>
                    </a:cubicBezTo>
                    <a:cubicBezTo>
                      <a:pt x="293370" y="162877"/>
                      <a:pt x="293370" y="162877"/>
                      <a:pt x="293370" y="161607"/>
                    </a:cubicBezTo>
                    <a:cubicBezTo>
                      <a:pt x="293370" y="161607"/>
                      <a:pt x="293370" y="161607"/>
                      <a:pt x="292100" y="159067"/>
                    </a:cubicBezTo>
                    <a:cubicBezTo>
                      <a:pt x="292100" y="159067"/>
                      <a:pt x="292100" y="159067"/>
                      <a:pt x="293370" y="157797"/>
                    </a:cubicBezTo>
                    <a:cubicBezTo>
                      <a:pt x="293370" y="157797"/>
                      <a:pt x="293370" y="157797"/>
                      <a:pt x="293370" y="155257"/>
                    </a:cubicBezTo>
                    <a:cubicBezTo>
                      <a:pt x="293370" y="155257"/>
                      <a:pt x="293370" y="155257"/>
                      <a:pt x="293370" y="153987"/>
                    </a:cubicBezTo>
                    <a:cubicBezTo>
                      <a:pt x="293370" y="153987"/>
                      <a:pt x="293370" y="153987"/>
                      <a:pt x="293370" y="151447"/>
                    </a:cubicBezTo>
                    <a:cubicBezTo>
                      <a:pt x="293370" y="151447"/>
                      <a:pt x="293370" y="151447"/>
                      <a:pt x="293370" y="148907"/>
                    </a:cubicBezTo>
                    <a:cubicBezTo>
                      <a:pt x="293370" y="148907"/>
                      <a:pt x="293370" y="148907"/>
                      <a:pt x="294640" y="148907"/>
                    </a:cubicBezTo>
                    <a:cubicBezTo>
                      <a:pt x="295910" y="147637"/>
                      <a:pt x="297180" y="147637"/>
                      <a:pt x="298450" y="147637"/>
                    </a:cubicBezTo>
                    <a:close/>
                    <a:moveTo>
                      <a:pt x="300038" y="139700"/>
                    </a:moveTo>
                    <a:lnTo>
                      <a:pt x="301626" y="139700"/>
                    </a:lnTo>
                    <a:lnTo>
                      <a:pt x="301626" y="141288"/>
                    </a:lnTo>
                    <a:lnTo>
                      <a:pt x="301626" y="142875"/>
                    </a:lnTo>
                    <a:lnTo>
                      <a:pt x="301626" y="146051"/>
                    </a:lnTo>
                    <a:lnTo>
                      <a:pt x="301626" y="147638"/>
                    </a:lnTo>
                    <a:lnTo>
                      <a:pt x="301626" y="149225"/>
                    </a:lnTo>
                    <a:lnTo>
                      <a:pt x="301625" y="149225"/>
                    </a:lnTo>
                    <a:cubicBezTo>
                      <a:pt x="301625" y="150562"/>
                      <a:pt x="301625" y="150562"/>
                      <a:pt x="301625" y="150562"/>
                    </a:cubicBezTo>
                    <a:lnTo>
                      <a:pt x="301625" y="150812"/>
                    </a:lnTo>
                    <a:lnTo>
                      <a:pt x="300038" y="149226"/>
                    </a:lnTo>
                    <a:lnTo>
                      <a:pt x="300038" y="147638"/>
                    </a:lnTo>
                    <a:lnTo>
                      <a:pt x="300038" y="144463"/>
                    </a:lnTo>
                    <a:lnTo>
                      <a:pt x="300038" y="141288"/>
                    </a:lnTo>
                    <a:close/>
                    <a:moveTo>
                      <a:pt x="287338" y="131762"/>
                    </a:moveTo>
                    <a:cubicBezTo>
                      <a:pt x="287338" y="131762"/>
                      <a:pt x="287338" y="131762"/>
                      <a:pt x="292101" y="134484"/>
                    </a:cubicBezTo>
                    <a:cubicBezTo>
                      <a:pt x="292101" y="134484"/>
                      <a:pt x="292101" y="134484"/>
                      <a:pt x="292101" y="135844"/>
                    </a:cubicBezTo>
                    <a:cubicBezTo>
                      <a:pt x="292101" y="135844"/>
                      <a:pt x="292101" y="135844"/>
                      <a:pt x="290513" y="138566"/>
                    </a:cubicBezTo>
                    <a:cubicBezTo>
                      <a:pt x="290513" y="138566"/>
                      <a:pt x="290513" y="138566"/>
                      <a:pt x="290513" y="139927"/>
                    </a:cubicBezTo>
                    <a:cubicBezTo>
                      <a:pt x="290513" y="139927"/>
                      <a:pt x="290513" y="139927"/>
                      <a:pt x="290513" y="142648"/>
                    </a:cubicBezTo>
                    <a:cubicBezTo>
                      <a:pt x="290513" y="142648"/>
                      <a:pt x="290513" y="142648"/>
                      <a:pt x="292101" y="144009"/>
                    </a:cubicBezTo>
                    <a:cubicBezTo>
                      <a:pt x="292101" y="144009"/>
                      <a:pt x="292101" y="144009"/>
                      <a:pt x="293688" y="145369"/>
                    </a:cubicBezTo>
                    <a:cubicBezTo>
                      <a:pt x="293688" y="145369"/>
                      <a:pt x="293688" y="145369"/>
                      <a:pt x="292101" y="146730"/>
                    </a:cubicBezTo>
                    <a:cubicBezTo>
                      <a:pt x="292101" y="146730"/>
                      <a:pt x="292101" y="146730"/>
                      <a:pt x="292101" y="148091"/>
                    </a:cubicBezTo>
                    <a:cubicBezTo>
                      <a:pt x="292101" y="148091"/>
                      <a:pt x="292101" y="148091"/>
                      <a:pt x="290513" y="150812"/>
                    </a:cubicBezTo>
                    <a:cubicBezTo>
                      <a:pt x="290513" y="150812"/>
                      <a:pt x="290513" y="150812"/>
                      <a:pt x="290513" y="152173"/>
                    </a:cubicBezTo>
                    <a:cubicBezTo>
                      <a:pt x="290513" y="152173"/>
                      <a:pt x="290513" y="152173"/>
                      <a:pt x="290513" y="153534"/>
                    </a:cubicBezTo>
                    <a:cubicBezTo>
                      <a:pt x="290513" y="153534"/>
                      <a:pt x="290513" y="153534"/>
                      <a:pt x="290513" y="154894"/>
                    </a:cubicBezTo>
                    <a:cubicBezTo>
                      <a:pt x="290513" y="154894"/>
                      <a:pt x="290513" y="156255"/>
                      <a:pt x="290513" y="157616"/>
                    </a:cubicBezTo>
                    <a:cubicBezTo>
                      <a:pt x="290513" y="157616"/>
                      <a:pt x="290513" y="157616"/>
                      <a:pt x="288925" y="160337"/>
                    </a:cubicBezTo>
                    <a:cubicBezTo>
                      <a:pt x="288925" y="160337"/>
                      <a:pt x="288925" y="160337"/>
                      <a:pt x="287338" y="160337"/>
                    </a:cubicBezTo>
                    <a:cubicBezTo>
                      <a:pt x="287338" y="152173"/>
                      <a:pt x="285750" y="144009"/>
                      <a:pt x="285750" y="137205"/>
                    </a:cubicBezTo>
                    <a:cubicBezTo>
                      <a:pt x="285750" y="137205"/>
                      <a:pt x="285750" y="137205"/>
                      <a:pt x="285750" y="135844"/>
                    </a:cubicBezTo>
                    <a:cubicBezTo>
                      <a:pt x="285750" y="135844"/>
                      <a:pt x="285750" y="135844"/>
                      <a:pt x="285750" y="133123"/>
                    </a:cubicBezTo>
                    <a:cubicBezTo>
                      <a:pt x="285750" y="133123"/>
                      <a:pt x="285750" y="133123"/>
                      <a:pt x="287338" y="131762"/>
                    </a:cubicBezTo>
                    <a:close/>
                    <a:moveTo>
                      <a:pt x="296863" y="123825"/>
                    </a:moveTo>
                    <a:lnTo>
                      <a:pt x="298451" y="127000"/>
                    </a:lnTo>
                    <a:lnTo>
                      <a:pt x="300038" y="130175"/>
                    </a:lnTo>
                    <a:lnTo>
                      <a:pt x="298451" y="130175"/>
                    </a:lnTo>
                    <a:lnTo>
                      <a:pt x="298451" y="133350"/>
                    </a:lnTo>
                    <a:lnTo>
                      <a:pt x="296863" y="131763"/>
                    </a:lnTo>
                    <a:lnTo>
                      <a:pt x="296863" y="130175"/>
                    </a:lnTo>
                    <a:lnTo>
                      <a:pt x="295276" y="128588"/>
                    </a:lnTo>
                    <a:lnTo>
                      <a:pt x="293688" y="130175"/>
                    </a:lnTo>
                    <a:lnTo>
                      <a:pt x="293688" y="128588"/>
                    </a:lnTo>
                    <a:lnTo>
                      <a:pt x="293688" y="125413"/>
                    </a:lnTo>
                    <a:lnTo>
                      <a:pt x="296863" y="125413"/>
                    </a:lnTo>
                    <a:close/>
                    <a:moveTo>
                      <a:pt x="292100" y="117475"/>
                    </a:moveTo>
                    <a:lnTo>
                      <a:pt x="293688" y="117475"/>
                    </a:lnTo>
                    <a:lnTo>
                      <a:pt x="293688" y="119063"/>
                    </a:lnTo>
                    <a:lnTo>
                      <a:pt x="293688" y="120650"/>
                    </a:lnTo>
                    <a:close/>
                    <a:moveTo>
                      <a:pt x="285750" y="101600"/>
                    </a:moveTo>
                    <a:lnTo>
                      <a:pt x="287338" y="101600"/>
                    </a:lnTo>
                    <a:lnTo>
                      <a:pt x="287338" y="104775"/>
                    </a:lnTo>
                    <a:lnTo>
                      <a:pt x="288925" y="107950"/>
                    </a:lnTo>
                    <a:lnTo>
                      <a:pt x="290513" y="109538"/>
                    </a:lnTo>
                    <a:lnTo>
                      <a:pt x="292101" y="111125"/>
                    </a:lnTo>
                    <a:lnTo>
                      <a:pt x="293688" y="111125"/>
                    </a:lnTo>
                    <a:lnTo>
                      <a:pt x="293688" y="114300"/>
                    </a:lnTo>
                    <a:lnTo>
                      <a:pt x="293688" y="115887"/>
                    </a:lnTo>
                    <a:lnTo>
                      <a:pt x="295276" y="117475"/>
                    </a:lnTo>
                    <a:lnTo>
                      <a:pt x="295276" y="119062"/>
                    </a:lnTo>
                    <a:lnTo>
                      <a:pt x="295276" y="120650"/>
                    </a:lnTo>
                    <a:lnTo>
                      <a:pt x="295276" y="122237"/>
                    </a:lnTo>
                    <a:lnTo>
                      <a:pt x="293688" y="117475"/>
                    </a:lnTo>
                    <a:lnTo>
                      <a:pt x="293688" y="115888"/>
                    </a:lnTo>
                    <a:lnTo>
                      <a:pt x="292101" y="114300"/>
                    </a:lnTo>
                    <a:lnTo>
                      <a:pt x="290513" y="114300"/>
                    </a:lnTo>
                    <a:lnTo>
                      <a:pt x="290513" y="115888"/>
                    </a:lnTo>
                    <a:lnTo>
                      <a:pt x="290513" y="117475"/>
                    </a:lnTo>
                    <a:lnTo>
                      <a:pt x="288925" y="117475"/>
                    </a:lnTo>
                    <a:lnTo>
                      <a:pt x="288925" y="115888"/>
                    </a:lnTo>
                    <a:lnTo>
                      <a:pt x="288925" y="112713"/>
                    </a:lnTo>
                    <a:lnTo>
                      <a:pt x="287338" y="109538"/>
                    </a:lnTo>
                    <a:lnTo>
                      <a:pt x="285750" y="107950"/>
                    </a:lnTo>
                    <a:lnTo>
                      <a:pt x="285750" y="106363"/>
                    </a:lnTo>
                    <a:lnTo>
                      <a:pt x="285750" y="103188"/>
                    </a:lnTo>
                    <a:close/>
                    <a:moveTo>
                      <a:pt x="203200" y="85725"/>
                    </a:moveTo>
                    <a:cubicBezTo>
                      <a:pt x="204391" y="85725"/>
                      <a:pt x="205582" y="85725"/>
                      <a:pt x="207963" y="85725"/>
                    </a:cubicBezTo>
                    <a:cubicBezTo>
                      <a:pt x="206772" y="88900"/>
                      <a:pt x="205582" y="86784"/>
                      <a:pt x="204391" y="87842"/>
                    </a:cubicBezTo>
                    <a:cubicBezTo>
                      <a:pt x="204391" y="87842"/>
                      <a:pt x="204391" y="87842"/>
                      <a:pt x="203200" y="87842"/>
                    </a:cubicBezTo>
                    <a:cubicBezTo>
                      <a:pt x="203200" y="86784"/>
                      <a:pt x="203200" y="85725"/>
                      <a:pt x="203200" y="85725"/>
                    </a:cubicBezTo>
                    <a:close/>
                    <a:moveTo>
                      <a:pt x="188913" y="83476"/>
                    </a:moveTo>
                    <a:cubicBezTo>
                      <a:pt x="190501" y="83609"/>
                      <a:pt x="192088" y="84138"/>
                      <a:pt x="192088" y="84667"/>
                    </a:cubicBezTo>
                    <a:cubicBezTo>
                      <a:pt x="192088" y="84667"/>
                      <a:pt x="192088" y="84667"/>
                      <a:pt x="190501" y="85725"/>
                    </a:cubicBezTo>
                    <a:cubicBezTo>
                      <a:pt x="187326" y="84667"/>
                      <a:pt x="185738" y="84667"/>
                      <a:pt x="185738" y="84667"/>
                    </a:cubicBezTo>
                    <a:cubicBezTo>
                      <a:pt x="185738" y="83609"/>
                      <a:pt x="187326" y="83344"/>
                      <a:pt x="188913" y="83476"/>
                    </a:cubicBezTo>
                    <a:close/>
                    <a:moveTo>
                      <a:pt x="161925" y="77787"/>
                    </a:moveTo>
                    <a:cubicBezTo>
                      <a:pt x="161925" y="77787"/>
                      <a:pt x="161925" y="77787"/>
                      <a:pt x="163248" y="77787"/>
                    </a:cubicBezTo>
                    <a:cubicBezTo>
                      <a:pt x="165894" y="77787"/>
                      <a:pt x="169863" y="77787"/>
                      <a:pt x="168540" y="82550"/>
                    </a:cubicBezTo>
                    <a:cubicBezTo>
                      <a:pt x="168540" y="82550"/>
                      <a:pt x="168540" y="82550"/>
                      <a:pt x="167217" y="82550"/>
                    </a:cubicBezTo>
                    <a:cubicBezTo>
                      <a:pt x="167217" y="82550"/>
                      <a:pt x="167217" y="82550"/>
                      <a:pt x="167217" y="81359"/>
                    </a:cubicBezTo>
                    <a:lnTo>
                      <a:pt x="161925" y="78978"/>
                    </a:lnTo>
                    <a:cubicBezTo>
                      <a:pt x="161925" y="78978"/>
                      <a:pt x="161925" y="78978"/>
                      <a:pt x="161925" y="77787"/>
                    </a:cubicBezTo>
                    <a:close/>
                    <a:moveTo>
                      <a:pt x="158751" y="73554"/>
                    </a:moveTo>
                    <a:cubicBezTo>
                      <a:pt x="161926" y="74612"/>
                      <a:pt x="158751" y="76729"/>
                      <a:pt x="155575" y="77787"/>
                    </a:cubicBezTo>
                    <a:cubicBezTo>
                      <a:pt x="155575" y="77787"/>
                      <a:pt x="155575" y="77787"/>
                      <a:pt x="153988" y="76729"/>
                    </a:cubicBezTo>
                    <a:cubicBezTo>
                      <a:pt x="155575" y="74612"/>
                      <a:pt x="155575" y="71437"/>
                      <a:pt x="158751" y="73554"/>
                    </a:cubicBezTo>
                    <a:close/>
                    <a:moveTo>
                      <a:pt x="140098" y="48759"/>
                    </a:moveTo>
                    <a:cubicBezTo>
                      <a:pt x="141487" y="47625"/>
                      <a:pt x="141487" y="51027"/>
                      <a:pt x="142876" y="48759"/>
                    </a:cubicBezTo>
                    <a:cubicBezTo>
                      <a:pt x="140098" y="52161"/>
                      <a:pt x="137319" y="55563"/>
                      <a:pt x="131763" y="55563"/>
                    </a:cubicBezTo>
                    <a:cubicBezTo>
                      <a:pt x="131763" y="52161"/>
                      <a:pt x="137319" y="51027"/>
                      <a:pt x="140098" y="48759"/>
                    </a:cubicBezTo>
                    <a:close/>
                    <a:moveTo>
                      <a:pt x="148273" y="42598"/>
                    </a:moveTo>
                    <a:lnTo>
                      <a:pt x="150813" y="42598"/>
                    </a:lnTo>
                    <a:cubicBezTo>
                      <a:pt x="150813" y="42598"/>
                      <a:pt x="150813" y="42598"/>
                      <a:pt x="149543" y="43921"/>
                    </a:cubicBezTo>
                    <a:cubicBezTo>
                      <a:pt x="147003" y="45244"/>
                      <a:pt x="150813" y="49213"/>
                      <a:pt x="148273" y="51859"/>
                    </a:cubicBezTo>
                    <a:cubicBezTo>
                      <a:pt x="149543" y="51859"/>
                      <a:pt x="149543" y="50536"/>
                      <a:pt x="150813" y="50536"/>
                    </a:cubicBezTo>
                    <a:cubicBezTo>
                      <a:pt x="150813" y="51859"/>
                      <a:pt x="149543" y="53181"/>
                      <a:pt x="148273" y="53181"/>
                    </a:cubicBezTo>
                    <a:cubicBezTo>
                      <a:pt x="148273" y="53181"/>
                      <a:pt x="148273" y="54504"/>
                      <a:pt x="149543" y="54504"/>
                    </a:cubicBezTo>
                    <a:cubicBezTo>
                      <a:pt x="147003" y="55827"/>
                      <a:pt x="144463" y="55827"/>
                      <a:pt x="141923" y="55827"/>
                    </a:cubicBezTo>
                    <a:cubicBezTo>
                      <a:pt x="140653" y="57150"/>
                      <a:pt x="139383" y="57150"/>
                      <a:pt x="138113" y="57150"/>
                    </a:cubicBezTo>
                    <a:cubicBezTo>
                      <a:pt x="138113" y="55827"/>
                      <a:pt x="139383" y="55827"/>
                      <a:pt x="140653" y="55827"/>
                    </a:cubicBezTo>
                    <a:cubicBezTo>
                      <a:pt x="140653" y="54504"/>
                      <a:pt x="141923" y="54504"/>
                      <a:pt x="141923" y="53181"/>
                    </a:cubicBezTo>
                    <a:cubicBezTo>
                      <a:pt x="141923" y="53181"/>
                      <a:pt x="141923" y="53181"/>
                      <a:pt x="139383" y="53181"/>
                    </a:cubicBezTo>
                    <a:cubicBezTo>
                      <a:pt x="140653" y="53181"/>
                      <a:pt x="141923" y="53181"/>
                      <a:pt x="141923" y="51859"/>
                    </a:cubicBezTo>
                    <a:cubicBezTo>
                      <a:pt x="141923" y="49213"/>
                      <a:pt x="145733" y="51859"/>
                      <a:pt x="145733" y="49213"/>
                    </a:cubicBezTo>
                    <a:cubicBezTo>
                      <a:pt x="145733" y="47890"/>
                      <a:pt x="144463" y="47890"/>
                      <a:pt x="144463" y="47890"/>
                    </a:cubicBezTo>
                    <a:cubicBezTo>
                      <a:pt x="144463" y="47890"/>
                      <a:pt x="144463" y="46567"/>
                      <a:pt x="144463" y="45244"/>
                    </a:cubicBezTo>
                    <a:cubicBezTo>
                      <a:pt x="144463" y="45244"/>
                      <a:pt x="144463" y="46567"/>
                      <a:pt x="143193" y="45244"/>
                    </a:cubicBezTo>
                    <a:close/>
                    <a:moveTo>
                      <a:pt x="169336" y="30162"/>
                    </a:moveTo>
                    <a:cubicBezTo>
                      <a:pt x="103318" y="30162"/>
                      <a:pt x="47862" y="76200"/>
                      <a:pt x="33338" y="136706"/>
                    </a:cubicBezTo>
                    <a:cubicBezTo>
                      <a:pt x="33338" y="136706"/>
                      <a:pt x="33338" y="138022"/>
                      <a:pt x="33338" y="138022"/>
                    </a:cubicBezTo>
                    <a:cubicBezTo>
                      <a:pt x="33338" y="138022"/>
                      <a:pt x="33338" y="139337"/>
                      <a:pt x="33338" y="139337"/>
                    </a:cubicBezTo>
                    <a:cubicBezTo>
                      <a:pt x="33338" y="139337"/>
                      <a:pt x="33338" y="140652"/>
                      <a:pt x="33338" y="140652"/>
                    </a:cubicBezTo>
                    <a:cubicBezTo>
                      <a:pt x="33338" y="140652"/>
                      <a:pt x="34658" y="139337"/>
                      <a:pt x="34658" y="139337"/>
                    </a:cubicBezTo>
                    <a:cubicBezTo>
                      <a:pt x="34658" y="139337"/>
                      <a:pt x="35979" y="139337"/>
                      <a:pt x="35979" y="139337"/>
                    </a:cubicBezTo>
                    <a:cubicBezTo>
                      <a:pt x="35979" y="139337"/>
                      <a:pt x="35979" y="139337"/>
                      <a:pt x="35979" y="140652"/>
                    </a:cubicBezTo>
                    <a:cubicBezTo>
                      <a:pt x="35979" y="147229"/>
                      <a:pt x="42580" y="148544"/>
                      <a:pt x="43901" y="153806"/>
                    </a:cubicBezTo>
                    <a:cubicBezTo>
                      <a:pt x="47862" y="159067"/>
                      <a:pt x="47862" y="164329"/>
                      <a:pt x="45221" y="169590"/>
                    </a:cubicBezTo>
                    <a:cubicBezTo>
                      <a:pt x="47862" y="169590"/>
                      <a:pt x="46542" y="165644"/>
                      <a:pt x="49182" y="166959"/>
                    </a:cubicBezTo>
                    <a:cubicBezTo>
                      <a:pt x="50503" y="166959"/>
                      <a:pt x="47862" y="169590"/>
                      <a:pt x="50503" y="170905"/>
                    </a:cubicBezTo>
                    <a:cubicBezTo>
                      <a:pt x="50503" y="170905"/>
                      <a:pt x="50503" y="170905"/>
                      <a:pt x="50503" y="168275"/>
                    </a:cubicBezTo>
                    <a:cubicBezTo>
                      <a:pt x="53143" y="166959"/>
                      <a:pt x="55784" y="170905"/>
                      <a:pt x="55784" y="174852"/>
                    </a:cubicBezTo>
                    <a:cubicBezTo>
                      <a:pt x="55784" y="174852"/>
                      <a:pt x="57105" y="174852"/>
                      <a:pt x="57105" y="174852"/>
                    </a:cubicBezTo>
                    <a:cubicBezTo>
                      <a:pt x="57105" y="174852"/>
                      <a:pt x="57105" y="173536"/>
                      <a:pt x="57105" y="173536"/>
                    </a:cubicBezTo>
                    <a:cubicBezTo>
                      <a:pt x="57105" y="173536"/>
                      <a:pt x="58425" y="173536"/>
                      <a:pt x="59745" y="173536"/>
                    </a:cubicBezTo>
                    <a:cubicBezTo>
                      <a:pt x="61066" y="173536"/>
                      <a:pt x="61066" y="173536"/>
                      <a:pt x="61066" y="173536"/>
                    </a:cubicBezTo>
                    <a:cubicBezTo>
                      <a:pt x="61066" y="173536"/>
                      <a:pt x="62386" y="173536"/>
                      <a:pt x="62386" y="173536"/>
                    </a:cubicBezTo>
                    <a:cubicBezTo>
                      <a:pt x="63706" y="173536"/>
                      <a:pt x="63706" y="173536"/>
                      <a:pt x="63706" y="173536"/>
                    </a:cubicBezTo>
                    <a:cubicBezTo>
                      <a:pt x="63706" y="173536"/>
                      <a:pt x="63706" y="173536"/>
                      <a:pt x="65027" y="173536"/>
                    </a:cubicBezTo>
                    <a:cubicBezTo>
                      <a:pt x="65027" y="174852"/>
                      <a:pt x="65027" y="174852"/>
                      <a:pt x="65027" y="174852"/>
                    </a:cubicBezTo>
                    <a:cubicBezTo>
                      <a:pt x="65027" y="174852"/>
                      <a:pt x="66347" y="176167"/>
                      <a:pt x="68988" y="177482"/>
                    </a:cubicBezTo>
                    <a:cubicBezTo>
                      <a:pt x="70308" y="178798"/>
                      <a:pt x="72949" y="180113"/>
                      <a:pt x="72949" y="180113"/>
                    </a:cubicBezTo>
                    <a:cubicBezTo>
                      <a:pt x="72949" y="181428"/>
                      <a:pt x="74269" y="181428"/>
                      <a:pt x="74269" y="182744"/>
                    </a:cubicBezTo>
                    <a:cubicBezTo>
                      <a:pt x="74269" y="182744"/>
                      <a:pt x="74269" y="184059"/>
                      <a:pt x="74269" y="185374"/>
                    </a:cubicBezTo>
                    <a:cubicBezTo>
                      <a:pt x="74269" y="186690"/>
                      <a:pt x="74269" y="188005"/>
                      <a:pt x="74269" y="189320"/>
                    </a:cubicBezTo>
                    <a:cubicBezTo>
                      <a:pt x="74269" y="190636"/>
                      <a:pt x="72949" y="191951"/>
                      <a:pt x="71629" y="194582"/>
                    </a:cubicBezTo>
                    <a:cubicBezTo>
                      <a:pt x="71629" y="194582"/>
                      <a:pt x="71629" y="195897"/>
                      <a:pt x="71629" y="195897"/>
                    </a:cubicBezTo>
                    <a:cubicBezTo>
                      <a:pt x="68988" y="205105"/>
                      <a:pt x="65027" y="211682"/>
                      <a:pt x="63706" y="219574"/>
                    </a:cubicBezTo>
                    <a:cubicBezTo>
                      <a:pt x="62386" y="224835"/>
                      <a:pt x="66347" y="230097"/>
                      <a:pt x="66347" y="236673"/>
                    </a:cubicBezTo>
                    <a:cubicBezTo>
                      <a:pt x="66347" y="236673"/>
                      <a:pt x="66347" y="237989"/>
                      <a:pt x="66347" y="239304"/>
                    </a:cubicBezTo>
                    <a:cubicBezTo>
                      <a:pt x="66347" y="240619"/>
                      <a:pt x="66347" y="243250"/>
                      <a:pt x="65027" y="245881"/>
                    </a:cubicBezTo>
                    <a:cubicBezTo>
                      <a:pt x="63706" y="244565"/>
                      <a:pt x="63706" y="244565"/>
                      <a:pt x="62386" y="244565"/>
                    </a:cubicBezTo>
                    <a:cubicBezTo>
                      <a:pt x="63706" y="247196"/>
                      <a:pt x="66347" y="249827"/>
                      <a:pt x="65027" y="253773"/>
                    </a:cubicBezTo>
                    <a:cubicBezTo>
                      <a:pt x="65027" y="255088"/>
                      <a:pt x="63706" y="255088"/>
                      <a:pt x="62386" y="255088"/>
                    </a:cubicBezTo>
                    <a:cubicBezTo>
                      <a:pt x="63706" y="256404"/>
                      <a:pt x="63706" y="256404"/>
                      <a:pt x="63706" y="257719"/>
                    </a:cubicBezTo>
                    <a:cubicBezTo>
                      <a:pt x="63706" y="259034"/>
                      <a:pt x="65027" y="259034"/>
                      <a:pt x="66347" y="260350"/>
                    </a:cubicBezTo>
                    <a:cubicBezTo>
                      <a:pt x="66347" y="260350"/>
                      <a:pt x="66347" y="261665"/>
                      <a:pt x="66347" y="261665"/>
                    </a:cubicBezTo>
                    <a:cubicBezTo>
                      <a:pt x="66347" y="261665"/>
                      <a:pt x="66347" y="261665"/>
                      <a:pt x="67668" y="261665"/>
                    </a:cubicBezTo>
                    <a:cubicBezTo>
                      <a:pt x="72949" y="268242"/>
                      <a:pt x="79551" y="274819"/>
                      <a:pt x="87473" y="280080"/>
                    </a:cubicBezTo>
                    <a:cubicBezTo>
                      <a:pt x="87473" y="280080"/>
                      <a:pt x="88794" y="280080"/>
                      <a:pt x="88794" y="280080"/>
                    </a:cubicBezTo>
                    <a:cubicBezTo>
                      <a:pt x="88794" y="280080"/>
                      <a:pt x="88794" y="280080"/>
                      <a:pt x="88794" y="281395"/>
                    </a:cubicBezTo>
                    <a:cubicBezTo>
                      <a:pt x="88794" y="281395"/>
                      <a:pt x="90114" y="281395"/>
                      <a:pt x="90114" y="281395"/>
                    </a:cubicBezTo>
                    <a:cubicBezTo>
                      <a:pt x="112560" y="297180"/>
                      <a:pt x="140288" y="306387"/>
                      <a:pt x="169336" y="306387"/>
                    </a:cubicBezTo>
                    <a:cubicBezTo>
                      <a:pt x="245919" y="306387"/>
                      <a:pt x="307976" y="244565"/>
                      <a:pt x="307976" y="168275"/>
                    </a:cubicBezTo>
                    <a:lnTo>
                      <a:pt x="306128" y="156215"/>
                    </a:lnTo>
                    <a:lnTo>
                      <a:pt x="306388" y="154573"/>
                    </a:lnTo>
                    <a:lnTo>
                      <a:pt x="306388" y="151899"/>
                    </a:lnTo>
                    <a:lnTo>
                      <a:pt x="305656" y="153133"/>
                    </a:lnTo>
                    <a:lnTo>
                      <a:pt x="301374" y="125197"/>
                    </a:lnTo>
                    <a:cubicBezTo>
                      <a:pt x="297083" y="111715"/>
                      <a:pt x="290811" y="99219"/>
                      <a:pt x="282889" y="88038"/>
                    </a:cubicBezTo>
                    <a:cubicBezTo>
                      <a:pt x="284209" y="94615"/>
                      <a:pt x="284209" y="102507"/>
                      <a:pt x="282889" y="109084"/>
                    </a:cubicBezTo>
                    <a:cubicBezTo>
                      <a:pt x="281569" y="110399"/>
                      <a:pt x="281569" y="111714"/>
                      <a:pt x="281569" y="113030"/>
                    </a:cubicBezTo>
                    <a:cubicBezTo>
                      <a:pt x="280248" y="113030"/>
                      <a:pt x="280248" y="114345"/>
                      <a:pt x="278928" y="115660"/>
                    </a:cubicBezTo>
                    <a:cubicBezTo>
                      <a:pt x="278928" y="114345"/>
                      <a:pt x="278928" y="113030"/>
                      <a:pt x="278928" y="113030"/>
                    </a:cubicBezTo>
                    <a:cubicBezTo>
                      <a:pt x="278928" y="111714"/>
                      <a:pt x="278928" y="110399"/>
                      <a:pt x="277608" y="109084"/>
                    </a:cubicBezTo>
                    <a:cubicBezTo>
                      <a:pt x="277608" y="107768"/>
                      <a:pt x="276287" y="106453"/>
                      <a:pt x="274967" y="106453"/>
                    </a:cubicBezTo>
                    <a:cubicBezTo>
                      <a:pt x="267045" y="107768"/>
                      <a:pt x="260443" y="105138"/>
                      <a:pt x="253841" y="101192"/>
                    </a:cubicBezTo>
                    <a:cubicBezTo>
                      <a:pt x="252520" y="101192"/>
                      <a:pt x="251200" y="101192"/>
                      <a:pt x="249880" y="99876"/>
                    </a:cubicBezTo>
                    <a:cubicBezTo>
                      <a:pt x="245919" y="98561"/>
                      <a:pt x="243278" y="97245"/>
                      <a:pt x="240637" y="97245"/>
                    </a:cubicBezTo>
                    <a:cubicBezTo>
                      <a:pt x="243278" y="99876"/>
                      <a:pt x="244598" y="102507"/>
                      <a:pt x="245919" y="106453"/>
                    </a:cubicBezTo>
                    <a:cubicBezTo>
                      <a:pt x="245919" y="105138"/>
                      <a:pt x="247239" y="105138"/>
                      <a:pt x="247239" y="103822"/>
                    </a:cubicBezTo>
                    <a:cubicBezTo>
                      <a:pt x="247239" y="105138"/>
                      <a:pt x="248559" y="105138"/>
                      <a:pt x="248559" y="106453"/>
                    </a:cubicBezTo>
                    <a:cubicBezTo>
                      <a:pt x="249880" y="110399"/>
                      <a:pt x="256482" y="110399"/>
                      <a:pt x="256482" y="105138"/>
                    </a:cubicBezTo>
                    <a:cubicBezTo>
                      <a:pt x="263083" y="110399"/>
                      <a:pt x="269685" y="115660"/>
                      <a:pt x="268365" y="124868"/>
                    </a:cubicBezTo>
                    <a:cubicBezTo>
                      <a:pt x="267045" y="128814"/>
                      <a:pt x="263083" y="131445"/>
                      <a:pt x="259122" y="132760"/>
                    </a:cubicBezTo>
                    <a:cubicBezTo>
                      <a:pt x="251200" y="135391"/>
                      <a:pt x="237996" y="140652"/>
                      <a:pt x="236676" y="128814"/>
                    </a:cubicBezTo>
                    <a:cubicBezTo>
                      <a:pt x="236676" y="128814"/>
                      <a:pt x="235356" y="127499"/>
                      <a:pt x="235356" y="126183"/>
                    </a:cubicBezTo>
                    <a:cubicBezTo>
                      <a:pt x="234035" y="124868"/>
                      <a:pt x="234035" y="124868"/>
                      <a:pt x="234035" y="123553"/>
                    </a:cubicBezTo>
                    <a:cubicBezTo>
                      <a:pt x="230074" y="119607"/>
                      <a:pt x="226113" y="115660"/>
                      <a:pt x="223472" y="110399"/>
                    </a:cubicBezTo>
                    <a:cubicBezTo>
                      <a:pt x="222152" y="109084"/>
                      <a:pt x="220831" y="109084"/>
                      <a:pt x="220831" y="107768"/>
                    </a:cubicBezTo>
                    <a:cubicBezTo>
                      <a:pt x="219511" y="106453"/>
                      <a:pt x="219511" y="106453"/>
                      <a:pt x="218191" y="105138"/>
                    </a:cubicBezTo>
                    <a:cubicBezTo>
                      <a:pt x="218191" y="103822"/>
                      <a:pt x="216870" y="103822"/>
                      <a:pt x="215550" y="102507"/>
                    </a:cubicBezTo>
                    <a:cubicBezTo>
                      <a:pt x="212909" y="103822"/>
                      <a:pt x="214230" y="97245"/>
                      <a:pt x="210268" y="98561"/>
                    </a:cubicBezTo>
                    <a:cubicBezTo>
                      <a:pt x="208948" y="99876"/>
                      <a:pt x="208948" y="99876"/>
                      <a:pt x="210268" y="99876"/>
                    </a:cubicBezTo>
                    <a:cubicBezTo>
                      <a:pt x="211589" y="102507"/>
                      <a:pt x="211589" y="102507"/>
                      <a:pt x="212909" y="103822"/>
                    </a:cubicBezTo>
                    <a:cubicBezTo>
                      <a:pt x="214230" y="105138"/>
                      <a:pt x="214230" y="105138"/>
                      <a:pt x="215550" y="106453"/>
                    </a:cubicBezTo>
                    <a:cubicBezTo>
                      <a:pt x="215550" y="107768"/>
                      <a:pt x="216870" y="107768"/>
                      <a:pt x="216870" y="109084"/>
                    </a:cubicBezTo>
                    <a:cubicBezTo>
                      <a:pt x="219511" y="113030"/>
                      <a:pt x="223472" y="116976"/>
                      <a:pt x="224793" y="122237"/>
                    </a:cubicBezTo>
                    <a:cubicBezTo>
                      <a:pt x="227433" y="124868"/>
                      <a:pt x="230074" y="128814"/>
                      <a:pt x="231394" y="131445"/>
                    </a:cubicBezTo>
                    <a:cubicBezTo>
                      <a:pt x="232715" y="132760"/>
                      <a:pt x="234035" y="134075"/>
                      <a:pt x="234035" y="134075"/>
                    </a:cubicBezTo>
                    <a:cubicBezTo>
                      <a:pt x="235356" y="135391"/>
                      <a:pt x="236676" y="138022"/>
                      <a:pt x="236676" y="138022"/>
                    </a:cubicBezTo>
                    <a:cubicBezTo>
                      <a:pt x="237996" y="139337"/>
                      <a:pt x="237996" y="139337"/>
                      <a:pt x="240637" y="140652"/>
                    </a:cubicBezTo>
                    <a:cubicBezTo>
                      <a:pt x="241957" y="141968"/>
                      <a:pt x="244598" y="143283"/>
                      <a:pt x="244598" y="143283"/>
                    </a:cubicBezTo>
                    <a:cubicBezTo>
                      <a:pt x="244598" y="143283"/>
                      <a:pt x="245919" y="143283"/>
                      <a:pt x="245919" y="143283"/>
                    </a:cubicBezTo>
                    <a:cubicBezTo>
                      <a:pt x="247239" y="143283"/>
                      <a:pt x="247239" y="143283"/>
                      <a:pt x="248559" y="143283"/>
                    </a:cubicBezTo>
                    <a:cubicBezTo>
                      <a:pt x="252520" y="143283"/>
                      <a:pt x="256482" y="143283"/>
                      <a:pt x="260443" y="140652"/>
                    </a:cubicBezTo>
                    <a:cubicBezTo>
                      <a:pt x="260443" y="143283"/>
                      <a:pt x="260443" y="145914"/>
                      <a:pt x="259122" y="147229"/>
                    </a:cubicBezTo>
                    <a:cubicBezTo>
                      <a:pt x="259122" y="148544"/>
                      <a:pt x="259122" y="149860"/>
                      <a:pt x="257802" y="151175"/>
                    </a:cubicBezTo>
                    <a:cubicBezTo>
                      <a:pt x="257802" y="153806"/>
                      <a:pt x="256482" y="156437"/>
                      <a:pt x="255161" y="159067"/>
                    </a:cubicBezTo>
                    <a:cubicBezTo>
                      <a:pt x="255161" y="160383"/>
                      <a:pt x="253841" y="160383"/>
                      <a:pt x="253841" y="161698"/>
                    </a:cubicBezTo>
                    <a:cubicBezTo>
                      <a:pt x="240637" y="168275"/>
                      <a:pt x="228754" y="176167"/>
                      <a:pt x="232715" y="190636"/>
                    </a:cubicBezTo>
                    <a:cubicBezTo>
                      <a:pt x="232715" y="190636"/>
                      <a:pt x="234035" y="191951"/>
                      <a:pt x="234035" y="191951"/>
                    </a:cubicBezTo>
                    <a:cubicBezTo>
                      <a:pt x="234035" y="199843"/>
                      <a:pt x="232715" y="206420"/>
                      <a:pt x="228754" y="212997"/>
                    </a:cubicBezTo>
                    <a:cubicBezTo>
                      <a:pt x="228754" y="214312"/>
                      <a:pt x="227433" y="215628"/>
                      <a:pt x="227433" y="215628"/>
                    </a:cubicBezTo>
                    <a:cubicBezTo>
                      <a:pt x="222152" y="222204"/>
                      <a:pt x="219511" y="228781"/>
                      <a:pt x="218191" y="235358"/>
                    </a:cubicBezTo>
                    <a:cubicBezTo>
                      <a:pt x="218191" y="236673"/>
                      <a:pt x="214230" y="236673"/>
                      <a:pt x="212909" y="239304"/>
                    </a:cubicBezTo>
                    <a:cubicBezTo>
                      <a:pt x="212909" y="239304"/>
                      <a:pt x="212909" y="240619"/>
                      <a:pt x="211589" y="241935"/>
                    </a:cubicBezTo>
                    <a:cubicBezTo>
                      <a:pt x="211589" y="243250"/>
                      <a:pt x="210268" y="245881"/>
                      <a:pt x="210268" y="245881"/>
                    </a:cubicBezTo>
                    <a:cubicBezTo>
                      <a:pt x="208948" y="247196"/>
                      <a:pt x="207628" y="248512"/>
                      <a:pt x="207628" y="248512"/>
                    </a:cubicBezTo>
                    <a:cubicBezTo>
                      <a:pt x="206307" y="249827"/>
                      <a:pt x="204987" y="251142"/>
                      <a:pt x="203667" y="253773"/>
                    </a:cubicBezTo>
                    <a:cubicBezTo>
                      <a:pt x="199705" y="255088"/>
                      <a:pt x="195744" y="256404"/>
                      <a:pt x="191783" y="259034"/>
                    </a:cubicBezTo>
                    <a:cubicBezTo>
                      <a:pt x="189142" y="259034"/>
                      <a:pt x="185181" y="259034"/>
                      <a:pt x="185181" y="259034"/>
                    </a:cubicBezTo>
                    <a:cubicBezTo>
                      <a:pt x="185181" y="260350"/>
                      <a:pt x="185181" y="260350"/>
                      <a:pt x="183861" y="260350"/>
                    </a:cubicBezTo>
                    <a:cubicBezTo>
                      <a:pt x="183861" y="260350"/>
                      <a:pt x="183861" y="260350"/>
                      <a:pt x="183861" y="261665"/>
                    </a:cubicBezTo>
                    <a:cubicBezTo>
                      <a:pt x="182540" y="261665"/>
                      <a:pt x="182540" y="261665"/>
                      <a:pt x="181220" y="261665"/>
                    </a:cubicBezTo>
                    <a:cubicBezTo>
                      <a:pt x="179899" y="261665"/>
                      <a:pt x="178579" y="260350"/>
                      <a:pt x="178579" y="260350"/>
                    </a:cubicBezTo>
                    <a:cubicBezTo>
                      <a:pt x="178579" y="260350"/>
                      <a:pt x="177259" y="260350"/>
                      <a:pt x="177259" y="259034"/>
                    </a:cubicBezTo>
                    <a:cubicBezTo>
                      <a:pt x="177259" y="259034"/>
                      <a:pt x="175938" y="257719"/>
                      <a:pt x="175938" y="257719"/>
                    </a:cubicBezTo>
                    <a:cubicBezTo>
                      <a:pt x="175938" y="257719"/>
                      <a:pt x="175938" y="256404"/>
                      <a:pt x="175938" y="256404"/>
                    </a:cubicBezTo>
                    <a:cubicBezTo>
                      <a:pt x="175938" y="256404"/>
                      <a:pt x="175938" y="256404"/>
                      <a:pt x="175938" y="255088"/>
                    </a:cubicBezTo>
                    <a:cubicBezTo>
                      <a:pt x="175938" y="255088"/>
                      <a:pt x="175938" y="255088"/>
                      <a:pt x="175938" y="253773"/>
                    </a:cubicBezTo>
                    <a:cubicBezTo>
                      <a:pt x="175938" y="252458"/>
                      <a:pt x="175938" y="251142"/>
                      <a:pt x="174618" y="251142"/>
                    </a:cubicBezTo>
                    <a:cubicBezTo>
                      <a:pt x="174618" y="249827"/>
                      <a:pt x="173298" y="248512"/>
                      <a:pt x="173298" y="248512"/>
                    </a:cubicBezTo>
                    <a:cubicBezTo>
                      <a:pt x="171977" y="247196"/>
                      <a:pt x="171977" y="245881"/>
                      <a:pt x="171977" y="245881"/>
                    </a:cubicBezTo>
                    <a:cubicBezTo>
                      <a:pt x="171977" y="245881"/>
                      <a:pt x="171977" y="245881"/>
                      <a:pt x="170657" y="245881"/>
                    </a:cubicBezTo>
                    <a:cubicBezTo>
                      <a:pt x="170657" y="245881"/>
                      <a:pt x="170657" y="244565"/>
                      <a:pt x="170657" y="244565"/>
                    </a:cubicBezTo>
                    <a:cubicBezTo>
                      <a:pt x="170657" y="244565"/>
                      <a:pt x="169336" y="243250"/>
                      <a:pt x="169336" y="243250"/>
                    </a:cubicBezTo>
                    <a:cubicBezTo>
                      <a:pt x="169336" y="243250"/>
                      <a:pt x="169336" y="243250"/>
                      <a:pt x="169336" y="241935"/>
                    </a:cubicBezTo>
                    <a:cubicBezTo>
                      <a:pt x="168016" y="234043"/>
                      <a:pt x="162735" y="226150"/>
                      <a:pt x="160094" y="219574"/>
                    </a:cubicBezTo>
                    <a:cubicBezTo>
                      <a:pt x="158773" y="214312"/>
                      <a:pt x="161414" y="209051"/>
                      <a:pt x="164055" y="205105"/>
                    </a:cubicBezTo>
                    <a:cubicBezTo>
                      <a:pt x="165375" y="203789"/>
                      <a:pt x="165375" y="203789"/>
                      <a:pt x="165375" y="202474"/>
                    </a:cubicBezTo>
                    <a:cubicBezTo>
                      <a:pt x="165375" y="201159"/>
                      <a:pt x="165375" y="199843"/>
                      <a:pt x="165375" y="198528"/>
                    </a:cubicBezTo>
                    <a:cubicBezTo>
                      <a:pt x="164055" y="198528"/>
                      <a:pt x="164055" y="195897"/>
                      <a:pt x="164055" y="194582"/>
                    </a:cubicBezTo>
                    <a:cubicBezTo>
                      <a:pt x="162735" y="191951"/>
                      <a:pt x="161414" y="188005"/>
                      <a:pt x="160094" y="185374"/>
                    </a:cubicBezTo>
                    <a:cubicBezTo>
                      <a:pt x="160094" y="185374"/>
                      <a:pt x="158773" y="184059"/>
                      <a:pt x="157453" y="182744"/>
                    </a:cubicBezTo>
                    <a:cubicBezTo>
                      <a:pt x="157453" y="181428"/>
                      <a:pt x="156133" y="181428"/>
                      <a:pt x="156133" y="180113"/>
                    </a:cubicBezTo>
                    <a:cubicBezTo>
                      <a:pt x="150851" y="176167"/>
                      <a:pt x="154812" y="169590"/>
                      <a:pt x="152172" y="164329"/>
                    </a:cubicBezTo>
                    <a:cubicBezTo>
                      <a:pt x="150851" y="161698"/>
                      <a:pt x="149531" y="160383"/>
                      <a:pt x="148210" y="160383"/>
                    </a:cubicBezTo>
                    <a:cubicBezTo>
                      <a:pt x="145570" y="160383"/>
                      <a:pt x="144249" y="160383"/>
                      <a:pt x="144249" y="160383"/>
                    </a:cubicBezTo>
                    <a:cubicBezTo>
                      <a:pt x="142929" y="160383"/>
                      <a:pt x="142929" y="159067"/>
                      <a:pt x="142929" y="159067"/>
                    </a:cubicBezTo>
                    <a:cubicBezTo>
                      <a:pt x="142929" y="159067"/>
                      <a:pt x="142929" y="157752"/>
                      <a:pt x="141609" y="157752"/>
                    </a:cubicBezTo>
                    <a:cubicBezTo>
                      <a:pt x="141609" y="157752"/>
                      <a:pt x="141609" y="156437"/>
                      <a:pt x="141609" y="156437"/>
                    </a:cubicBezTo>
                    <a:cubicBezTo>
                      <a:pt x="141609" y="156437"/>
                      <a:pt x="138968" y="156437"/>
                      <a:pt x="136327" y="155121"/>
                    </a:cubicBezTo>
                    <a:cubicBezTo>
                      <a:pt x="136327" y="156437"/>
                      <a:pt x="135007" y="156437"/>
                      <a:pt x="133686" y="156437"/>
                    </a:cubicBezTo>
                    <a:cubicBezTo>
                      <a:pt x="132366" y="156437"/>
                      <a:pt x="132366" y="156437"/>
                      <a:pt x="131046" y="156437"/>
                    </a:cubicBezTo>
                    <a:cubicBezTo>
                      <a:pt x="117842" y="163013"/>
                      <a:pt x="98036" y="164329"/>
                      <a:pt x="92755" y="145914"/>
                    </a:cubicBezTo>
                    <a:cubicBezTo>
                      <a:pt x="92755" y="145914"/>
                      <a:pt x="91434" y="144598"/>
                      <a:pt x="91434" y="143283"/>
                    </a:cubicBezTo>
                    <a:cubicBezTo>
                      <a:pt x="90114" y="141968"/>
                      <a:pt x="90114" y="140652"/>
                      <a:pt x="88794" y="140652"/>
                    </a:cubicBezTo>
                    <a:cubicBezTo>
                      <a:pt x="88794" y="140652"/>
                      <a:pt x="88794" y="140652"/>
                      <a:pt x="88794" y="139337"/>
                    </a:cubicBezTo>
                    <a:cubicBezTo>
                      <a:pt x="87473" y="139337"/>
                      <a:pt x="87473" y="139337"/>
                      <a:pt x="87473" y="139337"/>
                    </a:cubicBezTo>
                    <a:cubicBezTo>
                      <a:pt x="87473" y="138022"/>
                      <a:pt x="87473" y="138022"/>
                      <a:pt x="88794" y="136706"/>
                    </a:cubicBezTo>
                    <a:cubicBezTo>
                      <a:pt x="88794" y="136706"/>
                      <a:pt x="88794" y="135391"/>
                      <a:pt x="88794" y="134075"/>
                    </a:cubicBezTo>
                    <a:cubicBezTo>
                      <a:pt x="88794" y="134075"/>
                      <a:pt x="88794" y="132760"/>
                      <a:pt x="88794" y="132760"/>
                    </a:cubicBezTo>
                    <a:cubicBezTo>
                      <a:pt x="88794" y="132760"/>
                      <a:pt x="88794" y="131445"/>
                      <a:pt x="88794" y="131445"/>
                    </a:cubicBezTo>
                    <a:cubicBezTo>
                      <a:pt x="91434" y="120922"/>
                      <a:pt x="94075" y="110399"/>
                      <a:pt x="101997" y="103822"/>
                    </a:cubicBezTo>
                    <a:cubicBezTo>
                      <a:pt x="103318" y="102507"/>
                      <a:pt x="104638" y="102507"/>
                      <a:pt x="105958" y="101192"/>
                    </a:cubicBezTo>
                    <a:cubicBezTo>
                      <a:pt x="108599" y="99876"/>
                      <a:pt x="111240" y="98561"/>
                      <a:pt x="113881" y="95930"/>
                    </a:cubicBezTo>
                    <a:cubicBezTo>
                      <a:pt x="115201" y="94615"/>
                      <a:pt x="115201" y="94615"/>
                      <a:pt x="115201" y="93299"/>
                    </a:cubicBezTo>
                    <a:cubicBezTo>
                      <a:pt x="117842" y="89353"/>
                      <a:pt x="120483" y="84092"/>
                      <a:pt x="125764" y="84092"/>
                    </a:cubicBezTo>
                    <a:cubicBezTo>
                      <a:pt x="132366" y="84092"/>
                      <a:pt x="137647" y="84092"/>
                      <a:pt x="144249" y="81461"/>
                    </a:cubicBezTo>
                    <a:cubicBezTo>
                      <a:pt x="145570" y="81461"/>
                      <a:pt x="146890" y="81461"/>
                      <a:pt x="148210" y="81461"/>
                    </a:cubicBezTo>
                    <a:cubicBezTo>
                      <a:pt x="152172" y="80146"/>
                      <a:pt x="157453" y="81461"/>
                      <a:pt x="161414" y="82777"/>
                    </a:cubicBezTo>
                    <a:cubicBezTo>
                      <a:pt x="158773" y="88038"/>
                      <a:pt x="164055" y="91984"/>
                      <a:pt x="168016" y="91984"/>
                    </a:cubicBezTo>
                    <a:cubicBezTo>
                      <a:pt x="169336" y="91984"/>
                      <a:pt x="170657" y="91984"/>
                      <a:pt x="170657" y="91984"/>
                    </a:cubicBezTo>
                    <a:cubicBezTo>
                      <a:pt x="171977" y="93299"/>
                      <a:pt x="173298" y="93299"/>
                      <a:pt x="174618" y="93299"/>
                    </a:cubicBezTo>
                    <a:cubicBezTo>
                      <a:pt x="174618" y="93299"/>
                      <a:pt x="175938" y="94615"/>
                      <a:pt x="175938" y="94615"/>
                    </a:cubicBezTo>
                    <a:cubicBezTo>
                      <a:pt x="177259" y="95930"/>
                      <a:pt x="178579" y="95930"/>
                      <a:pt x="179899" y="95930"/>
                    </a:cubicBezTo>
                    <a:cubicBezTo>
                      <a:pt x="179899" y="94615"/>
                      <a:pt x="179899" y="94615"/>
                      <a:pt x="179899" y="94615"/>
                    </a:cubicBezTo>
                    <a:cubicBezTo>
                      <a:pt x="179899" y="93299"/>
                      <a:pt x="179899" y="93299"/>
                      <a:pt x="179899" y="91984"/>
                    </a:cubicBezTo>
                    <a:cubicBezTo>
                      <a:pt x="181220" y="91984"/>
                      <a:pt x="181220" y="90669"/>
                      <a:pt x="181220" y="90669"/>
                    </a:cubicBezTo>
                    <a:cubicBezTo>
                      <a:pt x="182540" y="90669"/>
                      <a:pt x="183861" y="90669"/>
                      <a:pt x="183861" y="90669"/>
                    </a:cubicBezTo>
                    <a:cubicBezTo>
                      <a:pt x="185181" y="90669"/>
                      <a:pt x="186501" y="90669"/>
                      <a:pt x="186501" y="90669"/>
                    </a:cubicBezTo>
                    <a:cubicBezTo>
                      <a:pt x="190463" y="91984"/>
                      <a:pt x="194424" y="93299"/>
                      <a:pt x="198385" y="94615"/>
                    </a:cubicBezTo>
                    <a:cubicBezTo>
                      <a:pt x="206307" y="95930"/>
                      <a:pt x="218191" y="89353"/>
                      <a:pt x="211589" y="84092"/>
                    </a:cubicBezTo>
                    <a:cubicBezTo>
                      <a:pt x="206307" y="80146"/>
                      <a:pt x="193104" y="85407"/>
                      <a:pt x="189142" y="74884"/>
                    </a:cubicBezTo>
                    <a:cubicBezTo>
                      <a:pt x="189142" y="74884"/>
                      <a:pt x="187822" y="73569"/>
                      <a:pt x="187822" y="76200"/>
                    </a:cubicBezTo>
                    <a:cubicBezTo>
                      <a:pt x="186501" y="77515"/>
                      <a:pt x="187822" y="77515"/>
                      <a:pt x="187822" y="78830"/>
                    </a:cubicBezTo>
                    <a:cubicBezTo>
                      <a:pt x="189142" y="80146"/>
                      <a:pt x="189142" y="80146"/>
                      <a:pt x="186501" y="82777"/>
                    </a:cubicBezTo>
                    <a:cubicBezTo>
                      <a:pt x="185181" y="82777"/>
                      <a:pt x="183861" y="82777"/>
                      <a:pt x="183861" y="81461"/>
                    </a:cubicBezTo>
                    <a:cubicBezTo>
                      <a:pt x="178579" y="73569"/>
                      <a:pt x="171977" y="70938"/>
                      <a:pt x="165375" y="65677"/>
                    </a:cubicBezTo>
                    <a:cubicBezTo>
                      <a:pt x="165375" y="72254"/>
                      <a:pt x="175938" y="76200"/>
                      <a:pt x="178579" y="81461"/>
                    </a:cubicBezTo>
                    <a:cubicBezTo>
                      <a:pt x="175938" y="78830"/>
                      <a:pt x="173298" y="81461"/>
                      <a:pt x="173298" y="82777"/>
                    </a:cubicBezTo>
                    <a:cubicBezTo>
                      <a:pt x="170657" y="77515"/>
                      <a:pt x="164055" y="72254"/>
                      <a:pt x="158773" y="68308"/>
                    </a:cubicBezTo>
                    <a:cubicBezTo>
                      <a:pt x="157453" y="68308"/>
                      <a:pt x="157453" y="68308"/>
                      <a:pt x="156133" y="68308"/>
                    </a:cubicBezTo>
                    <a:cubicBezTo>
                      <a:pt x="154812" y="68308"/>
                      <a:pt x="153492" y="68308"/>
                      <a:pt x="152172" y="69623"/>
                    </a:cubicBezTo>
                    <a:cubicBezTo>
                      <a:pt x="150851" y="69623"/>
                      <a:pt x="149531" y="69623"/>
                      <a:pt x="148210" y="70938"/>
                    </a:cubicBezTo>
                    <a:cubicBezTo>
                      <a:pt x="146890" y="72254"/>
                      <a:pt x="146890" y="72254"/>
                      <a:pt x="145570" y="73569"/>
                    </a:cubicBezTo>
                    <a:cubicBezTo>
                      <a:pt x="144249" y="73569"/>
                      <a:pt x="144249" y="74884"/>
                      <a:pt x="142929" y="74884"/>
                    </a:cubicBezTo>
                    <a:cubicBezTo>
                      <a:pt x="140288" y="76200"/>
                      <a:pt x="138968" y="78830"/>
                      <a:pt x="137647" y="78830"/>
                    </a:cubicBezTo>
                    <a:cubicBezTo>
                      <a:pt x="131046" y="82777"/>
                      <a:pt x="124444" y="82777"/>
                      <a:pt x="119162" y="78830"/>
                    </a:cubicBezTo>
                    <a:cubicBezTo>
                      <a:pt x="117842" y="77515"/>
                      <a:pt x="119162" y="74884"/>
                      <a:pt x="119162" y="73569"/>
                    </a:cubicBezTo>
                    <a:cubicBezTo>
                      <a:pt x="120483" y="63046"/>
                      <a:pt x="131046" y="65677"/>
                      <a:pt x="138968" y="66992"/>
                    </a:cubicBezTo>
                    <a:cubicBezTo>
                      <a:pt x="141609" y="68308"/>
                      <a:pt x="141609" y="63046"/>
                      <a:pt x="138968" y="60415"/>
                    </a:cubicBezTo>
                    <a:cubicBezTo>
                      <a:pt x="140288" y="60415"/>
                      <a:pt x="141609" y="60415"/>
                      <a:pt x="142929" y="60415"/>
                    </a:cubicBezTo>
                    <a:cubicBezTo>
                      <a:pt x="148210" y="57785"/>
                      <a:pt x="153492" y="55154"/>
                      <a:pt x="158773" y="52523"/>
                    </a:cubicBezTo>
                    <a:cubicBezTo>
                      <a:pt x="158773" y="52523"/>
                      <a:pt x="160094" y="52523"/>
                      <a:pt x="161414" y="52523"/>
                    </a:cubicBezTo>
                    <a:cubicBezTo>
                      <a:pt x="161414" y="51208"/>
                      <a:pt x="161414" y="47262"/>
                      <a:pt x="164055" y="47262"/>
                    </a:cubicBezTo>
                    <a:cubicBezTo>
                      <a:pt x="164055" y="47262"/>
                      <a:pt x="164055" y="47262"/>
                      <a:pt x="164055" y="49893"/>
                    </a:cubicBezTo>
                    <a:cubicBezTo>
                      <a:pt x="165375" y="49893"/>
                      <a:pt x="165375" y="49893"/>
                      <a:pt x="165375" y="51208"/>
                    </a:cubicBezTo>
                    <a:cubicBezTo>
                      <a:pt x="165375" y="52523"/>
                      <a:pt x="164055" y="51208"/>
                      <a:pt x="164055" y="51208"/>
                    </a:cubicBezTo>
                    <a:cubicBezTo>
                      <a:pt x="168016" y="53839"/>
                      <a:pt x="175938" y="52523"/>
                      <a:pt x="177259" y="45947"/>
                    </a:cubicBezTo>
                    <a:cubicBezTo>
                      <a:pt x="177259" y="45947"/>
                      <a:pt x="178579" y="45947"/>
                      <a:pt x="178579" y="47262"/>
                    </a:cubicBezTo>
                    <a:cubicBezTo>
                      <a:pt x="178579" y="45947"/>
                      <a:pt x="178579" y="43316"/>
                      <a:pt x="179899" y="43316"/>
                    </a:cubicBezTo>
                    <a:cubicBezTo>
                      <a:pt x="181220" y="43316"/>
                      <a:pt x="182540" y="43316"/>
                      <a:pt x="183861" y="42000"/>
                    </a:cubicBezTo>
                    <a:cubicBezTo>
                      <a:pt x="183861" y="42000"/>
                      <a:pt x="185181" y="42000"/>
                      <a:pt x="185181" y="40685"/>
                    </a:cubicBezTo>
                    <a:cubicBezTo>
                      <a:pt x="183861" y="40685"/>
                      <a:pt x="182540" y="42000"/>
                      <a:pt x="181220" y="42000"/>
                    </a:cubicBezTo>
                    <a:cubicBezTo>
                      <a:pt x="179899" y="43316"/>
                      <a:pt x="178579" y="43316"/>
                      <a:pt x="177259" y="43316"/>
                    </a:cubicBezTo>
                    <a:cubicBezTo>
                      <a:pt x="175938" y="42000"/>
                      <a:pt x="175938" y="39370"/>
                      <a:pt x="178579" y="39370"/>
                    </a:cubicBezTo>
                    <a:cubicBezTo>
                      <a:pt x="177259" y="39370"/>
                      <a:pt x="175938" y="39370"/>
                      <a:pt x="174618" y="40685"/>
                    </a:cubicBezTo>
                    <a:cubicBezTo>
                      <a:pt x="173298" y="42000"/>
                      <a:pt x="173298" y="43316"/>
                      <a:pt x="171977" y="43316"/>
                    </a:cubicBezTo>
                    <a:cubicBezTo>
                      <a:pt x="174618" y="45947"/>
                      <a:pt x="171977" y="51208"/>
                      <a:pt x="168016" y="51208"/>
                    </a:cubicBezTo>
                    <a:cubicBezTo>
                      <a:pt x="166696" y="49893"/>
                      <a:pt x="166696" y="49893"/>
                      <a:pt x="165375" y="48577"/>
                    </a:cubicBezTo>
                    <a:cubicBezTo>
                      <a:pt x="165375" y="48577"/>
                      <a:pt x="164055" y="47262"/>
                      <a:pt x="164055" y="47262"/>
                    </a:cubicBezTo>
                    <a:cubicBezTo>
                      <a:pt x="162735" y="47262"/>
                      <a:pt x="161414" y="45947"/>
                      <a:pt x="160094" y="45947"/>
                    </a:cubicBezTo>
                    <a:cubicBezTo>
                      <a:pt x="158773" y="44631"/>
                      <a:pt x="162735" y="42000"/>
                      <a:pt x="165375" y="40685"/>
                    </a:cubicBezTo>
                    <a:cubicBezTo>
                      <a:pt x="166696" y="40685"/>
                      <a:pt x="166696" y="39370"/>
                      <a:pt x="168016" y="39370"/>
                    </a:cubicBezTo>
                    <a:cubicBezTo>
                      <a:pt x="169336" y="39370"/>
                      <a:pt x="169336" y="38054"/>
                      <a:pt x="170657" y="38054"/>
                    </a:cubicBezTo>
                    <a:cubicBezTo>
                      <a:pt x="177259" y="36739"/>
                      <a:pt x="181220" y="35424"/>
                      <a:pt x="187822" y="35424"/>
                    </a:cubicBezTo>
                    <a:cubicBezTo>
                      <a:pt x="186501" y="36739"/>
                      <a:pt x="185181" y="35424"/>
                      <a:pt x="183861" y="36739"/>
                    </a:cubicBezTo>
                    <a:lnTo>
                      <a:pt x="187822" y="36739"/>
                    </a:lnTo>
                    <a:cubicBezTo>
                      <a:pt x="187822" y="36739"/>
                      <a:pt x="187822" y="36739"/>
                      <a:pt x="190463" y="34108"/>
                    </a:cubicBezTo>
                    <a:cubicBezTo>
                      <a:pt x="190463" y="34108"/>
                      <a:pt x="190463" y="34108"/>
                      <a:pt x="187822" y="34108"/>
                    </a:cubicBezTo>
                    <a:cubicBezTo>
                      <a:pt x="189142" y="34108"/>
                      <a:pt x="190463" y="32793"/>
                      <a:pt x="190463" y="32793"/>
                    </a:cubicBezTo>
                    <a:cubicBezTo>
                      <a:pt x="189142" y="32793"/>
                      <a:pt x="189142" y="32793"/>
                      <a:pt x="187822" y="32793"/>
                    </a:cubicBezTo>
                    <a:lnTo>
                      <a:pt x="189915" y="31750"/>
                    </a:lnTo>
                    <a:lnTo>
                      <a:pt x="190463" y="31477"/>
                    </a:lnTo>
                    <a:cubicBezTo>
                      <a:pt x="183861" y="30162"/>
                      <a:pt x="177259" y="30162"/>
                      <a:pt x="169336" y="30162"/>
                    </a:cubicBezTo>
                    <a:close/>
                    <a:moveTo>
                      <a:pt x="169069" y="0"/>
                    </a:moveTo>
                    <a:cubicBezTo>
                      <a:pt x="262443" y="0"/>
                      <a:pt x="338138" y="75339"/>
                      <a:pt x="338138" y="168275"/>
                    </a:cubicBezTo>
                    <a:cubicBezTo>
                      <a:pt x="338138" y="261211"/>
                      <a:pt x="262443" y="336550"/>
                      <a:pt x="169069" y="336550"/>
                    </a:cubicBezTo>
                    <a:cubicBezTo>
                      <a:pt x="75695" y="336550"/>
                      <a:pt x="0" y="261211"/>
                      <a:pt x="0" y="168275"/>
                    </a:cubicBezTo>
                    <a:cubicBezTo>
                      <a:pt x="0" y="75339"/>
                      <a:pt x="75695" y="0"/>
                      <a:pt x="16906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013">
                  <a:solidFill>
                    <a:schemeClr val="tx1">
                      <a:lumMod val="65000"/>
                      <a:lumOff val="35000"/>
                    </a:schemeClr>
                  </a:solidFill>
                  <a:latin typeface="+mj-ea"/>
                  <a:ea typeface="+mj-ea"/>
                </a:endParaRPr>
              </a:p>
            </p:txBody>
          </p:sp>
        </p:grpSp>
        <p:sp>
          <p:nvSpPr>
            <p:cNvPr id="110" name="矩形 109"/>
            <p:cNvSpPr/>
            <p:nvPr/>
          </p:nvSpPr>
          <p:spPr>
            <a:xfrm>
              <a:off x="2990674" y="4221002"/>
              <a:ext cx="2873210" cy="89871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050" dirty="0">
                  <a:solidFill>
                    <a:schemeClr val="tx1">
                      <a:lumMod val="65000"/>
                      <a:lumOff val="35000"/>
                    </a:schemeClr>
                  </a:solidFill>
                  <a:latin typeface="+mj-ea"/>
                  <a:ea typeface="+mj-ea"/>
                </a:rPr>
                <a:t>用户可以在投影仪或者计算机上进行演示也可以将演示文稿打印出来</a:t>
              </a:r>
            </a:p>
          </p:txBody>
        </p:sp>
      </p:grpSp>
      <p:grpSp>
        <p:nvGrpSpPr>
          <p:cNvPr id="117" name="组合 116"/>
          <p:cNvGrpSpPr/>
          <p:nvPr/>
        </p:nvGrpSpPr>
        <p:grpSpPr>
          <a:xfrm>
            <a:off x="4835881" y="1712068"/>
            <a:ext cx="3355496" cy="860475"/>
            <a:chOff x="6447842" y="2282758"/>
            <a:chExt cx="4473994" cy="1147301"/>
          </a:xfrm>
        </p:grpSpPr>
        <p:grpSp>
          <p:nvGrpSpPr>
            <p:cNvPr id="118" name="组合 117"/>
            <p:cNvGrpSpPr/>
            <p:nvPr/>
          </p:nvGrpSpPr>
          <p:grpSpPr>
            <a:xfrm>
              <a:off x="6447842" y="2282758"/>
              <a:ext cx="1543634" cy="1095559"/>
              <a:chOff x="863017" y="2149408"/>
              <a:chExt cx="1543634" cy="1095559"/>
            </a:xfrm>
          </p:grpSpPr>
          <p:cxnSp>
            <p:nvCxnSpPr>
              <p:cNvPr id="120" name="直接连接符 119"/>
              <p:cNvCxnSpPr/>
              <p:nvPr/>
            </p:nvCxnSpPr>
            <p:spPr>
              <a:xfrm>
                <a:off x="1952226" y="2697189"/>
                <a:ext cx="454425" cy="803"/>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2406651" y="2200698"/>
                <a:ext cx="0" cy="994588"/>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22" name="组合 121"/>
              <p:cNvGrpSpPr/>
              <p:nvPr/>
            </p:nvGrpSpPr>
            <p:grpSpPr>
              <a:xfrm>
                <a:off x="863017" y="2149408"/>
                <a:ext cx="1095558" cy="1095559"/>
                <a:chOff x="808238" y="1990456"/>
                <a:chExt cx="1205114" cy="1205114"/>
              </a:xfrm>
            </p:grpSpPr>
            <p:sp>
              <p:nvSpPr>
                <p:cNvPr id="124" name="椭圆 123"/>
                <p:cNvSpPr/>
                <p:nvPr/>
              </p:nvSpPr>
              <p:spPr>
                <a:xfrm rot="5400000">
                  <a:off x="808238" y="1990456"/>
                  <a:ext cx="1205114" cy="1205114"/>
                </a:xfrm>
                <a:prstGeom prst="ellipse">
                  <a:avLst/>
                </a:prstGeom>
                <a:solidFill>
                  <a:schemeClr val="bg1">
                    <a:lumMod val="75000"/>
                    <a:alpha val="40000"/>
                  </a:schemeClr>
                </a:solidFill>
                <a:ln>
                  <a:noFill/>
                </a:ln>
              </p:spPr>
              <p:txBody>
                <a:bodyPr anchor="ctr"/>
                <a:lstStyle/>
                <a:p>
                  <a:pPr algn="ctr"/>
                  <a:endParaRPr sz="1013">
                    <a:solidFill>
                      <a:schemeClr val="tx1">
                        <a:lumMod val="65000"/>
                        <a:lumOff val="35000"/>
                      </a:schemeClr>
                    </a:solidFill>
                    <a:latin typeface="+mj-ea"/>
                    <a:ea typeface="+mj-ea"/>
                  </a:endParaRPr>
                </a:p>
              </p:txBody>
            </p:sp>
            <p:sp>
              <p:nvSpPr>
                <p:cNvPr id="125" name="椭圆 124"/>
                <p:cNvSpPr/>
                <p:nvPr/>
              </p:nvSpPr>
              <p:spPr>
                <a:xfrm rot="5400000">
                  <a:off x="915793" y="2098012"/>
                  <a:ext cx="989999" cy="99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013">
                    <a:solidFill>
                      <a:schemeClr val="tx1">
                        <a:lumMod val="65000"/>
                        <a:lumOff val="35000"/>
                      </a:schemeClr>
                    </a:solidFill>
                    <a:latin typeface="+mj-ea"/>
                    <a:ea typeface="+mj-ea"/>
                  </a:endParaRPr>
                </a:p>
              </p:txBody>
            </p:sp>
          </p:grpSp>
          <p:sp>
            <p:nvSpPr>
              <p:cNvPr id="123" name="任意多边形 122"/>
              <p:cNvSpPr/>
              <p:nvPr/>
            </p:nvSpPr>
            <p:spPr>
              <a:xfrm>
                <a:off x="1198923" y="2486309"/>
                <a:ext cx="423746" cy="421756"/>
              </a:xfrm>
              <a:custGeom>
                <a:avLst/>
                <a:gdLst>
                  <a:gd name="connsiteX0" fmla="*/ 256117 w 338138"/>
                  <a:gd name="connsiteY0" fmla="*/ 200025 h 336550"/>
                  <a:gd name="connsiteX1" fmla="*/ 257440 w 338138"/>
                  <a:gd name="connsiteY1" fmla="*/ 201324 h 336550"/>
                  <a:gd name="connsiteX2" fmla="*/ 258763 w 338138"/>
                  <a:gd name="connsiteY2" fmla="*/ 202623 h 336550"/>
                  <a:gd name="connsiteX3" fmla="*/ 258763 w 338138"/>
                  <a:gd name="connsiteY3" fmla="*/ 203922 h 336550"/>
                  <a:gd name="connsiteX4" fmla="*/ 258763 w 338138"/>
                  <a:gd name="connsiteY4" fmla="*/ 205221 h 336550"/>
                  <a:gd name="connsiteX5" fmla="*/ 258763 w 338138"/>
                  <a:gd name="connsiteY5" fmla="*/ 206520 h 336550"/>
                  <a:gd name="connsiteX6" fmla="*/ 257440 w 338138"/>
                  <a:gd name="connsiteY6" fmla="*/ 207819 h 336550"/>
                  <a:gd name="connsiteX7" fmla="*/ 254794 w 338138"/>
                  <a:gd name="connsiteY7" fmla="*/ 216911 h 336550"/>
                  <a:gd name="connsiteX8" fmla="*/ 246857 w 338138"/>
                  <a:gd name="connsiteY8" fmla="*/ 233796 h 336550"/>
                  <a:gd name="connsiteX9" fmla="*/ 245534 w 338138"/>
                  <a:gd name="connsiteY9" fmla="*/ 240290 h 336550"/>
                  <a:gd name="connsiteX10" fmla="*/ 241565 w 338138"/>
                  <a:gd name="connsiteY10" fmla="*/ 242888 h 336550"/>
                  <a:gd name="connsiteX11" fmla="*/ 237596 w 338138"/>
                  <a:gd name="connsiteY11" fmla="*/ 241589 h 336550"/>
                  <a:gd name="connsiteX12" fmla="*/ 236273 w 338138"/>
                  <a:gd name="connsiteY12" fmla="*/ 238992 h 336550"/>
                  <a:gd name="connsiteX13" fmla="*/ 234950 w 338138"/>
                  <a:gd name="connsiteY13" fmla="*/ 237693 h 336550"/>
                  <a:gd name="connsiteX14" fmla="*/ 236273 w 338138"/>
                  <a:gd name="connsiteY14" fmla="*/ 235095 h 336550"/>
                  <a:gd name="connsiteX15" fmla="*/ 236273 w 338138"/>
                  <a:gd name="connsiteY15" fmla="*/ 233796 h 336550"/>
                  <a:gd name="connsiteX16" fmla="*/ 238919 w 338138"/>
                  <a:gd name="connsiteY16" fmla="*/ 226003 h 336550"/>
                  <a:gd name="connsiteX17" fmla="*/ 238919 w 338138"/>
                  <a:gd name="connsiteY17" fmla="*/ 218210 h 336550"/>
                  <a:gd name="connsiteX18" fmla="*/ 238919 w 338138"/>
                  <a:gd name="connsiteY18" fmla="*/ 216911 h 336550"/>
                  <a:gd name="connsiteX19" fmla="*/ 240242 w 338138"/>
                  <a:gd name="connsiteY19" fmla="*/ 215612 h 336550"/>
                  <a:gd name="connsiteX20" fmla="*/ 240242 w 338138"/>
                  <a:gd name="connsiteY20" fmla="*/ 214313 h 336550"/>
                  <a:gd name="connsiteX21" fmla="*/ 246857 w 338138"/>
                  <a:gd name="connsiteY21" fmla="*/ 210416 h 336550"/>
                  <a:gd name="connsiteX22" fmla="*/ 253471 w 338138"/>
                  <a:gd name="connsiteY22" fmla="*/ 202623 h 336550"/>
                  <a:gd name="connsiteX23" fmla="*/ 253471 w 338138"/>
                  <a:gd name="connsiteY23" fmla="*/ 201324 h 336550"/>
                  <a:gd name="connsiteX24" fmla="*/ 256117 w 338138"/>
                  <a:gd name="connsiteY24" fmla="*/ 200025 h 336550"/>
                  <a:gd name="connsiteX25" fmla="*/ 300038 w 338138"/>
                  <a:gd name="connsiteY25" fmla="*/ 171450 h 336550"/>
                  <a:gd name="connsiteX26" fmla="*/ 301625 w 338138"/>
                  <a:gd name="connsiteY26" fmla="*/ 171450 h 336550"/>
                  <a:gd name="connsiteX27" fmla="*/ 298450 w 338138"/>
                  <a:gd name="connsiteY27" fmla="*/ 176213 h 336550"/>
                  <a:gd name="connsiteX28" fmla="*/ 296863 w 338138"/>
                  <a:gd name="connsiteY28" fmla="*/ 177800 h 336550"/>
                  <a:gd name="connsiteX29" fmla="*/ 295275 w 338138"/>
                  <a:gd name="connsiteY29" fmla="*/ 177800 h 336550"/>
                  <a:gd name="connsiteX30" fmla="*/ 295275 w 338138"/>
                  <a:gd name="connsiteY30" fmla="*/ 176213 h 336550"/>
                  <a:gd name="connsiteX31" fmla="*/ 296863 w 338138"/>
                  <a:gd name="connsiteY31" fmla="*/ 174625 h 336550"/>
                  <a:gd name="connsiteX32" fmla="*/ 298450 w 338138"/>
                  <a:gd name="connsiteY32" fmla="*/ 173038 h 336550"/>
                  <a:gd name="connsiteX33" fmla="*/ 293688 w 338138"/>
                  <a:gd name="connsiteY33" fmla="*/ 171450 h 336550"/>
                  <a:gd name="connsiteX34" fmla="*/ 296863 w 338138"/>
                  <a:gd name="connsiteY34" fmla="*/ 171450 h 336550"/>
                  <a:gd name="connsiteX35" fmla="*/ 293688 w 338138"/>
                  <a:gd name="connsiteY35" fmla="*/ 174625 h 336550"/>
                  <a:gd name="connsiteX36" fmla="*/ 292100 w 338138"/>
                  <a:gd name="connsiteY36" fmla="*/ 174625 h 336550"/>
                  <a:gd name="connsiteX37" fmla="*/ 292100 w 338138"/>
                  <a:gd name="connsiteY37" fmla="*/ 173038 h 336550"/>
                  <a:gd name="connsiteX38" fmla="*/ 303946 w 338138"/>
                  <a:gd name="connsiteY38" fmla="*/ 169998 h 336550"/>
                  <a:gd name="connsiteX39" fmla="*/ 303457 w 338138"/>
                  <a:gd name="connsiteY39" fmla="*/ 173083 h 336550"/>
                  <a:gd name="connsiteX40" fmla="*/ 303213 w 338138"/>
                  <a:gd name="connsiteY40" fmla="*/ 174625 h 336550"/>
                  <a:gd name="connsiteX41" fmla="*/ 303213 w 338138"/>
                  <a:gd name="connsiteY41" fmla="*/ 173288 h 336550"/>
                  <a:gd name="connsiteX42" fmla="*/ 303213 w 338138"/>
                  <a:gd name="connsiteY42" fmla="*/ 171952 h 336550"/>
                  <a:gd name="connsiteX43" fmla="*/ 303213 w 338138"/>
                  <a:gd name="connsiteY43" fmla="*/ 170615 h 336550"/>
                  <a:gd name="connsiteX44" fmla="*/ 288926 w 338138"/>
                  <a:gd name="connsiteY44" fmla="*/ 169862 h 336550"/>
                  <a:gd name="connsiteX45" fmla="*/ 290513 w 338138"/>
                  <a:gd name="connsiteY45" fmla="*/ 169862 h 336550"/>
                  <a:gd name="connsiteX46" fmla="*/ 293688 w 338138"/>
                  <a:gd name="connsiteY46" fmla="*/ 169862 h 336550"/>
                  <a:gd name="connsiteX47" fmla="*/ 293688 w 338138"/>
                  <a:gd name="connsiteY47" fmla="*/ 170656 h 336550"/>
                  <a:gd name="connsiteX48" fmla="*/ 292101 w 338138"/>
                  <a:gd name="connsiteY48" fmla="*/ 171450 h 336550"/>
                  <a:gd name="connsiteX49" fmla="*/ 290513 w 338138"/>
                  <a:gd name="connsiteY49" fmla="*/ 171450 h 336550"/>
                  <a:gd name="connsiteX50" fmla="*/ 288926 w 338138"/>
                  <a:gd name="connsiteY50" fmla="*/ 171450 h 336550"/>
                  <a:gd name="connsiteX51" fmla="*/ 287338 w 338138"/>
                  <a:gd name="connsiteY51" fmla="*/ 170656 h 336550"/>
                  <a:gd name="connsiteX52" fmla="*/ 288926 w 338138"/>
                  <a:gd name="connsiteY52" fmla="*/ 169862 h 336550"/>
                  <a:gd name="connsiteX53" fmla="*/ 304800 w 338138"/>
                  <a:gd name="connsiteY53" fmla="*/ 164600 h 336550"/>
                  <a:gd name="connsiteX54" fmla="*/ 304800 w 338138"/>
                  <a:gd name="connsiteY54" fmla="*/ 165267 h 336550"/>
                  <a:gd name="connsiteX55" fmla="*/ 304800 w 338138"/>
                  <a:gd name="connsiteY55" fmla="*/ 166604 h 336550"/>
                  <a:gd name="connsiteX56" fmla="*/ 304800 w 338138"/>
                  <a:gd name="connsiteY56" fmla="*/ 167941 h 336550"/>
                  <a:gd name="connsiteX57" fmla="*/ 304800 w 338138"/>
                  <a:gd name="connsiteY57" fmla="*/ 169278 h 336550"/>
                  <a:gd name="connsiteX58" fmla="*/ 303946 w 338138"/>
                  <a:gd name="connsiteY58" fmla="*/ 169998 h 336550"/>
                  <a:gd name="connsiteX59" fmla="*/ 301626 w 338138"/>
                  <a:gd name="connsiteY59" fmla="*/ 149225 h 336550"/>
                  <a:gd name="connsiteX60" fmla="*/ 303213 w 338138"/>
                  <a:gd name="connsiteY60" fmla="*/ 149225 h 336550"/>
                  <a:gd name="connsiteX61" fmla="*/ 304800 w 338138"/>
                  <a:gd name="connsiteY61" fmla="*/ 150562 h 336550"/>
                  <a:gd name="connsiteX62" fmla="*/ 304800 w 338138"/>
                  <a:gd name="connsiteY62" fmla="*/ 151899 h 336550"/>
                  <a:gd name="connsiteX63" fmla="*/ 304800 w 338138"/>
                  <a:gd name="connsiteY63" fmla="*/ 154573 h 336550"/>
                  <a:gd name="connsiteX64" fmla="*/ 305656 w 338138"/>
                  <a:gd name="connsiteY64" fmla="*/ 153133 h 336550"/>
                  <a:gd name="connsiteX65" fmla="*/ 306128 w 338138"/>
                  <a:gd name="connsiteY65" fmla="*/ 156215 h 336550"/>
                  <a:gd name="connsiteX66" fmla="*/ 304800 w 338138"/>
                  <a:gd name="connsiteY66" fmla="*/ 164600 h 336550"/>
                  <a:gd name="connsiteX67" fmla="*/ 304800 w 338138"/>
                  <a:gd name="connsiteY67" fmla="*/ 162594 h 336550"/>
                  <a:gd name="connsiteX68" fmla="*/ 304800 w 338138"/>
                  <a:gd name="connsiteY68" fmla="*/ 161257 h 336550"/>
                  <a:gd name="connsiteX69" fmla="*/ 304800 w 338138"/>
                  <a:gd name="connsiteY69" fmla="*/ 159920 h 336550"/>
                  <a:gd name="connsiteX70" fmla="*/ 304800 w 338138"/>
                  <a:gd name="connsiteY70" fmla="*/ 158583 h 336550"/>
                  <a:gd name="connsiteX71" fmla="*/ 303213 w 338138"/>
                  <a:gd name="connsiteY71" fmla="*/ 158583 h 336550"/>
                  <a:gd name="connsiteX72" fmla="*/ 303213 w 338138"/>
                  <a:gd name="connsiteY72" fmla="*/ 157246 h 336550"/>
                  <a:gd name="connsiteX73" fmla="*/ 303213 w 338138"/>
                  <a:gd name="connsiteY73" fmla="*/ 155909 h 336550"/>
                  <a:gd name="connsiteX74" fmla="*/ 303213 w 338138"/>
                  <a:gd name="connsiteY74" fmla="*/ 154573 h 336550"/>
                  <a:gd name="connsiteX75" fmla="*/ 301625 w 338138"/>
                  <a:gd name="connsiteY75" fmla="*/ 154573 h 336550"/>
                  <a:gd name="connsiteX76" fmla="*/ 301625 w 338138"/>
                  <a:gd name="connsiteY76" fmla="*/ 153236 h 336550"/>
                  <a:gd name="connsiteX77" fmla="*/ 301625 w 338138"/>
                  <a:gd name="connsiteY77" fmla="*/ 151899 h 336550"/>
                  <a:gd name="connsiteX78" fmla="*/ 301625 w 338138"/>
                  <a:gd name="connsiteY78" fmla="*/ 150812 h 336550"/>
                  <a:gd name="connsiteX79" fmla="*/ 301626 w 338138"/>
                  <a:gd name="connsiteY79" fmla="*/ 150813 h 336550"/>
                  <a:gd name="connsiteX80" fmla="*/ 301626 w 338138"/>
                  <a:gd name="connsiteY80" fmla="*/ 149226 h 336550"/>
                  <a:gd name="connsiteX81" fmla="*/ 298450 w 338138"/>
                  <a:gd name="connsiteY81" fmla="*/ 147637 h 336550"/>
                  <a:gd name="connsiteX82" fmla="*/ 298450 w 338138"/>
                  <a:gd name="connsiteY82" fmla="*/ 148907 h 336550"/>
                  <a:gd name="connsiteX83" fmla="*/ 298450 w 338138"/>
                  <a:gd name="connsiteY83" fmla="*/ 150177 h 336550"/>
                  <a:gd name="connsiteX84" fmla="*/ 297180 w 338138"/>
                  <a:gd name="connsiteY84" fmla="*/ 150177 h 336550"/>
                  <a:gd name="connsiteX85" fmla="*/ 295910 w 338138"/>
                  <a:gd name="connsiteY85" fmla="*/ 150177 h 336550"/>
                  <a:gd name="connsiteX86" fmla="*/ 294640 w 338138"/>
                  <a:gd name="connsiteY86" fmla="*/ 150177 h 336550"/>
                  <a:gd name="connsiteX87" fmla="*/ 294640 w 338138"/>
                  <a:gd name="connsiteY87" fmla="*/ 152717 h 336550"/>
                  <a:gd name="connsiteX88" fmla="*/ 294640 w 338138"/>
                  <a:gd name="connsiteY88" fmla="*/ 153987 h 336550"/>
                  <a:gd name="connsiteX89" fmla="*/ 295910 w 338138"/>
                  <a:gd name="connsiteY89" fmla="*/ 155257 h 336550"/>
                  <a:gd name="connsiteX90" fmla="*/ 295910 w 338138"/>
                  <a:gd name="connsiteY90" fmla="*/ 153987 h 336550"/>
                  <a:gd name="connsiteX91" fmla="*/ 297180 w 338138"/>
                  <a:gd name="connsiteY91" fmla="*/ 152717 h 336550"/>
                  <a:gd name="connsiteX92" fmla="*/ 297180 w 338138"/>
                  <a:gd name="connsiteY92" fmla="*/ 153987 h 336550"/>
                  <a:gd name="connsiteX93" fmla="*/ 295910 w 338138"/>
                  <a:gd name="connsiteY93" fmla="*/ 156527 h 336550"/>
                  <a:gd name="connsiteX94" fmla="*/ 295910 w 338138"/>
                  <a:gd name="connsiteY94" fmla="*/ 157797 h 336550"/>
                  <a:gd name="connsiteX95" fmla="*/ 297180 w 338138"/>
                  <a:gd name="connsiteY95" fmla="*/ 160337 h 336550"/>
                  <a:gd name="connsiteX96" fmla="*/ 297180 w 338138"/>
                  <a:gd name="connsiteY96" fmla="*/ 162877 h 336550"/>
                  <a:gd name="connsiteX97" fmla="*/ 295910 w 338138"/>
                  <a:gd name="connsiteY97" fmla="*/ 164147 h 336550"/>
                  <a:gd name="connsiteX98" fmla="*/ 294640 w 338138"/>
                  <a:gd name="connsiteY98" fmla="*/ 162877 h 336550"/>
                  <a:gd name="connsiteX99" fmla="*/ 294640 w 338138"/>
                  <a:gd name="connsiteY99" fmla="*/ 165417 h 336550"/>
                  <a:gd name="connsiteX100" fmla="*/ 293370 w 338138"/>
                  <a:gd name="connsiteY100" fmla="*/ 166687 h 336550"/>
                  <a:gd name="connsiteX101" fmla="*/ 293370 w 338138"/>
                  <a:gd name="connsiteY101" fmla="*/ 165417 h 336550"/>
                  <a:gd name="connsiteX102" fmla="*/ 293370 w 338138"/>
                  <a:gd name="connsiteY102" fmla="*/ 162877 h 336550"/>
                  <a:gd name="connsiteX103" fmla="*/ 293370 w 338138"/>
                  <a:gd name="connsiteY103" fmla="*/ 161607 h 336550"/>
                  <a:gd name="connsiteX104" fmla="*/ 292100 w 338138"/>
                  <a:gd name="connsiteY104" fmla="*/ 159067 h 336550"/>
                  <a:gd name="connsiteX105" fmla="*/ 293370 w 338138"/>
                  <a:gd name="connsiteY105" fmla="*/ 157797 h 336550"/>
                  <a:gd name="connsiteX106" fmla="*/ 293370 w 338138"/>
                  <a:gd name="connsiteY106" fmla="*/ 155257 h 336550"/>
                  <a:gd name="connsiteX107" fmla="*/ 293370 w 338138"/>
                  <a:gd name="connsiteY107" fmla="*/ 153987 h 336550"/>
                  <a:gd name="connsiteX108" fmla="*/ 293370 w 338138"/>
                  <a:gd name="connsiteY108" fmla="*/ 151447 h 336550"/>
                  <a:gd name="connsiteX109" fmla="*/ 293370 w 338138"/>
                  <a:gd name="connsiteY109" fmla="*/ 148907 h 336550"/>
                  <a:gd name="connsiteX110" fmla="*/ 294640 w 338138"/>
                  <a:gd name="connsiteY110" fmla="*/ 148907 h 336550"/>
                  <a:gd name="connsiteX111" fmla="*/ 298450 w 338138"/>
                  <a:gd name="connsiteY111" fmla="*/ 147637 h 336550"/>
                  <a:gd name="connsiteX112" fmla="*/ 300038 w 338138"/>
                  <a:gd name="connsiteY112" fmla="*/ 139700 h 336550"/>
                  <a:gd name="connsiteX113" fmla="*/ 301626 w 338138"/>
                  <a:gd name="connsiteY113" fmla="*/ 139700 h 336550"/>
                  <a:gd name="connsiteX114" fmla="*/ 301626 w 338138"/>
                  <a:gd name="connsiteY114" fmla="*/ 141288 h 336550"/>
                  <a:gd name="connsiteX115" fmla="*/ 301626 w 338138"/>
                  <a:gd name="connsiteY115" fmla="*/ 142875 h 336550"/>
                  <a:gd name="connsiteX116" fmla="*/ 301626 w 338138"/>
                  <a:gd name="connsiteY116" fmla="*/ 146051 h 336550"/>
                  <a:gd name="connsiteX117" fmla="*/ 301626 w 338138"/>
                  <a:gd name="connsiteY117" fmla="*/ 147638 h 336550"/>
                  <a:gd name="connsiteX118" fmla="*/ 301626 w 338138"/>
                  <a:gd name="connsiteY118" fmla="*/ 149225 h 336550"/>
                  <a:gd name="connsiteX119" fmla="*/ 301625 w 338138"/>
                  <a:gd name="connsiteY119" fmla="*/ 149225 h 336550"/>
                  <a:gd name="connsiteX120" fmla="*/ 301625 w 338138"/>
                  <a:gd name="connsiteY120" fmla="*/ 150562 h 336550"/>
                  <a:gd name="connsiteX121" fmla="*/ 301625 w 338138"/>
                  <a:gd name="connsiteY121" fmla="*/ 150812 h 336550"/>
                  <a:gd name="connsiteX122" fmla="*/ 300038 w 338138"/>
                  <a:gd name="connsiteY122" fmla="*/ 149226 h 336550"/>
                  <a:gd name="connsiteX123" fmla="*/ 300038 w 338138"/>
                  <a:gd name="connsiteY123" fmla="*/ 147638 h 336550"/>
                  <a:gd name="connsiteX124" fmla="*/ 300038 w 338138"/>
                  <a:gd name="connsiteY124" fmla="*/ 144463 h 336550"/>
                  <a:gd name="connsiteX125" fmla="*/ 300038 w 338138"/>
                  <a:gd name="connsiteY125" fmla="*/ 141288 h 336550"/>
                  <a:gd name="connsiteX126" fmla="*/ 287338 w 338138"/>
                  <a:gd name="connsiteY126" fmla="*/ 131762 h 336550"/>
                  <a:gd name="connsiteX127" fmla="*/ 292101 w 338138"/>
                  <a:gd name="connsiteY127" fmla="*/ 134484 h 336550"/>
                  <a:gd name="connsiteX128" fmla="*/ 292101 w 338138"/>
                  <a:gd name="connsiteY128" fmla="*/ 135844 h 336550"/>
                  <a:gd name="connsiteX129" fmla="*/ 290513 w 338138"/>
                  <a:gd name="connsiteY129" fmla="*/ 138566 h 336550"/>
                  <a:gd name="connsiteX130" fmla="*/ 290513 w 338138"/>
                  <a:gd name="connsiteY130" fmla="*/ 139927 h 336550"/>
                  <a:gd name="connsiteX131" fmla="*/ 290513 w 338138"/>
                  <a:gd name="connsiteY131" fmla="*/ 142648 h 336550"/>
                  <a:gd name="connsiteX132" fmla="*/ 292101 w 338138"/>
                  <a:gd name="connsiteY132" fmla="*/ 144009 h 336550"/>
                  <a:gd name="connsiteX133" fmla="*/ 293688 w 338138"/>
                  <a:gd name="connsiteY133" fmla="*/ 145369 h 336550"/>
                  <a:gd name="connsiteX134" fmla="*/ 292101 w 338138"/>
                  <a:gd name="connsiteY134" fmla="*/ 146730 h 336550"/>
                  <a:gd name="connsiteX135" fmla="*/ 292101 w 338138"/>
                  <a:gd name="connsiteY135" fmla="*/ 148091 h 336550"/>
                  <a:gd name="connsiteX136" fmla="*/ 290513 w 338138"/>
                  <a:gd name="connsiteY136" fmla="*/ 150812 h 336550"/>
                  <a:gd name="connsiteX137" fmla="*/ 290513 w 338138"/>
                  <a:gd name="connsiteY137" fmla="*/ 152173 h 336550"/>
                  <a:gd name="connsiteX138" fmla="*/ 290513 w 338138"/>
                  <a:gd name="connsiteY138" fmla="*/ 153534 h 336550"/>
                  <a:gd name="connsiteX139" fmla="*/ 290513 w 338138"/>
                  <a:gd name="connsiteY139" fmla="*/ 154894 h 336550"/>
                  <a:gd name="connsiteX140" fmla="*/ 290513 w 338138"/>
                  <a:gd name="connsiteY140" fmla="*/ 157616 h 336550"/>
                  <a:gd name="connsiteX141" fmla="*/ 288925 w 338138"/>
                  <a:gd name="connsiteY141" fmla="*/ 160337 h 336550"/>
                  <a:gd name="connsiteX142" fmla="*/ 287338 w 338138"/>
                  <a:gd name="connsiteY142" fmla="*/ 160337 h 336550"/>
                  <a:gd name="connsiteX143" fmla="*/ 285750 w 338138"/>
                  <a:gd name="connsiteY143" fmla="*/ 137205 h 336550"/>
                  <a:gd name="connsiteX144" fmla="*/ 285750 w 338138"/>
                  <a:gd name="connsiteY144" fmla="*/ 135844 h 336550"/>
                  <a:gd name="connsiteX145" fmla="*/ 285750 w 338138"/>
                  <a:gd name="connsiteY145" fmla="*/ 133123 h 336550"/>
                  <a:gd name="connsiteX146" fmla="*/ 287338 w 338138"/>
                  <a:gd name="connsiteY146" fmla="*/ 131762 h 336550"/>
                  <a:gd name="connsiteX147" fmla="*/ 296863 w 338138"/>
                  <a:gd name="connsiteY147" fmla="*/ 123825 h 336550"/>
                  <a:gd name="connsiteX148" fmla="*/ 298451 w 338138"/>
                  <a:gd name="connsiteY148" fmla="*/ 127000 h 336550"/>
                  <a:gd name="connsiteX149" fmla="*/ 300038 w 338138"/>
                  <a:gd name="connsiteY149" fmla="*/ 130175 h 336550"/>
                  <a:gd name="connsiteX150" fmla="*/ 298451 w 338138"/>
                  <a:gd name="connsiteY150" fmla="*/ 130175 h 336550"/>
                  <a:gd name="connsiteX151" fmla="*/ 298451 w 338138"/>
                  <a:gd name="connsiteY151" fmla="*/ 133350 h 336550"/>
                  <a:gd name="connsiteX152" fmla="*/ 296863 w 338138"/>
                  <a:gd name="connsiteY152" fmla="*/ 131763 h 336550"/>
                  <a:gd name="connsiteX153" fmla="*/ 296863 w 338138"/>
                  <a:gd name="connsiteY153" fmla="*/ 130175 h 336550"/>
                  <a:gd name="connsiteX154" fmla="*/ 295276 w 338138"/>
                  <a:gd name="connsiteY154" fmla="*/ 128588 h 336550"/>
                  <a:gd name="connsiteX155" fmla="*/ 293688 w 338138"/>
                  <a:gd name="connsiteY155" fmla="*/ 130175 h 336550"/>
                  <a:gd name="connsiteX156" fmla="*/ 293688 w 338138"/>
                  <a:gd name="connsiteY156" fmla="*/ 128588 h 336550"/>
                  <a:gd name="connsiteX157" fmla="*/ 293688 w 338138"/>
                  <a:gd name="connsiteY157" fmla="*/ 125413 h 336550"/>
                  <a:gd name="connsiteX158" fmla="*/ 296863 w 338138"/>
                  <a:gd name="connsiteY158" fmla="*/ 125413 h 336550"/>
                  <a:gd name="connsiteX159" fmla="*/ 292100 w 338138"/>
                  <a:gd name="connsiteY159" fmla="*/ 117475 h 336550"/>
                  <a:gd name="connsiteX160" fmla="*/ 293688 w 338138"/>
                  <a:gd name="connsiteY160" fmla="*/ 117475 h 336550"/>
                  <a:gd name="connsiteX161" fmla="*/ 293688 w 338138"/>
                  <a:gd name="connsiteY161" fmla="*/ 119063 h 336550"/>
                  <a:gd name="connsiteX162" fmla="*/ 293688 w 338138"/>
                  <a:gd name="connsiteY162" fmla="*/ 120650 h 336550"/>
                  <a:gd name="connsiteX163" fmla="*/ 285750 w 338138"/>
                  <a:gd name="connsiteY163" fmla="*/ 101600 h 336550"/>
                  <a:gd name="connsiteX164" fmla="*/ 287338 w 338138"/>
                  <a:gd name="connsiteY164" fmla="*/ 101600 h 336550"/>
                  <a:gd name="connsiteX165" fmla="*/ 287338 w 338138"/>
                  <a:gd name="connsiteY165" fmla="*/ 104775 h 336550"/>
                  <a:gd name="connsiteX166" fmla="*/ 288925 w 338138"/>
                  <a:gd name="connsiteY166" fmla="*/ 107950 h 336550"/>
                  <a:gd name="connsiteX167" fmla="*/ 290513 w 338138"/>
                  <a:gd name="connsiteY167" fmla="*/ 109538 h 336550"/>
                  <a:gd name="connsiteX168" fmla="*/ 292101 w 338138"/>
                  <a:gd name="connsiteY168" fmla="*/ 111125 h 336550"/>
                  <a:gd name="connsiteX169" fmla="*/ 293688 w 338138"/>
                  <a:gd name="connsiteY169" fmla="*/ 111125 h 336550"/>
                  <a:gd name="connsiteX170" fmla="*/ 293688 w 338138"/>
                  <a:gd name="connsiteY170" fmla="*/ 114300 h 336550"/>
                  <a:gd name="connsiteX171" fmla="*/ 293688 w 338138"/>
                  <a:gd name="connsiteY171" fmla="*/ 115887 h 336550"/>
                  <a:gd name="connsiteX172" fmla="*/ 295276 w 338138"/>
                  <a:gd name="connsiteY172" fmla="*/ 117475 h 336550"/>
                  <a:gd name="connsiteX173" fmla="*/ 295276 w 338138"/>
                  <a:gd name="connsiteY173" fmla="*/ 119062 h 336550"/>
                  <a:gd name="connsiteX174" fmla="*/ 295276 w 338138"/>
                  <a:gd name="connsiteY174" fmla="*/ 120650 h 336550"/>
                  <a:gd name="connsiteX175" fmla="*/ 295276 w 338138"/>
                  <a:gd name="connsiteY175" fmla="*/ 122237 h 336550"/>
                  <a:gd name="connsiteX176" fmla="*/ 293688 w 338138"/>
                  <a:gd name="connsiteY176" fmla="*/ 117475 h 336550"/>
                  <a:gd name="connsiteX177" fmla="*/ 293688 w 338138"/>
                  <a:gd name="connsiteY177" fmla="*/ 115888 h 336550"/>
                  <a:gd name="connsiteX178" fmla="*/ 292101 w 338138"/>
                  <a:gd name="connsiteY178" fmla="*/ 114300 h 336550"/>
                  <a:gd name="connsiteX179" fmla="*/ 290513 w 338138"/>
                  <a:gd name="connsiteY179" fmla="*/ 114300 h 336550"/>
                  <a:gd name="connsiteX180" fmla="*/ 290513 w 338138"/>
                  <a:gd name="connsiteY180" fmla="*/ 115888 h 336550"/>
                  <a:gd name="connsiteX181" fmla="*/ 290513 w 338138"/>
                  <a:gd name="connsiteY181" fmla="*/ 117475 h 336550"/>
                  <a:gd name="connsiteX182" fmla="*/ 288925 w 338138"/>
                  <a:gd name="connsiteY182" fmla="*/ 117475 h 336550"/>
                  <a:gd name="connsiteX183" fmla="*/ 288925 w 338138"/>
                  <a:gd name="connsiteY183" fmla="*/ 115888 h 336550"/>
                  <a:gd name="connsiteX184" fmla="*/ 288925 w 338138"/>
                  <a:gd name="connsiteY184" fmla="*/ 112713 h 336550"/>
                  <a:gd name="connsiteX185" fmla="*/ 287338 w 338138"/>
                  <a:gd name="connsiteY185" fmla="*/ 109538 h 336550"/>
                  <a:gd name="connsiteX186" fmla="*/ 285750 w 338138"/>
                  <a:gd name="connsiteY186" fmla="*/ 107950 h 336550"/>
                  <a:gd name="connsiteX187" fmla="*/ 285750 w 338138"/>
                  <a:gd name="connsiteY187" fmla="*/ 106363 h 336550"/>
                  <a:gd name="connsiteX188" fmla="*/ 285750 w 338138"/>
                  <a:gd name="connsiteY188" fmla="*/ 103188 h 336550"/>
                  <a:gd name="connsiteX189" fmla="*/ 203200 w 338138"/>
                  <a:gd name="connsiteY189" fmla="*/ 85725 h 336550"/>
                  <a:gd name="connsiteX190" fmla="*/ 207963 w 338138"/>
                  <a:gd name="connsiteY190" fmla="*/ 85725 h 336550"/>
                  <a:gd name="connsiteX191" fmla="*/ 204391 w 338138"/>
                  <a:gd name="connsiteY191" fmla="*/ 87842 h 336550"/>
                  <a:gd name="connsiteX192" fmla="*/ 203200 w 338138"/>
                  <a:gd name="connsiteY192" fmla="*/ 87842 h 336550"/>
                  <a:gd name="connsiteX193" fmla="*/ 203200 w 338138"/>
                  <a:gd name="connsiteY193" fmla="*/ 85725 h 336550"/>
                  <a:gd name="connsiteX194" fmla="*/ 188913 w 338138"/>
                  <a:gd name="connsiteY194" fmla="*/ 83476 h 336550"/>
                  <a:gd name="connsiteX195" fmla="*/ 192088 w 338138"/>
                  <a:gd name="connsiteY195" fmla="*/ 84667 h 336550"/>
                  <a:gd name="connsiteX196" fmla="*/ 190501 w 338138"/>
                  <a:gd name="connsiteY196" fmla="*/ 85725 h 336550"/>
                  <a:gd name="connsiteX197" fmla="*/ 185738 w 338138"/>
                  <a:gd name="connsiteY197" fmla="*/ 84667 h 336550"/>
                  <a:gd name="connsiteX198" fmla="*/ 188913 w 338138"/>
                  <a:gd name="connsiteY198" fmla="*/ 83476 h 336550"/>
                  <a:gd name="connsiteX199" fmla="*/ 161925 w 338138"/>
                  <a:gd name="connsiteY199" fmla="*/ 77787 h 336550"/>
                  <a:gd name="connsiteX200" fmla="*/ 163248 w 338138"/>
                  <a:gd name="connsiteY200" fmla="*/ 77787 h 336550"/>
                  <a:gd name="connsiteX201" fmla="*/ 168540 w 338138"/>
                  <a:gd name="connsiteY201" fmla="*/ 82550 h 336550"/>
                  <a:gd name="connsiteX202" fmla="*/ 167217 w 338138"/>
                  <a:gd name="connsiteY202" fmla="*/ 82550 h 336550"/>
                  <a:gd name="connsiteX203" fmla="*/ 167217 w 338138"/>
                  <a:gd name="connsiteY203" fmla="*/ 81359 h 336550"/>
                  <a:gd name="connsiteX204" fmla="*/ 161925 w 338138"/>
                  <a:gd name="connsiteY204" fmla="*/ 78978 h 336550"/>
                  <a:gd name="connsiteX205" fmla="*/ 161925 w 338138"/>
                  <a:gd name="connsiteY205" fmla="*/ 77787 h 336550"/>
                  <a:gd name="connsiteX206" fmla="*/ 158751 w 338138"/>
                  <a:gd name="connsiteY206" fmla="*/ 73554 h 336550"/>
                  <a:gd name="connsiteX207" fmla="*/ 155575 w 338138"/>
                  <a:gd name="connsiteY207" fmla="*/ 77787 h 336550"/>
                  <a:gd name="connsiteX208" fmla="*/ 153988 w 338138"/>
                  <a:gd name="connsiteY208" fmla="*/ 76729 h 336550"/>
                  <a:gd name="connsiteX209" fmla="*/ 158751 w 338138"/>
                  <a:gd name="connsiteY209" fmla="*/ 73554 h 336550"/>
                  <a:gd name="connsiteX210" fmla="*/ 140098 w 338138"/>
                  <a:gd name="connsiteY210" fmla="*/ 48759 h 336550"/>
                  <a:gd name="connsiteX211" fmla="*/ 142876 w 338138"/>
                  <a:gd name="connsiteY211" fmla="*/ 48759 h 336550"/>
                  <a:gd name="connsiteX212" fmla="*/ 131763 w 338138"/>
                  <a:gd name="connsiteY212" fmla="*/ 55563 h 336550"/>
                  <a:gd name="connsiteX213" fmla="*/ 140098 w 338138"/>
                  <a:gd name="connsiteY213" fmla="*/ 48759 h 336550"/>
                  <a:gd name="connsiteX214" fmla="*/ 148273 w 338138"/>
                  <a:gd name="connsiteY214" fmla="*/ 42598 h 336550"/>
                  <a:gd name="connsiteX215" fmla="*/ 150813 w 338138"/>
                  <a:gd name="connsiteY215" fmla="*/ 42598 h 336550"/>
                  <a:gd name="connsiteX216" fmla="*/ 149543 w 338138"/>
                  <a:gd name="connsiteY216" fmla="*/ 43921 h 336550"/>
                  <a:gd name="connsiteX217" fmla="*/ 148273 w 338138"/>
                  <a:gd name="connsiteY217" fmla="*/ 51859 h 336550"/>
                  <a:gd name="connsiteX218" fmla="*/ 150813 w 338138"/>
                  <a:gd name="connsiteY218" fmla="*/ 50536 h 336550"/>
                  <a:gd name="connsiteX219" fmla="*/ 148273 w 338138"/>
                  <a:gd name="connsiteY219" fmla="*/ 53181 h 336550"/>
                  <a:gd name="connsiteX220" fmla="*/ 149543 w 338138"/>
                  <a:gd name="connsiteY220" fmla="*/ 54504 h 336550"/>
                  <a:gd name="connsiteX221" fmla="*/ 141923 w 338138"/>
                  <a:gd name="connsiteY221" fmla="*/ 55827 h 336550"/>
                  <a:gd name="connsiteX222" fmla="*/ 138113 w 338138"/>
                  <a:gd name="connsiteY222" fmla="*/ 57150 h 336550"/>
                  <a:gd name="connsiteX223" fmla="*/ 140653 w 338138"/>
                  <a:gd name="connsiteY223" fmla="*/ 55827 h 336550"/>
                  <a:gd name="connsiteX224" fmla="*/ 141923 w 338138"/>
                  <a:gd name="connsiteY224" fmla="*/ 53181 h 336550"/>
                  <a:gd name="connsiteX225" fmla="*/ 139383 w 338138"/>
                  <a:gd name="connsiteY225" fmla="*/ 53181 h 336550"/>
                  <a:gd name="connsiteX226" fmla="*/ 141923 w 338138"/>
                  <a:gd name="connsiteY226" fmla="*/ 51859 h 336550"/>
                  <a:gd name="connsiteX227" fmla="*/ 145733 w 338138"/>
                  <a:gd name="connsiteY227" fmla="*/ 49213 h 336550"/>
                  <a:gd name="connsiteX228" fmla="*/ 144463 w 338138"/>
                  <a:gd name="connsiteY228" fmla="*/ 47890 h 336550"/>
                  <a:gd name="connsiteX229" fmla="*/ 144463 w 338138"/>
                  <a:gd name="connsiteY229" fmla="*/ 45244 h 336550"/>
                  <a:gd name="connsiteX230" fmla="*/ 143193 w 338138"/>
                  <a:gd name="connsiteY230" fmla="*/ 45244 h 336550"/>
                  <a:gd name="connsiteX231" fmla="*/ 169336 w 338138"/>
                  <a:gd name="connsiteY231" fmla="*/ 30162 h 336550"/>
                  <a:gd name="connsiteX232" fmla="*/ 33338 w 338138"/>
                  <a:gd name="connsiteY232" fmla="*/ 136706 h 336550"/>
                  <a:gd name="connsiteX233" fmla="*/ 33338 w 338138"/>
                  <a:gd name="connsiteY233" fmla="*/ 138022 h 336550"/>
                  <a:gd name="connsiteX234" fmla="*/ 33338 w 338138"/>
                  <a:gd name="connsiteY234" fmla="*/ 139337 h 336550"/>
                  <a:gd name="connsiteX235" fmla="*/ 33338 w 338138"/>
                  <a:gd name="connsiteY235" fmla="*/ 140652 h 336550"/>
                  <a:gd name="connsiteX236" fmla="*/ 34658 w 338138"/>
                  <a:gd name="connsiteY236" fmla="*/ 139337 h 336550"/>
                  <a:gd name="connsiteX237" fmla="*/ 35979 w 338138"/>
                  <a:gd name="connsiteY237" fmla="*/ 139337 h 336550"/>
                  <a:gd name="connsiteX238" fmla="*/ 35979 w 338138"/>
                  <a:gd name="connsiteY238" fmla="*/ 140652 h 336550"/>
                  <a:gd name="connsiteX239" fmla="*/ 43901 w 338138"/>
                  <a:gd name="connsiteY239" fmla="*/ 153806 h 336550"/>
                  <a:gd name="connsiteX240" fmla="*/ 45221 w 338138"/>
                  <a:gd name="connsiteY240" fmla="*/ 169590 h 336550"/>
                  <a:gd name="connsiteX241" fmla="*/ 49182 w 338138"/>
                  <a:gd name="connsiteY241" fmla="*/ 166959 h 336550"/>
                  <a:gd name="connsiteX242" fmla="*/ 50503 w 338138"/>
                  <a:gd name="connsiteY242" fmla="*/ 170905 h 336550"/>
                  <a:gd name="connsiteX243" fmla="*/ 50503 w 338138"/>
                  <a:gd name="connsiteY243" fmla="*/ 168275 h 336550"/>
                  <a:gd name="connsiteX244" fmla="*/ 55784 w 338138"/>
                  <a:gd name="connsiteY244" fmla="*/ 174852 h 336550"/>
                  <a:gd name="connsiteX245" fmla="*/ 57105 w 338138"/>
                  <a:gd name="connsiteY245" fmla="*/ 174852 h 336550"/>
                  <a:gd name="connsiteX246" fmla="*/ 57105 w 338138"/>
                  <a:gd name="connsiteY246" fmla="*/ 173536 h 336550"/>
                  <a:gd name="connsiteX247" fmla="*/ 59745 w 338138"/>
                  <a:gd name="connsiteY247" fmla="*/ 173536 h 336550"/>
                  <a:gd name="connsiteX248" fmla="*/ 61066 w 338138"/>
                  <a:gd name="connsiteY248" fmla="*/ 173536 h 336550"/>
                  <a:gd name="connsiteX249" fmla="*/ 62386 w 338138"/>
                  <a:gd name="connsiteY249" fmla="*/ 173536 h 336550"/>
                  <a:gd name="connsiteX250" fmla="*/ 63706 w 338138"/>
                  <a:gd name="connsiteY250" fmla="*/ 173536 h 336550"/>
                  <a:gd name="connsiteX251" fmla="*/ 65027 w 338138"/>
                  <a:gd name="connsiteY251" fmla="*/ 173536 h 336550"/>
                  <a:gd name="connsiteX252" fmla="*/ 65027 w 338138"/>
                  <a:gd name="connsiteY252" fmla="*/ 174852 h 336550"/>
                  <a:gd name="connsiteX253" fmla="*/ 68988 w 338138"/>
                  <a:gd name="connsiteY253" fmla="*/ 177482 h 336550"/>
                  <a:gd name="connsiteX254" fmla="*/ 72949 w 338138"/>
                  <a:gd name="connsiteY254" fmla="*/ 180113 h 336550"/>
                  <a:gd name="connsiteX255" fmla="*/ 74269 w 338138"/>
                  <a:gd name="connsiteY255" fmla="*/ 182744 h 336550"/>
                  <a:gd name="connsiteX256" fmla="*/ 74269 w 338138"/>
                  <a:gd name="connsiteY256" fmla="*/ 185374 h 336550"/>
                  <a:gd name="connsiteX257" fmla="*/ 74269 w 338138"/>
                  <a:gd name="connsiteY257" fmla="*/ 189320 h 336550"/>
                  <a:gd name="connsiteX258" fmla="*/ 71629 w 338138"/>
                  <a:gd name="connsiteY258" fmla="*/ 194582 h 336550"/>
                  <a:gd name="connsiteX259" fmla="*/ 71629 w 338138"/>
                  <a:gd name="connsiteY259" fmla="*/ 195897 h 336550"/>
                  <a:gd name="connsiteX260" fmla="*/ 63706 w 338138"/>
                  <a:gd name="connsiteY260" fmla="*/ 219574 h 336550"/>
                  <a:gd name="connsiteX261" fmla="*/ 66347 w 338138"/>
                  <a:gd name="connsiteY261" fmla="*/ 236673 h 336550"/>
                  <a:gd name="connsiteX262" fmla="*/ 66347 w 338138"/>
                  <a:gd name="connsiteY262" fmla="*/ 239304 h 336550"/>
                  <a:gd name="connsiteX263" fmla="*/ 65027 w 338138"/>
                  <a:gd name="connsiteY263" fmla="*/ 245881 h 336550"/>
                  <a:gd name="connsiteX264" fmla="*/ 62386 w 338138"/>
                  <a:gd name="connsiteY264" fmla="*/ 244565 h 336550"/>
                  <a:gd name="connsiteX265" fmla="*/ 65027 w 338138"/>
                  <a:gd name="connsiteY265" fmla="*/ 253773 h 336550"/>
                  <a:gd name="connsiteX266" fmla="*/ 62386 w 338138"/>
                  <a:gd name="connsiteY266" fmla="*/ 255088 h 336550"/>
                  <a:gd name="connsiteX267" fmla="*/ 63706 w 338138"/>
                  <a:gd name="connsiteY267" fmla="*/ 257719 h 336550"/>
                  <a:gd name="connsiteX268" fmla="*/ 66347 w 338138"/>
                  <a:gd name="connsiteY268" fmla="*/ 260350 h 336550"/>
                  <a:gd name="connsiteX269" fmla="*/ 66347 w 338138"/>
                  <a:gd name="connsiteY269" fmla="*/ 261665 h 336550"/>
                  <a:gd name="connsiteX270" fmla="*/ 67668 w 338138"/>
                  <a:gd name="connsiteY270" fmla="*/ 261665 h 336550"/>
                  <a:gd name="connsiteX271" fmla="*/ 87473 w 338138"/>
                  <a:gd name="connsiteY271" fmla="*/ 280080 h 336550"/>
                  <a:gd name="connsiteX272" fmla="*/ 88794 w 338138"/>
                  <a:gd name="connsiteY272" fmla="*/ 280080 h 336550"/>
                  <a:gd name="connsiteX273" fmla="*/ 88794 w 338138"/>
                  <a:gd name="connsiteY273" fmla="*/ 281395 h 336550"/>
                  <a:gd name="connsiteX274" fmla="*/ 90114 w 338138"/>
                  <a:gd name="connsiteY274" fmla="*/ 281395 h 336550"/>
                  <a:gd name="connsiteX275" fmla="*/ 169336 w 338138"/>
                  <a:gd name="connsiteY275" fmla="*/ 306387 h 336550"/>
                  <a:gd name="connsiteX276" fmla="*/ 307976 w 338138"/>
                  <a:gd name="connsiteY276" fmla="*/ 168275 h 336550"/>
                  <a:gd name="connsiteX277" fmla="*/ 306128 w 338138"/>
                  <a:gd name="connsiteY277" fmla="*/ 156215 h 336550"/>
                  <a:gd name="connsiteX278" fmla="*/ 306388 w 338138"/>
                  <a:gd name="connsiteY278" fmla="*/ 154573 h 336550"/>
                  <a:gd name="connsiteX279" fmla="*/ 306388 w 338138"/>
                  <a:gd name="connsiteY279" fmla="*/ 151899 h 336550"/>
                  <a:gd name="connsiteX280" fmla="*/ 305656 w 338138"/>
                  <a:gd name="connsiteY280" fmla="*/ 153133 h 336550"/>
                  <a:gd name="connsiteX281" fmla="*/ 301374 w 338138"/>
                  <a:gd name="connsiteY281" fmla="*/ 125197 h 336550"/>
                  <a:gd name="connsiteX282" fmla="*/ 282889 w 338138"/>
                  <a:gd name="connsiteY282" fmla="*/ 88038 h 336550"/>
                  <a:gd name="connsiteX283" fmla="*/ 282889 w 338138"/>
                  <a:gd name="connsiteY283" fmla="*/ 109084 h 336550"/>
                  <a:gd name="connsiteX284" fmla="*/ 281569 w 338138"/>
                  <a:gd name="connsiteY284" fmla="*/ 113030 h 336550"/>
                  <a:gd name="connsiteX285" fmla="*/ 278928 w 338138"/>
                  <a:gd name="connsiteY285" fmla="*/ 115660 h 336550"/>
                  <a:gd name="connsiteX286" fmla="*/ 278928 w 338138"/>
                  <a:gd name="connsiteY286" fmla="*/ 113030 h 336550"/>
                  <a:gd name="connsiteX287" fmla="*/ 277608 w 338138"/>
                  <a:gd name="connsiteY287" fmla="*/ 109084 h 336550"/>
                  <a:gd name="connsiteX288" fmla="*/ 274967 w 338138"/>
                  <a:gd name="connsiteY288" fmla="*/ 106453 h 336550"/>
                  <a:gd name="connsiteX289" fmla="*/ 253841 w 338138"/>
                  <a:gd name="connsiteY289" fmla="*/ 101192 h 336550"/>
                  <a:gd name="connsiteX290" fmla="*/ 249880 w 338138"/>
                  <a:gd name="connsiteY290" fmla="*/ 99876 h 336550"/>
                  <a:gd name="connsiteX291" fmla="*/ 240637 w 338138"/>
                  <a:gd name="connsiteY291" fmla="*/ 97245 h 336550"/>
                  <a:gd name="connsiteX292" fmla="*/ 245919 w 338138"/>
                  <a:gd name="connsiteY292" fmla="*/ 106453 h 336550"/>
                  <a:gd name="connsiteX293" fmla="*/ 247239 w 338138"/>
                  <a:gd name="connsiteY293" fmla="*/ 103822 h 336550"/>
                  <a:gd name="connsiteX294" fmla="*/ 248559 w 338138"/>
                  <a:gd name="connsiteY294" fmla="*/ 106453 h 336550"/>
                  <a:gd name="connsiteX295" fmla="*/ 256482 w 338138"/>
                  <a:gd name="connsiteY295" fmla="*/ 105138 h 336550"/>
                  <a:gd name="connsiteX296" fmla="*/ 268365 w 338138"/>
                  <a:gd name="connsiteY296" fmla="*/ 124868 h 336550"/>
                  <a:gd name="connsiteX297" fmla="*/ 259122 w 338138"/>
                  <a:gd name="connsiteY297" fmla="*/ 132760 h 336550"/>
                  <a:gd name="connsiteX298" fmla="*/ 236676 w 338138"/>
                  <a:gd name="connsiteY298" fmla="*/ 128814 h 336550"/>
                  <a:gd name="connsiteX299" fmla="*/ 235356 w 338138"/>
                  <a:gd name="connsiteY299" fmla="*/ 126183 h 336550"/>
                  <a:gd name="connsiteX300" fmla="*/ 234035 w 338138"/>
                  <a:gd name="connsiteY300" fmla="*/ 123553 h 336550"/>
                  <a:gd name="connsiteX301" fmla="*/ 223472 w 338138"/>
                  <a:gd name="connsiteY301" fmla="*/ 110399 h 336550"/>
                  <a:gd name="connsiteX302" fmla="*/ 220831 w 338138"/>
                  <a:gd name="connsiteY302" fmla="*/ 107768 h 336550"/>
                  <a:gd name="connsiteX303" fmla="*/ 218191 w 338138"/>
                  <a:gd name="connsiteY303" fmla="*/ 105138 h 336550"/>
                  <a:gd name="connsiteX304" fmla="*/ 215550 w 338138"/>
                  <a:gd name="connsiteY304" fmla="*/ 102507 h 336550"/>
                  <a:gd name="connsiteX305" fmla="*/ 210268 w 338138"/>
                  <a:gd name="connsiteY305" fmla="*/ 98561 h 336550"/>
                  <a:gd name="connsiteX306" fmla="*/ 210268 w 338138"/>
                  <a:gd name="connsiteY306" fmla="*/ 99876 h 336550"/>
                  <a:gd name="connsiteX307" fmla="*/ 212909 w 338138"/>
                  <a:gd name="connsiteY307" fmla="*/ 103822 h 336550"/>
                  <a:gd name="connsiteX308" fmla="*/ 215550 w 338138"/>
                  <a:gd name="connsiteY308" fmla="*/ 106453 h 336550"/>
                  <a:gd name="connsiteX309" fmla="*/ 216870 w 338138"/>
                  <a:gd name="connsiteY309" fmla="*/ 109084 h 336550"/>
                  <a:gd name="connsiteX310" fmla="*/ 224793 w 338138"/>
                  <a:gd name="connsiteY310" fmla="*/ 122237 h 336550"/>
                  <a:gd name="connsiteX311" fmla="*/ 231394 w 338138"/>
                  <a:gd name="connsiteY311" fmla="*/ 131445 h 336550"/>
                  <a:gd name="connsiteX312" fmla="*/ 234035 w 338138"/>
                  <a:gd name="connsiteY312" fmla="*/ 134075 h 336550"/>
                  <a:gd name="connsiteX313" fmla="*/ 236676 w 338138"/>
                  <a:gd name="connsiteY313" fmla="*/ 138022 h 336550"/>
                  <a:gd name="connsiteX314" fmla="*/ 240637 w 338138"/>
                  <a:gd name="connsiteY314" fmla="*/ 140652 h 336550"/>
                  <a:gd name="connsiteX315" fmla="*/ 244598 w 338138"/>
                  <a:gd name="connsiteY315" fmla="*/ 143283 h 336550"/>
                  <a:gd name="connsiteX316" fmla="*/ 245919 w 338138"/>
                  <a:gd name="connsiteY316" fmla="*/ 143283 h 336550"/>
                  <a:gd name="connsiteX317" fmla="*/ 248559 w 338138"/>
                  <a:gd name="connsiteY317" fmla="*/ 143283 h 336550"/>
                  <a:gd name="connsiteX318" fmla="*/ 260443 w 338138"/>
                  <a:gd name="connsiteY318" fmla="*/ 140652 h 336550"/>
                  <a:gd name="connsiteX319" fmla="*/ 259122 w 338138"/>
                  <a:gd name="connsiteY319" fmla="*/ 147229 h 336550"/>
                  <a:gd name="connsiteX320" fmla="*/ 257802 w 338138"/>
                  <a:gd name="connsiteY320" fmla="*/ 151175 h 336550"/>
                  <a:gd name="connsiteX321" fmla="*/ 255161 w 338138"/>
                  <a:gd name="connsiteY321" fmla="*/ 159067 h 336550"/>
                  <a:gd name="connsiteX322" fmla="*/ 253841 w 338138"/>
                  <a:gd name="connsiteY322" fmla="*/ 161698 h 336550"/>
                  <a:gd name="connsiteX323" fmla="*/ 232715 w 338138"/>
                  <a:gd name="connsiteY323" fmla="*/ 190636 h 336550"/>
                  <a:gd name="connsiteX324" fmla="*/ 234035 w 338138"/>
                  <a:gd name="connsiteY324" fmla="*/ 191951 h 336550"/>
                  <a:gd name="connsiteX325" fmla="*/ 228754 w 338138"/>
                  <a:gd name="connsiteY325" fmla="*/ 212997 h 336550"/>
                  <a:gd name="connsiteX326" fmla="*/ 227433 w 338138"/>
                  <a:gd name="connsiteY326" fmla="*/ 215628 h 336550"/>
                  <a:gd name="connsiteX327" fmla="*/ 218191 w 338138"/>
                  <a:gd name="connsiteY327" fmla="*/ 235358 h 336550"/>
                  <a:gd name="connsiteX328" fmla="*/ 212909 w 338138"/>
                  <a:gd name="connsiteY328" fmla="*/ 239304 h 336550"/>
                  <a:gd name="connsiteX329" fmla="*/ 211589 w 338138"/>
                  <a:gd name="connsiteY329" fmla="*/ 241935 h 336550"/>
                  <a:gd name="connsiteX330" fmla="*/ 210268 w 338138"/>
                  <a:gd name="connsiteY330" fmla="*/ 245881 h 336550"/>
                  <a:gd name="connsiteX331" fmla="*/ 207628 w 338138"/>
                  <a:gd name="connsiteY331" fmla="*/ 248512 h 336550"/>
                  <a:gd name="connsiteX332" fmla="*/ 203667 w 338138"/>
                  <a:gd name="connsiteY332" fmla="*/ 253773 h 336550"/>
                  <a:gd name="connsiteX333" fmla="*/ 191783 w 338138"/>
                  <a:gd name="connsiteY333" fmla="*/ 259034 h 336550"/>
                  <a:gd name="connsiteX334" fmla="*/ 185181 w 338138"/>
                  <a:gd name="connsiteY334" fmla="*/ 259034 h 336550"/>
                  <a:gd name="connsiteX335" fmla="*/ 183861 w 338138"/>
                  <a:gd name="connsiteY335" fmla="*/ 260350 h 336550"/>
                  <a:gd name="connsiteX336" fmla="*/ 183861 w 338138"/>
                  <a:gd name="connsiteY336" fmla="*/ 261665 h 336550"/>
                  <a:gd name="connsiteX337" fmla="*/ 181220 w 338138"/>
                  <a:gd name="connsiteY337" fmla="*/ 261665 h 336550"/>
                  <a:gd name="connsiteX338" fmla="*/ 178579 w 338138"/>
                  <a:gd name="connsiteY338" fmla="*/ 260350 h 336550"/>
                  <a:gd name="connsiteX339" fmla="*/ 177259 w 338138"/>
                  <a:gd name="connsiteY339" fmla="*/ 259034 h 336550"/>
                  <a:gd name="connsiteX340" fmla="*/ 175938 w 338138"/>
                  <a:gd name="connsiteY340" fmla="*/ 257719 h 336550"/>
                  <a:gd name="connsiteX341" fmla="*/ 175938 w 338138"/>
                  <a:gd name="connsiteY341" fmla="*/ 256404 h 336550"/>
                  <a:gd name="connsiteX342" fmla="*/ 175938 w 338138"/>
                  <a:gd name="connsiteY342" fmla="*/ 255088 h 336550"/>
                  <a:gd name="connsiteX343" fmla="*/ 175938 w 338138"/>
                  <a:gd name="connsiteY343" fmla="*/ 253773 h 336550"/>
                  <a:gd name="connsiteX344" fmla="*/ 174618 w 338138"/>
                  <a:gd name="connsiteY344" fmla="*/ 251142 h 336550"/>
                  <a:gd name="connsiteX345" fmla="*/ 173298 w 338138"/>
                  <a:gd name="connsiteY345" fmla="*/ 248512 h 336550"/>
                  <a:gd name="connsiteX346" fmla="*/ 171977 w 338138"/>
                  <a:gd name="connsiteY346" fmla="*/ 245881 h 336550"/>
                  <a:gd name="connsiteX347" fmla="*/ 170657 w 338138"/>
                  <a:gd name="connsiteY347" fmla="*/ 245881 h 336550"/>
                  <a:gd name="connsiteX348" fmla="*/ 170657 w 338138"/>
                  <a:gd name="connsiteY348" fmla="*/ 244565 h 336550"/>
                  <a:gd name="connsiteX349" fmla="*/ 169336 w 338138"/>
                  <a:gd name="connsiteY349" fmla="*/ 243250 h 336550"/>
                  <a:gd name="connsiteX350" fmla="*/ 169336 w 338138"/>
                  <a:gd name="connsiteY350" fmla="*/ 241935 h 336550"/>
                  <a:gd name="connsiteX351" fmla="*/ 160094 w 338138"/>
                  <a:gd name="connsiteY351" fmla="*/ 219574 h 336550"/>
                  <a:gd name="connsiteX352" fmla="*/ 164055 w 338138"/>
                  <a:gd name="connsiteY352" fmla="*/ 205105 h 336550"/>
                  <a:gd name="connsiteX353" fmla="*/ 165375 w 338138"/>
                  <a:gd name="connsiteY353" fmla="*/ 202474 h 336550"/>
                  <a:gd name="connsiteX354" fmla="*/ 165375 w 338138"/>
                  <a:gd name="connsiteY354" fmla="*/ 198528 h 336550"/>
                  <a:gd name="connsiteX355" fmla="*/ 164055 w 338138"/>
                  <a:gd name="connsiteY355" fmla="*/ 194582 h 336550"/>
                  <a:gd name="connsiteX356" fmla="*/ 160094 w 338138"/>
                  <a:gd name="connsiteY356" fmla="*/ 185374 h 336550"/>
                  <a:gd name="connsiteX357" fmla="*/ 157453 w 338138"/>
                  <a:gd name="connsiteY357" fmla="*/ 182744 h 336550"/>
                  <a:gd name="connsiteX358" fmla="*/ 156133 w 338138"/>
                  <a:gd name="connsiteY358" fmla="*/ 180113 h 336550"/>
                  <a:gd name="connsiteX359" fmla="*/ 152172 w 338138"/>
                  <a:gd name="connsiteY359" fmla="*/ 164329 h 336550"/>
                  <a:gd name="connsiteX360" fmla="*/ 148210 w 338138"/>
                  <a:gd name="connsiteY360" fmla="*/ 160383 h 336550"/>
                  <a:gd name="connsiteX361" fmla="*/ 144249 w 338138"/>
                  <a:gd name="connsiteY361" fmla="*/ 160383 h 336550"/>
                  <a:gd name="connsiteX362" fmla="*/ 142929 w 338138"/>
                  <a:gd name="connsiteY362" fmla="*/ 159067 h 336550"/>
                  <a:gd name="connsiteX363" fmla="*/ 141609 w 338138"/>
                  <a:gd name="connsiteY363" fmla="*/ 157752 h 336550"/>
                  <a:gd name="connsiteX364" fmla="*/ 141609 w 338138"/>
                  <a:gd name="connsiteY364" fmla="*/ 156437 h 336550"/>
                  <a:gd name="connsiteX365" fmla="*/ 136327 w 338138"/>
                  <a:gd name="connsiteY365" fmla="*/ 155121 h 336550"/>
                  <a:gd name="connsiteX366" fmla="*/ 133686 w 338138"/>
                  <a:gd name="connsiteY366" fmla="*/ 156437 h 336550"/>
                  <a:gd name="connsiteX367" fmla="*/ 131046 w 338138"/>
                  <a:gd name="connsiteY367" fmla="*/ 156437 h 336550"/>
                  <a:gd name="connsiteX368" fmla="*/ 92755 w 338138"/>
                  <a:gd name="connsiteY368" fmla="*/ 145914 h 336550"/>
                  <a:gd name="connsiteX369" fmla="*/ 91434 w 338138"/>
                  <a:gd name="connsiteY369" fmla="*/ 143283 h 336550"/>
                  <a:gd name="connsiteX370" fmla="*/ 88794 w 338138"/>
                  <a:gd name="connsiteY370" fmla="*/ 140652 h 336550"/>
                  <a:gd name="connsiteX371" fmla="*/ 88794 w 338138"/>
                  <a:gd name="connsiteY371" fmla="*/ 139337 h 336550"/>
                  <a:gd name="connsiteX372" fmla="*/ 87473 w 338138"/>
                  <a:gd name="connsiteY372" fmla="*/ 139337 h 336550"/>
                  <a:gd name="connsiteX373" fmla="*/ 88794 w 338138"/>
                  <a:gd name="connsiteY373" fmla="*/ 136706 h 336550"/>
                  <a:gd name="connsiteX374" fmla="*/ 88794 w 338138"/>
                  <a:gd name="connsiteY374" fmla="*/ 134075 h 336550"/>
                  <a:gd name="connsiteX375" fmla="*/ 88794 w 338138"/>
                  <a:gd name="connsiteY375" fmla="*/ 132760 h 336550"/>
                  <a:gd name="connsiteX376" fmla="*/ 88794 w 338138"/>
                  <a:gd name="connsiteY376" fmla="*/ 131445 h 336550"/>
                  <a:gd name="connsiteX377" fmla="*/ 101997 w 338138"/>
                  <a:gd name="connsiteY377" fmla="*/ 103822 h 336550"/>
                  <a:gd name="connsiteX378" fmla="*/ 105958 w 338138"/>
                  <a:gd name="connsiteY378" fmla="*/ 101192 h 336550"/>
                  <a:gd name="connsiteX379" fmla="*/ 113881 w 338138"/>
                  <a:gd name="connsiteY379" fmla="*/ 95930 h 336550"/>
                  <a:gd name="connsiteX380" fmla="*/ 115201 w 338138"/>
                  <a:gd name="connsiteY380" fmla="*/ 93299 h 336550"/>
                  <a:gd name="connsiteX381" fmla="*/ 125764 w 338138"/>
                  <a:gd name="connsiteY381" fmla="*/ 84092 h 336550"/>
                  <a:gd name="connsiteX382" fmla="*/ 144249 w 338138"/>
                  <a:gd name="connsiteY382" fmla="*/ 81461 h 336550"/>
                  <a:gd name="connsiteX383" fmla="*/ 148210 w 338138"/>
                  <a:gd name="connsiteY383" fmla="*/ 81461 h 336550"/>
                  <a:gd name="connsiteX384" fmla="*/ 161414 w 338138"/>
                  <a:gd name="connsiteY384" fmla="*/ 82777 h 336550"/>
                  <a:gd name="connsiteX385" fmla="*/ 168016 w 338138"/>
                  <a:gd name="connsiteY385" fmla="*/ 91984 h 336550"/>
                  <a:gd name="connsiteX386" fmla="*/ 170657 w 338138"/>
                  <a:gd name="connsiteY386" fmla="*/ 91984 h 336550"/>
                  <a:gd name="connsiteX387" fmla="*/ 174618 w 338138"/>
                  <a:gd name="connsiteY387" fmla="*/ 93299 h 336550"/>
                  <a:gd name="connsiteX388" fmla="*/ 175938 w 338138"/>
                  <a:gd name="connsiteY388" fmla="*/ 94615 h 336550"/>
                  <a:gd name="connsiteX389" fmla="*/ 179899 w 338138"/>
                  <a:gd name="connsiteY389" fmla="*/ 95930 h 336550"/>
                  <a:gd name="connsiteX390" fmla="*/ 179899 w 338138"/>
                  <a:gd name="connsiteY390" fmla="*/ 94615 h 336550"/>
                  <a:gd name="connsiteX391" fmla="*/ 179899 w 338138"/>
                  <a:gd name="connsiteY391" fmla="*/ 91984 h 336550"/>
                  <a:gd name="connsiteX392" fmla="*/ 181220 w 338138"/>
                  <a:gd name="connsiteY392" fmla="*/ 90669 h 336550"/>
                  <a:gd name="connsiteX393" fmla="*/ 183861 w 338138"/>
                  <a:gd name="connsiteY393" fmla="*/ 90669 h 336550"/>
                  <a:gd name="connsiteX394" fmla="*/ 186501 w 338138"/>
                  <a:gd name="connsiteY394" fmla="*/ 90669 h 336550"/>
                  <a:gd name="connsiteX395" fmla="*/ 198385 w 338138"/>
                  <a:gd name="connsiteY395" fmla="*/ 94615 h 336550"/>
                  <a:gd name="connsiteX396" fmla="*/ 211589 w 338138"/>
                  <a:gd name="connsiteY396" fmla="*/ 84092 h 336550"/>
                  <a:gd name="connsiteX397" fmla="*/ 189142 w 338138"/>
                  <a:gd name="connsiteY397" fmla="*/ 74884 h 336550"/>
                  <a:gd name="connsiteX398" fmla="*/ 187822 w 338138"/>
                  <a:gd name="connsiteY398" fmla="*/ 76200 h 336550"/>
                  <a:gd name="connsiteX399" fmla="*/ 187822 w 338138"/>
                  <a:gd name="connsiteY399" fmla="*/ 78830 h 336550"/>
                  <a:gd name="connsiteX400" fmla="*/ 186501 w 338138"/>
                  <a:gd name="connsiteY400" fmla="*/ 82777 h 336550"/>
                  <a:gd name="connsiteX401" fmla="*/ 183861 w 338138"/>
                  <a:gd name="connsiteY401" fmla="*/ 81461 h 336550"/>
                  <a:gd name="connsiteX402" fmla="*/ 165375 w 338138"/>
                  <a:gd name="connsiteY402" fmla="*/ 65677 h 336550"/>
                  <a:gd name="connsiteX403" fmla="*/ 178579 w 338138"/>
                  <a:gd name="connsiteY403" fmla="*/ 81461 h 336550"/>
                  <a:gd name="connsiteX404" fmla="*/ 173298 w 338138"/>
                  <a:gd name="connsiteY404" fmla="*/ 82777 h 336550"/>
                  <a:gd name="connsiteX405" fmla="*/ 158773 w 338138"/>
                  <a:gd name="connsiteY405" fmla="*/ 68308 h 336550"/>
                  <a:gd name="connsiteX406" fmla="*/ 156133 w 338138"/>
                  <a:gd name="connsiteY406" fmla="*/ 68308 h 336550"/>
                  <a:gd name="connsiteX407" fmla="*/ 152172 w 338138"/>
                  <a:gd name="connsiteY407" fmla="*/ 69623 h 336550"/>
                  <a:gd name="connsiteX408" fmla="*/ 148210 w 338138"/>
                  <a:gd name="connsiteY408" fmla="*/ 70938 h 336550"/>
                  <a:gd name="connsiteX409" fmla="*/ 145570 w 338138"/>
                  <a:gd name="connsiteY409" fmla="*/ 73569 h 336550"/>
                  <a:gd name="connsiteX410" fmla="*/ 142929 w 338138"/>
                  <a:gd name="connsiteY410" fmla="*/ 74884 h 336550"/>
                  <a:gd name="connsiteX411" fmla="*/ 137647 w 338138"/>
                  <a:gd name="connsiteY411" fmla="*/ 78830 h 336550"/>
                  <a:gd name="connsiteX412" fmla="*/ 119162 w 338138"/>
                  <a:gd name="connsiteY412" fmla="*/ 78830 h 336550"/>
                  <a:gd name="connsiteX413" fmla="*/ 119162 w 338138"/>
                  <a:gd name="connsiteY413" fmla="*/ 73569 h 336550"/>
                  <a:gd name="connsiteX414" fmla="*/ 138968 w 338138"/>
                  <a:gd name="connsiteY414" fmla="*/ 66992 h 336550"/>
                  <a:gd name="connsiteX415" fmla="*/ 138968 w 338138"/>
                  <a:gd name="connsiteY415" fmla="*/ 60415 h 336550"/>
                  <a:gd name="connsiteX416" fmla="*/ 142929 w 338138"/>
                  <a:gd name="connsiteY416" fmla="*/ 60415 h 336550"/>
                  <a:gd name="connsiteX417" fmla="*/ 158773 w 338138"/>
                  <a:gd name="connsiteY417" fmla="*/ 52523 h 336550"/>
                  <a:gd name="connsiteX418" fmla="*/ 161414 w 338138"/>
                  <a:gd name="connsiteY418" fmla="*/ 52523 h 336550"/>
                  <a:gd name="connsiteX419" fmla="*/ 164055 w 338138"/>
                  <a:gd name="connsiteY419" fmla="*/ 47262 h 336550"/>
                  <a:gd name="connsiteX420" fmla="*/ 164055 w 338138"/>
                  <a:gd name="connsiteY420" fmla="*/ 49893 h 336550"/>
                  <a:gd name="connsiteX421" fmla="*/ 165375 w 338138"/>
                  <a:gd name="connsiteY421" fmla="*/ 51208 h 336550"/>
                  <a:gd name="connsiteX422" fmla="*/ 164055 w 338138"/>
                  <a:gd name="connsiteY422" fmla="*/ 51208 h 336550"/>
                  <a:gd name="connsiteX423" fmla="*/ 177259 w 338138"/>
                  <a:gd name="connsiteY423" fmla="*/ 45947 h 336550"/>
                  <a:gd name="connsiteX424" fmla="*/ 178579 w 338138"/>
                  <a:gd name="connsiteY424" fmla="*/ 47262 h 336550"/>
                  <a:gd name="connsiteX425" fmla="*/ 179899 w 338138"/>
                  <a:gd name="connsiteY425" fmla="*/ 43316 h 336550"/>
                  <a:gd name="connsiteX426" fmla="*/ 183861 w 338138"/>
                  <a:gd name="connsiteY426" fmla="*/ 42000 h 336550"/>
                  <a:gd name="connsiteX427" fmla="*/ 185181 w 338138"/>
                  <a:gd name="connsiteY427" fmla="*/ 40685 h 336550"/>
                  <a:gd name="connsiteX428" fmla="*/ 181220 w 338138"/>
                  <a:gd name="connsiteY428" fmla="*/ 42000 h 336550"/>
                  <a:gd name="connsiteX429" fmla="*/ 177259 w 338138"/>
                  <a:gd name="connsiteY429" fmla="*/ 43316 h 336550"/>
                  <a:gd name="connsiteX430" fmla="*/ 178579 w 338138"/>
                  <a:gd name="connsiteY430" fmla="*/ 39370 h 336550"/>
                  <a:gd name="connsiteX431" fmla="*/ 174618 w 338138"/>
                  <a:gd name="connsiteY431" fmla="*/ 40685 h 336550"/>
                  <a:gd name="connsiteX432" fmla="*/ 171977 w 338138"/>
                  <a:gd name="connsiteY432" fmla="*/ 43316 h 336550"/>
                  <a:gd name="connsiteX433" fmla="*/ 168016 w 338138"/>
                  <a:gd name="connsiteY433" fmla="*/ 51208 h 336550"/>
                  <a:gd name="connsiteX434" fmla="*/ 165375 w 338138"/>
                  <a:gd name="connsiteY434" fmla="*/ 48577 h 336550"/>
                  <a:gd name="connsiteX435" fmla="*/ 164055 w 338138"/>
                  <a:gd name="connsiteY435" fmla="*/ 47262 h 336550"/>
                  <a:gd name="connsiteX436" fmla="*/ 160094 w 338138"/>
                  <a:gd name="connsiteY436" fmla="*/ 45947 h 336550"/>
                  <a:gd name="connsiteX437" fmla="*/ 165375 w 338138"/>
                  <a:gd name="connsiteY437" fmla="*/ 40685 h 336550"/>
                  <a:gd name="connsiteX438" fmla="*/ 168016 w 338138"/>
                  <a:gd name="connsiteY438" fmla="*/ 39370 h 336550"/>
                  <a:gd name="connsiteX439" fmla="*/ 170657 w 338138"/>
                  <a:gd name="connsiteY439" fmla="*/ 38054 h 336550"/>
                  <a:gd name="connsiteX440" fmla="*/ 187822 w 338138"/>
                  <a:gd name="connsiteY440" fmla="*/ 35424 h 336550"/>
                  <a:gd name="connsiteX441" fmla="*/ 183861 w 338138"/>
                  <a:gd name="connsiteY441" fmla="*/ 36739 h 336550"/>
                  <a:gd name="connsiteX442" fmla="*/ 187822 w 338138"/>
                  <a:gd name="connsiteY442" fmla="*/ 36739 h 336550"/>
                  <a:gd name="connsiteX443" fmla="*/ 190463 w 338138"/>
                  <a:gd name="connsiteY443" fmla="*/ 34108 h 336550"/>
                  <a:gd name="connsiteX444" fmla="*/ 187822 w 338138"/>
                  <a:gd name="connsiteY444" fmla="*/ 34108 h 336550"/>
                  <a:gd name="connsiteX445" fmla="*/ 190463 w 338138"/>
                  <a:gd name="connsiteY445" fmla="*/ 32793 h 336550"/>
                  <a:gd name="connsiteX446" fmla="*/ 187822 w 338138"/>
                  <a:gd name="connsiteY446" fmla="*/ 32793 h 336550"/>
                  <a:gd name="connsiteX447" fmla="*/ 189915 w 338138"/>
                  <a:gd name="connsiteY447" fmla="*/ 31750 h 336550"/>
                  <a:gd name="connsiteX448" fmla="*/ 190463 w 338138"/>
                  <a:gd name="connsiteY448" fmla="*/ 31477 h 336550"/>
                  <a:gd name="connsiteX449" fmla="*/ 169336 w 338138"/>
                  <a:gd name="connsiteY449" fmla="*/ 30162 h 336550"/>
                  <a:gd name="connsiteX450" fmla="*/ 169069 w 338138"/>
                  <a:gd name="connsiteY450" fmla="*/ 0 h 336550"/>
                  <a:gd name="connsiteX451" fmla="*/ 338138 w 338138"/>
                  <a:gd name="connsiteY451" fmla="*/ 168275 h 336550"/>
                  <a:gd name="connsiteX452" fmla="*/ 169069 w 338138"/>
                  <a:gd name="connsiteY452" fmla="*/ 336550 h 336550"/>
                  <a:gd name="connsiteX453" fmla="*/ 0 w 338138"/>
                  <a:gd name="connsiteY453" fmla="*/ 168275 h 336550"/>
                  <a:gd name="connsiteX454" fmla="*/ 169069 w 338138"/>
                  <a:gd name="connsiteY454"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Lst>
                <a:rect l="l" t="t" r="r" b="b"/>
                <a:pathLst>
                  <a:path w="338138" h="336550">
                    <a:moveTo>
                      <a:pt x="256117" y="200025"/>
                    </a:moveTo>
                    <a:cubicBezTo>
                      <a:pt x="256117" y="200025"/>
                      <a:pt x="256117" y="200025"/>
                      <a:pt x="257440" y="201324"/>
                    </a:cubicBezTo>
                    <a:cubicBezTo>
                      <a:pt x="257440" y="201324"/>
                      <a:pt x="257440" y="201324"/>
                      <a:pt x="258763" y="202623"/>
                    </a:cubicBezTo>
                    <a:cubicBezTo>
                      <a:pt x="258763" y="203922"/>
                      <a:pt x="258763" y="203922"/>
                      <a:pt x="258763" y="203922"/>
                    </a:cubicBezTo>
                    <a:lnTo>
                      <a:pt x="258763" y="205221"/>
                    </a:lnTo>
                    <a:cubicBezTo>
                      <a:pt x="258763" y="205221"/>
                      <a:pt x="258763" y="205221"/>
                      <a:pt x="258763" y="206520"/>
                    </a:cubicBezTo>
                    <a:cubicBezTo>
                      <a:pt x="258763" y="206520"/>
                      <a:pt x="258763" y="206520"/>
                      <a:pt x="257440" y="207819"/>
                    </a:cubicBezTo>
                    <a:cubicBezTo>
                      <a:pt x="257440" y="207819"/>
                      <a:pt x="257440" y="207819"/>
                      <a:pt x="254794" y="216911"/>
                    </a:cubicBezTo>
                    <a:cubicBezTo>
                      <a:pt x="254794" y="216911"/>
                      <a:pt x="254794" y="216911"/>
                      <a:pt x="246857" y="233796"/>
                    </a:cubicBezTo>
                    <a:cubicBezTo>
                      <a:pt x="246857" y="233796"/>
                      <a:pt x="246857" y="233796"/>
                      <a:pt x="245534" y="240290"/>
                    </a:cubicBezTo>
                    <a:cubicBezTo>
                      <a:pt x="245534" y="240290"/>
                      <a:pt x="245534" y="240290"/>
                      <a:pt x="241565" y="242888"/>
                    </a:cubicBezTo>
                    <a:cubicBezTo>
                      <a:pt x="241565" y="242888"/>
                      <a:pt x="241565" y="242888"/>
                      <a:pt x="237596" y="241589"/>
                    </a:cubicBezTo>
                    <a:cubicBezTo>
                      <a:pt x="237596" y="241589"/>
                      <a:pt x="237596" y="241589"/>
                      <a:pt x="236273" y="238992"/>
                    </a:cubicBezTo>
                    <a:cubicBezTo>
                      <a:pt x="236273" y="238992"/>
                      <a:pt x="236273" y="238992"/>
                      <a:pt x="234950" y="237693"/>
                    </a:cubicBezTo>
                    <a:cubicBezTo>
                      <a:pt x="234950" y="237693"/>
                      <a:pt x="234950" y="237693"/>
                      <a:pt x="236273" y="235095"/>
                    </a:cubicBezTo>
                    <a:cubicBezTo>
                      <a:pt x="236273" y="235095"/>
                      <a:pt x="236273" y="235095"/>
                      <a:pt x="236273" y="233796"/>
                    </a:cubicBezTo>
                    <a:cubicBezTo>
                      <a:pt x="236273" y="233796"/>
                      <a:pt x="236273" y="233796"/>
                      <a:pt x="238919" y="226003"/>
                    </a:cubicBezTo>
                    <a:cubicBezTo>
                      <a:pt x="238919" y="226003"/>
                      <a:pt x="238919" y="226003"/>
                      <a:pt x="238919" y="218210"/>
                    </a:cubicBezTo>
                    <a:cubicBezTo>
                      <a:pt x="238919" y="218210"/>
                      <a:pt x="238919" y="218210"/>
                      <a:pt x="238919" y="216911"/>
                    </a:cubicBezTo>
                    <a:cubicBezTo>
                      <a:pt x="238919" y="216911"/>
                      <a:pt x="238919" y="216911"/>
                      <a:pt x="240242" y="215612"/>
                    </a:cubicBezTo>
                    <a:cubicBezTo>
                      <a:pt x="240242" y="215612"/>
                      <a:pt x="240242" y="215612"/>
                      <a:pt x="240242" y="214313"/>
                    </a:cubicBezTo>
                    <a:cubicBezTo>
                      <a:pt x="240242" y="214313"/>
                      <a:pt x="240242" y="214313"/>
                      <a:pt x="246857" y="210416"/>
                    </a:cubicBezTo>
                    <a:cubicBezTo>
                      <a:pt x="246857" y="210416"/>
                      <a:pt x="246857" y="210416"/>
                      <a:pt x="253471" y="202623"/>
                    </a:cubicBezTo>
                    <a:cubicBezTo>
                      <a:pt x="253471" y="202623"/>
                      <a:pt x="253471" y="202623"/>
                      <a:pt x="253471" y="201324"/>
                    </a:cubicBezTo>
                    <a:cubicBezTo>
                      <a:pt x="253471" y="201324"/>
                      <a:pt x="253471" y="201324"/>
                      <a:pt x="256117" y="200025"/>
                    </a:cubicBezTo>
                    <a:close/>
                    <a:moveTo>
                      <a:pt x="300038" y="171450"/>
                    </a:moveTo>
                    <a:lnTo>
                      <a:pt x="301625" y="171450"/>
                    </a:lnTo>
                    <a:lnTo>
                      <a:pt x="298450" y="176213"/>
                    </a:lnTo>
                    <a:lnTo>
                      <a:pt x="296863" y="177800"/>
                    </a:lnTo>
                    <a:lnTo>
                      <a:pt x="295275" y="177800"/>
                    </a:lnTo>
                    <a:lnTo>
                      <a:pt x="295275" y="176213"/>
                    </a:lnTo>
                    <a:lnTo>
                      <a:pt x="296863" y="174625"/>
                    </a:lnTo>
                    <a:lnTo>
                      <a:pt x="298450" y="173038"/>
                    </a:lnTo>
                    <a:close/>
                    <a:moveTo>
                      <a:pt x="293688" y="171450"/>
                    </a:moveTo>
                    <a:lnTo>
                      <a:pt x="296863" y="171450"/>
                    </a:lnTo>
                    <a:lnTo>
                      <a:pt x="293688" y="174625"/>
                    </a:lnTo>
                    <a:lnTo>
                      <a:pt x="292100" y="174625"/>
                    </a:lnTo>
                    <a:lnTo>
                      <a:pt x="292100" y="173038"/>
                    </a:lnTo>
                    <a:close/>
                    <a:moveTo>
                      <a:pt x="303946" y="169998"/>
                    </a:moveTo>
                    <a:lnTo>
                      <a:pt x="303457" y="173083"/>
                    </a:lnTo>
                    <a:lnTo>
                      <a:pt x="303213" y="174625"/>
                    </a:lnTo>
                    <a:cubicBezTo>
                      <a:pt x="303213" y="174625"/>
                      <a:pt x="303213" y="174625"/>
                      <a:pt x="303213" y="173288"/>
                    </a:cubicBezTo>
                    <a:cubicBezTo>
                      <a:pt x="303213" y="173288"/>
                      <a:pt x="303213" y="173288"/>
                      <a:pt x="303213" y="171952"/>
                    </a:cubicBezTo>
                    <a:cubicBezTo>
                      <a:pt x="303213" y="171952"/>
                      <a:pt x="303213" y="171952"/>
                      <a:pt x="303213" y="170615"/>
                    </a:cubicBezTo>
                    <a:close/>
                    <a:moveTo>
                      <a:pt x="288926" y="169862"/>
                    </a:moveTo>
                    <a:cubicBezTo>
                      <a:pt x="288926" y="169862"/>
                      <a:pt x="288926" y="169862"/>
                      <a:pt x="290513" y="169862"/>
                    </a:cubicBezTo>
                    <a:cubicBezTo>
                      <a:pt x="290513" y="169862"/>
                      <a:pt x="290513" y="169862"/>
                      <a:pt x="293688" y="169862"/>
                    </a:cubicBezTo>
                    <a:cubicBezTo>
                      <a:pt x="293688" y="169862"/>
                      <a:pt x="293688" y="169862"/>
                      <a:pt x="293688" y="170656"/>
                    </a:cubicBezTo>
                    <a:cubicBezTo>
                      <a:pt x="293688" y="170656"/>
                      <a:pt x="293688" y="170656"/>
                      <a:pt x="292101" y="171450"/>
                    </a:cubicBezTo>
                    <a:cubicBezTo>
                      <a:pt x="292101" y="171450"/>
                      <a:pt x="292101" y="171450"/>
                      <a:pt x="290513" y="171450"/>
                    </a:cubicBezTo>
                    <a:cubicBezTo>
                      <a:pt x="290513" y="171450"/>
                      <a:pt x="290513" y="171450"/>
                      <a:pt x="288926" y="171450"/>
                    </a:cubicBezTo>
                    <a:cubicBezTo>
                      <a:pt x="288926" y="171450"/>
                      <a:pt x="288926" y="171450"/>
                      <a:pt x="287338" y="170656"/>
                    </a:cubicBezTo>
                    <a:cubicBezTo>
                      <a:pt x="287338" y="170656"/>
                      <a:pt x="287338" y="170656"/>
                      <a:pt x="288926" y="169862"/>
                    </a:cubicBezTo>
                    <a:close/>
                    <a:moveTo>
                      <a:pt x="304800" y="164600"/>
                    </a:moveTo>
                    <a:lnTo>
                      <a:pt x="304800" y="165267"/>
                    </a:lnTo>
                    <a:cubicBezTo>
                      <a:pt x="304800" y="166604"/>
                      <a:pt x="304800" y="166604"/>
                      <a:pt x="304800" y="166604"/>
                    </a:cubicBezTo>
                    <a:cubicBezTo>
                      <a:pt x="304800" y="167941"/>
                      <a:pt x="304800" y="167941"/>
                      <a:pt x="304800" y="167941"/>
                    </a:cubicBezTo>
                    <a:cubicBezTo>
                      <a:pt x="304800" y="169278"/>
                      <a:pt x="304800" y="169278"/>
                      <a:pt x="304800" y="169278"/>
                    </a:cubicBezTo>
                    <a:lnTo>
                      <a:pt x="303946" y="169998"/>
                    </a:lnTo>
                    <a:close/>
                    <a:moveTo>
                      <a:pt x="301626" y="149225"/>
                    </a:moveTo>
                    <a:lnTo>
                      <a:pt x="303213" y="149225"/>
                    </a:lnTo>
                    <a:cubicBezTo>
                      <a:pt x="303213" y="149225"/>
                      <a:pt x="303213" y="149225"/>
                      <a:pt x="304800" y="150562"/>
                    </a:cubicBezTo>
                    <a:cubicBezTo>
                      <a:pt x="304800" y="150562"/>
                      <a:pt x="304800" y="150562"/>
                      <a:pt x="304800" y="151899"/>
                    </a:cubicBezTo>
                    <a:cubicBezTo>
                      <a:pt x="304800" y="151899"/>
                      <a:pt x="304800" y="151899"/>
                      <a:pt x="304800" y="154573"/>
                    </a:cubicBezTo>
                    <a:lnTo>
                      <a:pt x="305656" y="153133"/>
                    </a:lnTo>
                    <a:lnTo>
                      <a:pt x="306128" y="156215"/>
                    </a:lnTo>
                    <a:lnTo>
                      <a:pt x="304800" y="164600"/>
                    </a:lnTo>
                    <a:lnTo>
                      <a:pt x="304800" y="162594"/>
                    </a:lnTo>
                    <a:cubicBezTo>
                      <a:pt x="304800" y="162594"/>
                      <a:pt x="304800" y="162594"/>
                      <a:pt x="304800" y="161257"/>
                    </a:cubicBezTo>
                    <a:cubicBezTo>
                      <a:pt x="304800" y="161257"/>
                      <a:pt x="304800" y="161257"/>
                      <a:pt x="304800" y="159920"/>
                    </a:cubicBezTo>
                    <a:cubicBezTo>
                      <a:pt x="304800" y="159920"/>
                      <a:pt x="304800" y="159920"/>
                      <a:pt x="304800" y="158583"/>
                    </a:cubicBezTo>
                    <a:cubicBezTo>
                      <a:pt x="304800" y="158583"/>
                      <a:pt x="304800" y="158583"/>
                      <a:pt x="303213" y="158583"/>
                    </a:cubicBezTo>
                    <a:cubicBezTo>
                      <a:pt x="303213" y="158583"/>
                      <a:pt x="303213" y="158583"/>
                      <a:pt x="303213" y="157246"/>
                    </a:cubicBezTo>
                    <a:cubicBezTo>
                      <a:pt x="303213" y="157246"/>
                      <a:pt x="303213" y="157246"/>
                      <a:pt x="303213" y="155909"/>
                    </a:cubicBezTo>
                    <a:cubicBezTo>
                      <a:pt x="303213" y="155909"/>
                      <a:pt x="303213" y="155909"/>
                      <a:pt x="303213" y="154573"/>
                    </a:cubicBezTo>
                    <a:cubicBezTo>
                      <a:pt x="303213" y="154573"/>
                      <a:pt x="303213" y="154573"/>
                      <a:pt x="301625" y="154573"/>
                    </a:cubicBezTo>
                    <a:cubicBezTo>
                      <a:pt x="301625" y="154573"/>
                      <a:pt x="301625" y="154573"/>
                      <a:pt x="301625" y="153236"/>
                    </a:cubicBezTo>
                    <a:cubicBezTo>
                      <a:pt x="301625" y="153236"/>
                      <a:pt x="301625" y="153236"/>
                      <a:pt x="301625" y="151899"/>
                    </a:cubicBezTo>
                    <a:lnTo>
                      <a:pt x="301625" y="150812"/>
                    </a:lnTo>
                    <a:lnTo>
                      <a:pt x="301626" y="150813"/>
                    </a:lnTo>
                    <a:lnTo>
                      <a:pt x="301626" y="149226"/>
                    </a:lnTo>
                    <a:close/>
                    <a:moveTo>
                      <a:pt x="298450" y="147637"/>
                    </a:moveTo>
                    <a:cubicBezTo>
                      <a:pt x="298450" y="147637"/>
                      <a:pt x="298450" y="147637"/>
                      <a:pt x="298450" y="148907"/>
                    </a:cubicBezTo>
                    <a:cubicBezTo>
                      <a:pt x="298450" y="148907"/>
                      <a:pt x="298450" y="148907"/>
                      <a:pt x="298450" y="150177"/>
                    </a:cubicBezTo>
                    <a:cubicBezTo>
                      <a:pt x="298450" y="150177"/>
                      <a:pt x="298450" y="150177"/>
                      <a:pt x="297180" y="150177"/>
                    </a:cubicBezTo>
                    <a:cubicBezTo>
                      <a:pt x="297180" y="150177"/>
                      <a:pt x="297180" y="150177"/>
                      <a:pt x="295910" y="150177"/>
                    </a:cubicBezTo>
                    <a:lnTo>
                      <a:pt x="294640" y="150177"/>
                    </a:lnTo>
                    <a:cubicBezTo>
                      <a:pt x="294640" y="150177"/>
                      <a:pt x="294640" y="150177"/>
                      <a:pt x="294640" y="152717"/>
                    </a:cubicBezTo>
                    <a:cubicBezTo>
                      <a:pt x="294640" y="152717"/>
                      <a:pt x="294640" y="152717"/>
                      <a:pt x="294640" y="153987"/>
                    </a:cubicBezTo>
                    <a:cubicBezTo>
                      <a:pt x="294640" y="153987"/>
                      <a:pt x="294640" y="153987"/>
                      <a:pt x="295910" y="155257"/>
                    </a:cubicBezTo>
                    <a:cubicBezTo>
                      <a:pt x="295910" y="155257"/>
                      <a:pt x="295910" y="155257"/>
                      <a:pt x="295910" y="153987"/>
                    </a:cubicBezTo>
                    <a:cubicBezTo>
                      <a:pt x="295910" y="153987"/>
                      <a:pt x="295910" y="153987"/>
                      <a:pt x="297180" y="152717"/>
                    </a:cubicBezTo>
                    <a:cubicBezTo>
                      <a:pt x="297180" y="152717"/>
                      <a:pt x="297180" y="152717"/>
                      <a:pt x="297180" y="153987"/>
                    </a:cubicBezTo>
                    <a:cubicBezTo>
                      <a:pt x="297180" y="153987"/>
                      <a:pt x="297180" y="153987"/>
                      <a:pt x="295910" y="156527"/>
                    </a:cubicBezTo>
                    <a:cubicBezTo>
                      <a:pt x="295910" y="156527"/>
                      <a:pt x="295910" y="156527"/>
                      <a:pt x="295910" y="157797"/>
                    </a:cubicBezTo>
                    <a:cubicBezTo>
                      <a:pt x="295910" y="157797"/>
                      <a:pt x="295910" y="157797"/>
                      <a:pt x="297180" y="160337"/>
                    </a:cubicBezTo>
                    <a:cubicBezTo>
                      <a:pt x="297180" y="160337"/>
                      <a:pt x="297180" y="160337"/>
                      <a:pt x="297180" y="162877"/>
                    </a:cubicBezTo>
                    <a:cubicBezTo>
                      <a:pt x="297180" y="162877"/>
                      <a:pt x="297180" y="162877"/>
                      <a:pt x="295910" y="164147"/>
                    </a:cubicBezTo>
                    <a:cubicBezTo>
                      <a:pt x="295910" y="164147"/>
                      <a:pt x="295910" y="164147"/>
                      <a:pt x="294640" y="162877"/>
                    </a:cubicBezTo>
                    <a:lnTo>
                      <a:pt x="294640" y="165417"/>
                    </a:lnTo>
                    <a:cubicBezTo>
                      <a:pt x="294640" y="165417"/>
                      <a:pt x="294640" y="165417"/>
                      <a:pt x="293370" y="166687"/>
                    </a:cubicBezTo>
                    <a:cubicBezTo>
                      <a:pt x="293370" y="166687"/>
                      <a:pt x="293370" y="166687"/>
                      <a:pt x="293370" y="165417"/>
                    </a:cubicBezTo>
                    <a:cubicBezTo>
                      <a:pt x="293370" y="165417"/>
                      <a:pt x="293370" y="165417"/>
                      <a:pt x="293370" y="162877"/>
                    </a:cubicBezTo>
                    <a:cubicBezTo>
                      <a:pt x="293370" y="162877"/>
                      <a:pt x="293370" y="162877"/>
                      <a:pt x="293370" y="161607"/>
                    </a:cubicBezTo>
                    <a:cubicBezTo>
                      <a:pt x="293370" y="161607"/>
                      <a:pt x="293370" y="161607"/>
                      <a:pt x="292100" y="159067"/>
                    </a:cubicBezTo>
                    <a:cubicBezTo>
                      <a:pt x="292100" y="159067"/>
                      <a:pt x="292100" y="159067"/>
                      <a:pt x="293370" y="157797"/>
                    </a:cubicBezTo>
                    <a:cubicBezTo>
                      <a:pt x="293370" y="157797"/>
                      <a:pt x="293370" y="157797"/>
                      <a:pt x="293370" y="155257"/>
                    </a:cubicBezTo>
                    <a:cubicBezTo>
                      <a:pt x="293370" y="155257"/>
                      <a:pt x="293370" y="155257"/>
                      <a:pt x="293370" y="153987"/>
                    </a:cubicBezTo>
                    <a:cubicBezTo>
                      <a:pt x="293370" y="153987"/>
                      <a:pt x="293370" y="153987"/>
                      <a:pt x="293370" y="151447"/>
                    </a:cubicBezTo>
                    <a:cubicBezTo>
                      <a:pt x="293370" y="151447"/>
                      <a:pt x="293370" y="151447"/>
                      <a:pt x="293370" y="148907"/>
                    </a:cubicBezTo>
                    <a:cubicBezTo>
                      <a:pt x="293370" y="148907"/>
                      <a:pt x="293370" y="148907"/>
                      <a:pt x="294640" y="148907"/>
                    </a:cubicBezTo>
                    <a:cubicBezTo>
                      <a:pt x="295910" y="147637"/>
                      <a:pt x="297180" y="147637"/>
                      <a:pt x="298450" y="147637"/>
                    </a:cubicBezTo>
                    <a:close/>
                    <a:moveTo>
                      <a:pt x="300038" y="139700"/>
                    </a:moveTo>
                    <a:lnTo>
                      <a:pt x="301626" y="139700"/>
                    </a:lnTo>
                    <a:lnTo>
                      <a:pt x="301626" y="141288"/>
                    </a:lnTo>
                    <a:lnTo>
                      <a:pt x="301626" y="142875"/>
                    </a:lnTo>
                    <a:lnTo>
                      <a:pt x="301626" y="146051"/>
                    </a:lnTo>
                    <a:lnTo>
                      <a:pt x="301626" y="147638"/>
                    </a:lnTo>
                    <a:lnTo>
                      <a:pt x="301626" y="149225"/>
                    </a:lnTo>
                    <a:lnTo>
                      <a:pt x="301625" y="149225"/>
                    </a:lnTo>
                    <a:cubicBezTo>
                      <a:pt x="301625" y="150562"/>
                      <a:pt x="301625" y="150562"/>
                      <a:pt x="301625" y="150562"/>
                    </a:cubicBezTo>
                    <a:lnTo>
                      <a:pt x="301625" y="150812"/>
                    </a:lnTo>
                    <a:lnTo>
                      <a:pt x="300038" y="149226"/>
                    </a:lnTo>
                    <a:lnTo>
                      <a:pt x="300038" y="147638"/>
                    </a:lnTo>
                    <a:lnTo>
                      <a:pt x="300038" y="144463"/>
                    </a:lnTo>
                    <a:lnTo>
                      <a:pt x="300038" y="141288"/>
                    </a:lnTo>
                    <a:close/>
                    <a:moveTo>
                      <a:pt x="287338" y="131762"/>
                    </a:moveTo>
                    <a:cubicBezTo>
                      <a:pt x="287338" y="131762"/>
                      <a:pt x="287338" y="131762"/>
                      <a:pt x="292101" y="134484"/>
                    </a:cubicBezTo>
                    <a:cubicBezTo>
                      <a:pt x="292101" y="134484"/>
                      <a:pt x="292101" y="134484"/>
                      <a:pt x="292101" y="135844"/>
                    </a:cubicBezTo>
                    <a:cubicBezTo>
                      <a:pt x="292101" y="135844"/>
                      <a:pt x="292101" y="135844"/>
                      <a:pt x="290513" y="138566"/>
                    </a:cubicBezTo>
                    <a:cubicBezTo>
                      <a:pt x="290513" y="138566"/>
                      <a:pt x="290513" y="138566"/>
                      <a:pt x="290513" y="139927"/>
                    </a:cubicBezTo>
                    <a:cubicBezTo>
                      <a:pt x="290513" y="139927"/>
                      <a:pt x="290513" y="139927"/>
                      <a:pt x="290513" y="142648"/>
                    </a:cubicBezTo>
                    <a:cubicBezTo>
                      <a:pt x="290513" y="142648"/>
                      <a:pt x="290513" y="142648"/>
                      <a:pt x="292101" y="144009"/>
                    </a:cubicBezTo>
                    <a:cubicBezTo>
                      <a:pt x="292101" y="144009"/>
                      <a:pt x="292101" y="144009"/>
                      <a:pt x="293688" y="145369"/>
                    </a:cubicBezTo>
                    <a:cubicBezTo>
                      <a:pt x="293688" y="145369"/>
                      <a:pt x="293688" y="145369"/>
                      <a:pt x="292101" y="146730"/>
                    </a:cubicBezTo>
                    <a:cubicBezTo>
                      <a:pt x="292101" y="146730"/>
                      <a:pt x="292101" y="146730"/>
                      <a:pt x="292101" y="148091"/>
                    </a:cubicBezTo>
                    <a:cubicBezTo>
                      <a:pt x="292101" y="148091"/>
                      <a:pt x="292101" y="148091"/>
                      <a:pt x="290513" y="150812"/>
                    </a:cubicBezTo>
                    <a:cubicBezTo>
                      <a:pt x="290513" y="150812"/>
                      <a:pt x="290513" y="150812"/>
                      <a:pt x="290513" y="152173"/>
                    </a:cubicBezTo>
                    <a:cubicBezTo>
                      <a:pt x="290513" y="152173"/>
                      <a:pt x="290513" y="152173"/>
                      <a:pt x="290513" y="153534"/>
                    </a:cubicBezTo>
                    <a:cubicBezTo>
                      <a:pt x="290513" y="153534"/>
                      <a:pt x="290513" y="153534"/>
                      <a:pt x="290513" y="154894"/>
                    </a:cubicBezTo>
                    <a:cubicBezTo>
                      <a:pt x="290513" y="154894"/>
                      <a:pt x="290513" y="156255"/>
                      <a:pt x="290513" y="157616"/>
                    </a:cubicBezTo>
                    <a:cubicBezTo>
                      <a:pt x="290513" y="157616"/>
                      <a:pt x="290513" y="157616"/>
                      <a:pt x="288925" y="160337"/>
                    </a:cubicBezTo>
                    <a:cubicBezTo>
                      <a:pt x="288925" y="160337"/>
                      <a:pt x="288925" y="160337"/>
                      <a:pt x="287338" y="160337"/>
                    </a:cubicBezTo>
                    <a:cubicBezTo>
                      <a:pt x="287338" y="152173"/>
                      <a:pt x="285750" y="144009"/>
                      <a:pt x="285750" y="137205"/>
                    </a:cubicBezTo>
                    <a:cubicBezTo>
                      <a:pt x="285750" y="137205"/>
                      <a:pt x="285750" y="137205"/>
                      <a:pt x="285750" y="135844"/>
                    </a:cubicBezTo>
                    <a:cubicBezTo>
                      <a:pt x="285750" y="135844"/>
                      <a:pt x="285750" y="135844"/>
                      <a:pt x="285750" y="133123"/>
                    </a:cubicBezTo>
                    <a:cubicBezTo>
                      <a:pt x="285750" y="133123"/>
                      <a:pt x="285750" y="133123"/>
                      <a:pt x="287338" y="131762"/>
                    </a:cubicBezTo>
                    <a:close/>
                    <a:moveTo>
                      <a:pt x="296863" y="123825"/>
                    </a:moveTo>
                    <a:lnTo>
                      <a:pt x="298451" y="127000"/>
                    </a:lnTo>
                    <a:lnTo>
                      <a:pt x="300038" y="130175"/>
                    </a:lnTo>
                    <a:lnTo>
                      <a:pt x="298451" y="130175"/>
                    </a:lnTo>
                    <a:lnTo>
                      <a:pt x="298451" y="133350"/>
                    </a:lnTo>
                    <a:lnTo>
                      <a:pt x="296863" y="131763"/>
                    </a:lnTo>
                    <a:lnTo>
                      <a:pt x="296863" y="130175"/>
                    </a:lnTo>
                    <a:lnTo>
                      <a:pt x="295276" y="128588"/>
                    </a:lnTo>
                    <a:lnTo>
                      <a:pt x="293688" y="130175"/>
                    </a:lnTo>
                    <a:lnTo>
                      <a:pt x="293688" y="128588"/>
                    </a:lnTo>
                    <a:lnTo>
                      <a:pt x="293688" y="125413"/>
                    </a:lnTo>
                    <a:lnTo>
                      <a:pt x="296863" y="125413"/>
                    </a:lnTo>
                    <a:close/>
                    <a:moveTo>
                      <a:pt x="292100" y="117475"/>
                    </a:moveTo>
                    <a:lnTo>
                      <a:pt x="293688" y="117475"/>
                    </a:lnTo>
                    <a:lnTo>
                      <a:pt x="293688" y="119063"/>
                    </a:lnTo>
                    <a:lnTo>
                      <a:pt x="293688" y="120650"/>
                    </a:lnTo>
                    <a:close/>
                    <a:moveTo>
                      <a:pt x="285750" y="101600"/>
                    </a:moveTo>
                    <a:lnTo>
                      <a:pt x="287338" y="101600"/>
                    </a:lnTo>
                    <a:lnTo>
                      <a:pt x="287338" y="104775"/>
                    </a:lnTo>
                    <a:lnTo>
                      <a:pt x="288925" y="107950"/>
                    </a:lnTo>
                    <a:lnTo>
                      <a:pt x="290513" y="109538"/>
                    </a:lnTo>
                    <a:lnTo>
                      <a:pt x="292101" y="111125"/>
                    </a:lnTo>
                    <a:lnTo>
                      <a:pt x="293688" y="111125"/>
                    </a:lnTo>
                    <a:lnTo>
                      <a:pt x="293688" y="114300"/>
                    </a:lnTo>
                    <a:lnTo>
                      <a:pt x="293688" y="115887"/>
                    </a:lnTo>
                    <a:lnTo>
                      <a:pt x="295276" y="117475"/>
                    </a:lnTo>
                    <a:lnTo>
                      <a:pt x="295276" y="119062"/>
                    </a:lnTo>
                    <a:lnTo>
                      <a:pt x="295276" y="120650"/>
                    </a:lnTo>
                    <a:lnTo>
                      <a:pt x="295276" y="122237"/>
                    </a:lnTo>
                    <a:lnTo>
                      <a:pt x="293688" y="117475"/>
                    </a:lnTo>
                    <a:lnTo>
                      <a:pt x="293688" y="115888"/>
                    </a:lnTo>
                    <a:lnTo>
                      <a:pt x="292101" y="114300"/>
                    </a:lnTo>
                    <a:lnTo>
                      <a:pt x="290513" y="114300"/>
                    </a:lnTo>
                    <a:lnTo>
                      <a:pt x="290513" y="115888"/>
                    </a:lnTo>
                    <a:lnTo>
                      <a:pt x="290513" y="117475"/>
                    </a:lnTo>
                    <a:lnTo>
                      <a:pt x="288925" y="117475"/>
                    </a:lnTo>
                    <a:lnTo>
                      <a:pt x="288925" y="115888"/>
                    </a:lnTo>
                    <a:lnTo>
                      <a:pt x="288925" y="112713"/>
                    </a:lnTo>
                    <a:lnTo>
                      <a:pt x="287338" y="109538"/>
                    </a:lnTo>
                    <a:lnTo>
                      <a:pt x="285750" y="107950"/>
                    </a:lnTo>
                    <a:lnTo>
                      <a:pt x="285750" y="106363"/>
                    </a:lnTo>
                    <a:lnTo>
                      <a:pt x="285750" y="103188"/>
                    </a:lnTo>
                    <a:close/>
                    <a:moveTo>
                      <a:pt x="203200" y="85725"/>
                    </a:moveTo>
                    <a:cubicBezTo>
                      <a:pt x="204391" y="85725"/>
                      <a:pt x="205582" y="85725"/>
                      <a:pt x="207963" y="85725"/>
                    </a:cubicBezTo>
                    <a:cubicBezTo>
                      <a:pt x="206772" y="88900"/>
                      <a:pt x="205582" y="86784"/>
                      <a:pt x="204391" y="87842"/>
                    </a:cubicBezTo>
                    <a:cubicBezTo>
                      <a:pt x="204391" y="87842"/>
                      <a:pt x="204391" y="87842"/>
                      <a:pt x="203200" y="87842"/>
                    </a:cubicBezTo>
                    <a:cubicBezTo>
                      <a:pt x="203200" y="86784"/>
                      <a:pt x="203200" y="85725"/>
                      <a:pt x="203200" y="85725"/>
                    </a:cubicBezTo>
                    <a:close/>
                    <a:moveTo>
                      <a:pt x="188913" y="83476"/>
                    </a:moveTo>
                    <a:cubicBezTo>
                      <a:pt x="190501" y="83609"/>
                      <a:pt x="192088" y="84138"/>
                      <a:pt x="192088" y="84667"/>
                    </a:cubicBezTo>
                    <a:cubicBezTo>
                      <a:pt x="192088" y="84667"/>
                      <a:pt x="192088" y="84667"/>
                      <a:pt x="190501" y="85725"/>
                    </a:cubicBezTo>
                    <a:cubicBezTo>
                      <a:pt x="187326" y="84667"/>
                      <a:pt x="185738" y="84667"/>
                      <a:pt x="185738" y="84667"/>
                    </a:cubicBezTo>
                    <a:cubicBezTo>
                      <a:pt x="185738" y="83609"/>
                      <a:pt x="187326" y="83344"/>
                      <a:pt x="188913" y="83476"/>
                    </a:cubicBezTo>
                    <a:close/>
                    <a:moveTo>
                      <a:pt x="161925" y="77787"/>
                    </a:moveTo>
                    <a:cubicBezTo>
                      <a:pt x="161925" y="77787"/>
                      <a:pt x="161925" y="77787"/>
                      <a:pt x="163248" y="77787"/>
                    </a:cubicBezTo>
                    <a:cubicBezTo>
                      <a:pt x="165894" y="77787"/>
                      <a:pt x="169863" y="77787"/>
                      <a:pt x="168540" y="82550"/>
                    </a:cubicBezTo>
                    <a:cubicBezTo>
                      <a:pt x="168540" y="82550"/>
                      <a:pt x="168540" y="82550"/>
                      <a:pt x="167217" y="82550"/>
                    </a:cubicBezTo>
                    <a:cubicBezTo>
                      <a:pt x="167217" y="82550"/>
                      <a:pt x="167217" y="82550"/>
                      <a:pt x="167217" y="81359"/>
                    </a:cubicBezTo>
                    <a:lnTo>
                      <a:pt x="161925" y="78978"/>
                    </a:lnTo>
                    <a:cubicBezTo>
                      <a:pt x="161925" y="78978"/>
                      <a:pt x="161925" y="78978"/>
                      <a:pt x="161925" y="77787"/>
                    </a:cubicBezTo>
                    <a:close/>
                    <a:moveTo>
                      <a:pt x="158751" y="73554"/>
                    </a:moveTo>
                    <a:cubicBezTo>
                      <a:pt x="161926" y="74612"/>
                      <a:pt x="158751" y="76729"/>
                      <a:pt x="155575" y="77787"/>
                    </a:cubicBezTo>
                    <a:cubicBezTo>
                      <a:pt x="155575" y="77787"/>
                      <a:pt x="155575" y="77787"/>
                      <a:pt x="153988" y="76729"/>
                    </a:cubicBezTo>
                    <a:cubicBezTo>
                      <a:pt x="155575" y="74612"/>
                      <a:pt x="155575" y="71437"/>
                      <a:pt x="158751" y="73554"/>
                    </a:cubicBezTo>
                    <a:close/>
                    <a:moveTo>
                      <a:pt x="140098" y="48759"/>
                    </a:moveTo>
                    <a:cubicBezTo>
                      <a:pt x="141487" y="47625"/>
                      <a:pt x="141487" y="51027"/>
                      <a:pt x="142876" y="48759"/>
                    </a:cubicBezTo>
                    <a:cubicBezTo>
                      <a:pt x="140098" y="52161"/>
                      <a:pt x="137319" y="55563"/>
                      <a:pt x="131763" y="55563"/>
                    </a:cubicBezTo>
                    <a:cubicBezTo>
                      <a:pt x="131763" y="52161"/>
                      <a:pt x="137319" y="51027"/>
                      <a:pt x="140098" y="48759"/>
                    </a:cubicBezTo>
                    <a:close/>
                    <a:moveTo>
                      <a:pt x="148273" y="42598"/>
                    </a:moveTo>
                    <a:lnTo>
                      <a:pt x="150813" y="42598"/>
                    </a:lnTo>
                    <a:cubicBezTo>
                      <a:pt x="150813" y="42598"/>
                      <a:pt x="150813" y="42598"/>
                      <a:pt x="149543" y="43921"/>
                    </a:cubicBezTo>
                    <a:cubicBezTo>
                      <a:pt x="147003" y="45244"/>
                      <a:pt x="150813" y="49213"/>
                      <a:pt x="148273" y="51859"/>
                    </a:cubicBezTo>
                    <a:cubicBezTo>
                      <a:pt x="149543" y="51859"/>
                      <a:pt x="149543" y="50536"/>
                      <a:pt x="150813" y="50536"/>
                    </a:cubicBezTo>
                    <a:cubicBezTo>
                      <a:pt x="150813" y="51859"/>
                      <a:pt x="149543" y="53181"/>
                      <a:pt x="148273" y="53181"/>
                    </a:cubicBezTo>
                    <a:cubicBezTo>
                      <a:pt x="148273" y="53181"/>
                      <a:pt x="148273" y="54504"/>
                      <a:pt x="149543" y="54504"/>
                    </a:cubicBezTo>
                    <a:cubicBezTo>
                      <a:pt x="147003" y="55827"/>
                      <a:pt x="144463" y="55827"/>
                      <a:pt x="141923" y="55827"/>
                    </a:cubicBezTo>
                    <a:cubicBezTo>
                      <a:pt x="140653" y="57150"/>
                      <a:pt x="139383" y="57150"/>
                      <a:pt x="138113" y="57150"/>
                    </a:cubicBezTo>
                    <a:cubicBezTo>
                      <a:pt x="138113" y="55827"/>
                      <a:pt x="139383" y="55827"/>
                      <a:pt x="140653" y="55827"/>
                    </a:cubicBezTo>
                    <a:cubicBezTo>
                      <a:pt x="140653" y="54504"/>
                      <a:pt x="141923" y="54504"/>
                      <a:pt x="141923" y="53181"/>
                    </a:cubicBezTo>
                    <a:cubicBezTo>
                      <a:pt x="141923" y="53181"/>
                      <a:pt x="141923" y="53181"/>
                      <a:pt x="139383" y="53181"/>
                    </a:cubicBezTo>
                    <a:cubicBezTo>
                      <a:pt x="140653" y="53181"/>
                      <a:pt x="141923" y="53181"/>
                      <a:pt x="141923" y="51859"/>
                    </a:cubicBezTo>
                    <a:cubicBezTo>
                      <a:pt x="141923" y="49213"/>
                      <a:pt x="145733" y="51859"/>
                      <a:pt x="145733" y="49213"/>
                    </a:cubicBezTo>
                    <a:cubicBezTo>
                      <a:pt x="145733" y="47890"/>
                      <a:pt x="144463" y="47890"/>
                      <a:pt x="144463" y="47890"/>
                    </a:cubicBezTo>
                    <a:cubicBezTo>
                      <a:pt x="144463" y="47890"/>
                      <a:pt x="144463" y="46567"/>
                      <a:pt x="144463" y="45244"/>
                    </a:cubicBezTo>
                    <a:cubicBezTo>
                      <a:pt x="144463" y="45244"/>
                      <a:pt x="144463" y="46567"/>
                      <a:pt x="143193" y="45244"/>
                    </a:cubicBezTo>
                    <a:close/>
                    <a:moveTo>
                      <a:pt x="169336" y="30162"/>
                    </a:moveTo>
                    <a:cubicBezTo>
                      <a:pt x="103318" y="30162"/>
                      <a:pt x="47862" y="76200"/>
                      <a:pt x="33338" y="136706"/>
                    </a:cubicBezTo>
                    <a:cubicBezTo>
                      <a:pt x="33338" y="136706"/>
                      <a:pt x="33338" y="138022"/>
                      <a:pt x="33338" y="138022"/>
                    </a:cubicBezTo>
                    <a:cubicBezTo>
                      <a:pt x="33338" y="138022"/>
                      <a:pt x="33338" y="139337"/>
                      <a:pt x="33338" y="139337"/>
                    </a:cubicBezTo>
                    <a:cubicBezTo>
                      <a:pt x="33338" y="139337"/>
                      <a:pt x="33338" y="140652"/>
                      <a:pt x="33338" y="140652"/>
                    </a:cubicBezTo>
                    <a:cubicBezTo>
                      <a:pt x="33338" y="140652"/>
                      <a:pt x="34658" y="139337"/>
                      <a:pt x="34658" y="139337"/>
                    </a:cubicBezTo>
                    <a:cubicBezTo>
                      <a:pt x="34658" y="139337"/>
                      <a:pt x="35979" y="139337"/>
                      <a:pt x="35979" y="139337"/>
                    </a:cubicBezTo>
                    <a:cubicBezTo>
                      <a:pt x="35979" y="139337"/>
                      <a:pt x="35979" y="139337"/>
                      <a:pt x="35979" y="140652"/>
                    </a:cubicBezTo>
                    <a:cubicBezTo>
                      <a:pt x="35979" y="147229"/>
                      <a:pt x="42580" y="148544"/>
                      <a:pt x="43901" y="153806"/>
                    </a:cubicBezTo>
                    <a:cubicBezTo>
                      <a:pt x="47862" y="159067"/>
                      <a:pt x="47862" y="164329"/>
                      <a:pt x="45221" y="169590"/>
                    </a:cubicBezTo>
                    <a:cubicBezTo>
                      <a:pt x="47862" y="169590"/>
                      <a:pt x="46542" y="165644"/>
                      <a:pt x="49182" y="166959"/>
                    </a:cubicBezTo>
                    <a:cubicBezTo>
                      <a:pt x="50503" y="166959"/>
                      <a:pt x="47862" y="169590"/>
                      <a:pt x="50503" y="170905"/>
                    </a:cubicBezTo>
                    <a:cubicBezTo>
                      <a:pt x="50503" y="170905"/>
                      <a:pt x="50503" y="170905"/>
                      <a:pt x="50503" y="168275"/>
                    </a:cubicBezTo>
                    <a:cubicBezTo>
                      <a:pt x="53143" y="166959"/>
                      <a:pt x="55784" y="170905"/>
                      <a:pt x="55784" y="174852"/>
                    </a:cubicBezTo>
                    <a:cubicBezTo>
                      <a:pt x="55784" y="174852"/>
                      <a:pt x="57105" y="174852"/>
                      <a:pt x="57105" y="174852"/>
                    </a:cubicBezTo>
                    <a:cubicBezTo>
                      <a:pt x="57105" y="174852"/>
                      <a:pt x="57105" y="173536"/>
                      <a:pt x="57105" y="173536"/>
                    </a:cubicBezTo>
                    <a:cubicBezTo>
                      <a:pt x="57105" y="173536"/>
                      <a:pt x="58425" y="173536"/>
                      <a:pt x="59745" y="173536"/>
                    </a:cubicBezTo>
                    <a:cubicBezTo>
                      <a:pt x="61066" y="173536"/>
                      <a:pt x="61066" y="173536"/>
                      <a:pt x="61066" y="173536"/>
                    </a:cubicBezTo>
                    <a:cubicBezTo>
                      <a:pt x="61066" y="173536"/>
                      <a:pt x="62386" y="173536"/>
                      <a:pt x="62386" y="173536"/>
                    </a:cubicBezTo>
                    <a:cubicBezTo>
                      <a:pt x="63706" y="173536"/>
                      <a:pt x="63706" y="173536"/>
                      <a:pt x="63706" y="173536"/>
                    </a:cubicBezTo>
                    <a:cubicBezTo>
                      <a:pt x="63706" y="173536"/>
                      <a:pt x="63706" y="173536"/>
                      <a:pt x="65027" y="173536"/>
                    </a:cubicBezTo>
                    <a:cubicBezTo>
                      <a:pt x="65027" y="174852"/>
                      <a:pt x="65027" y="174852"/>
                      <a:pt x="65027" y="174852"/>
                    </a:cubicBezTo>
                    <a:cubicBezTo>
                      <a:pt x="65027" y="174852"/>
                      <a:pt x="66347" y="176167"/>
                      <a:pt x="68988" y="177482"/>
                    </a:cubicBezTo>
                    <a:cubicBezTo>
                      <a:pt x="70308" y="178798"/>
                      <a:pt x="72949" y="180113"/>
                      <a:pt x="72949" y="180113"/>
                    </a:cubicBezTo>
                    <a:cubicBezTo>
                      <a:pt x="72949" y="181428"/>
                      <a:pt x="74269" y="181428"/>
                      <a:pt x="74269" y="182744"/>
                    </a:cubicBezTo>
                    <a:cubicBezTo>
                      <a:pt x="74269" y="182744"/>
                      <a:pt x="74269" y="184059"/>
                      <a:pt x="74269" y="185374"/>
                    </a:cubicBezTo>
                    <a:cubicBezTo>
                      <a:pt x="74269" y="186690"/>
                      <a:pt x="74269" y="188005"/>
                      <a:pt x="74269" y="189320"/>
                    </a:cubicBezTo>
                    <a:cubicBezTo>
                      <a:pt x="74269" y="190636"/>
                      <a:pt x="72949" y="191951"/>
                      <a:pt x="71629" y="194582"/>
                    </a:cubicBezTo>
                    <a:cubicBezTo>
                      <a:pt x="71629" y="194582"/>
                      <a:pt x="71629" y="195897"/>
                      <a:pt x="71629" y="195897"/>
                    </a:cubicBezTo>
                    <a:cubicBezTo>
                      <a:pt x="68988" y="205105"/>
                      <a:pt x="65027" y="211682"/>
                      <a:pt x="63706" y="219574"/>
                    </a:cubicBezTo>
                    <a:cubicBezTo>
                      <a:pt x="62386" y="224835"/>
                      <a:pt x="66347" y="230097"/>
                      <a:pt x="66347" y="236673"/>
                    </a:cubicBezTo>
                    <a:cubicBezTo>
                      <a:pt x="66347" y="236673"/>
                      <a:pt x="66347" y="237989"/>
                      <a:pt x="66347" y="239304"/>
                    </a:cubicBezTo>
                    <a:cubicBezTo>
                      <a:pt x="66347" y="240619"/>
                      <a:pt x="66347" y="243250"/>
                      <a:pt x="65027" y="245881"/>
                    </a:cubicBezTo>
                    <a:cubicBezTo>
                      <a:pt x="63706" y="244565"/>
                      <a:pt x="63706" y="244565"/>
                      <a:pt x="62386" y="244565"/>
                    </a:cubicBezTo>
                    <a:cubicBezTo>
                      <a:pt x="63706" y="247196"/>
                      <a:pt x="66347" y="249827"/>
                      <a:pt x="65027" y="253773"/>
                    </a:cubicBezTo>
                    <a:cubicBezTo>
                      <a:pt x="65027" y="255088"/>
                      <a:pt x="63706" y="255088"/>
                      <a:pt x="62386" y="255088"/>
                    </a:cubicBezTo>
                    <a:cubicBezTo>
                      <a:pt x="63706" y="256404"/>
                      <a:pt x="63706" y="256404"/>
                      <a:pt x="63706" y="257719"/>
                    </a:cubicBezTo>
                    <a:cubicBezTo>
                      <a:pt x="63706" y="259034"/>
                      <a:pt x="65027" y="259034"/>
                      <a:pt x="66347" y="260350"/>
                    </a:cubicBezTo>
                    <a:cubicBezTo>
                      <a:pt x="66347" y="260350"/>
                      <a:pt x="66347" y="261665"/>
                      <a:pt x="66347" y="261665"/>
                    </a:cubicBezTo>
                    <a:cubicBezTo>
                      <a:pt x="66347" y="261665"/>
                      <a:pt x="66347" y="261665"/>
                      <a:pt x="67668" y="261665"/>
                    </a:cubicBezTo>
                    <a:cubicBezTo>
                      <a:pt x="72949" y="268242"/>
                      <a:pt x="79551" y="274819"/>
                      <a:pt x="87473" y="280080"/>
                    </a:cubicBezTo>
                    <a:cubicBezTo>
                      <a:pt x="87473" y="280080"/>
                      <a:pt x="88794" y="280080"/>
                      <a:pt x="88794" y="280080"/>
                    </a:cubicBezTo>
                    <a:cubicBezTo>
                      <a:pt x="88794" y="280080"/>
                      <a:pt x="88794" y="280080"/>
                      <a:pt x="88794" y="281395"/>
                    </a:cubicBezTo>
                    <a:cubicBezTo>
                      <a:pt x="88794" y="281395"/>
                      <a:pt x="90114" y="281395"/>
                      <a:pt x="90114" y="281395"/>
                    </a:cubicBezTo>
                    <a:cubicBezTo>
                      <a:pt x="112560" y="297180"/>
                      <a:pt x="140288" y="306387"/>
                      <a:pt x="169336" y="306387"/>
                    </a:cubicBezTo>
                    <a:cubicBezTo>
                      <a:pt x="245919" y="306387"/>
                      <a:pt x="307976" y="244565"/>
                      <a:pt x="307976" y="168275"/>
                    </a:cubicBezTo>
                    <a:lnTo>
                      <a:pt x="306128" y="156215"/>
                    </a:lnTo>
                    <a:lnTo>
                      <a:pt x="306388" y="154573"/>
                    </a:lnTo>
                    <a:lnTo>
                      <a:pt x="306388" y="151899"/>
                    </a:lnTo>
                    <a:lnTo>
                      <a:pt x="305656" y="153133"/>
                    </a:lnTo>
                    <a:lnTo>
                      <a:pt x="301374" y="125197"/>
                    </a:lnTo>
                    <a:cubicBezTo>
                      <a:pt x="297083" y="111715"/>
                      <a:pt x="290811" y="99219"/>
                      <a:pt x="282889" y="88038"/>
                    </a:cubicBezTo>
                    <a:cubicBezTo>
                      <a:pt x="284209" y="94615"/>
                      <a:pt x="284209" y="102507"/>
                      <a:pt x="282889" y="109084"/>
                    </a:cubicBezTo>
                    <a:cubicBezTo>
                      <a:pt x="281569" y="110399"/>
                      <a:pt x="281569" y="111714"/>
                      <a:pt x="281569" y="113030"/>
                    </a:cubicBezTo>
                    <a:cubicBezTo>
                      <a:pt x="280248" y="113030"/>
                      <a:pt x="280248" y="114345"/>
                      <a:pt x="278928" y="115660"/>
                    </a:cubicBezTo>
                    <a:cubicBezTo>
                      <a:pt x="278928" y="114345"/>
                      <a:pt x="278928" y="113030"/>
                      <a:pt x="278928" y="113030"/>
                    </a:cubicBezTo>
                    <a:cubicBezTo>
                      <a:pt x="278928" y="111714"/>
                      <a:pt x="278928" y="110399"/>
                      <a:pt x="277608" y="109084"/>
                    </a:cubicBezTo>
                    <a:cubicBezTo>
                      <a:pt x="277608" y="107768"/>
                      <a:pt x="276287" y="106453"/>
                      <a:pt x="274967" y="106453"/>
                    </a:cubicBezTo>
                    <a:cubicBezTo>
                      <a:pt x="267045" y="107768"/>
                      <a:pt x="260443" y="105138"/>
                      <a:pt x="253841" y="101192"/>
                    </a:cubicBezTo>
                    <a:cubicBezTo>
                      <a:pt x="252520" y="101192"/>
                      <a:pt x="251200" y="101192"/>
                      <a:pt x="249880" y="99876"/>
                    </a:cubicBezTo>
                    <a:cubicBezTo>
                      <a:pt x="245919" y="98561"/>
                      <a:pt x="243278" y="97245"/>
                      <a:pt x="240637" y="97245"/>
                    </a:cubicBezTo>
                    <a:cubicBezTo>
                      <a:pt x="243278" y="99876"/>
                      <a:pt x="244598" y="102507"/>
                      <a:pt x="245919" y="106453"/>
                    </a:cubicBezTo>
                    <a:cubicBezTo>
                      <a:pt x="245919" y="105138"/>
                      <a:pt x="247239" y="105138"/>
                      <a:pt x="247239" y="103822"/>
                    </a:cubicBezTo>
                    <a:cubicBezTo>
                      <a:pt x="247239" y="105138"/>
                      <a:pt x="248559" y="105138"/>
                      <a:pt x="248559" y="106453"/>
                    </a:cubicBezTo>
                    <a:cubicBezTo>
                      <a:pt x="249880" y="110399"/>
                      <a:pt x="256482" y="110399"/>
                      <a:pt x="256482" y="105138"/>
                    </a:cubicBezTo>
                    <a:cubicBezTo>
                      <a:pt x="263083" y="110399"/>
                      <a:pt x="269685" y="115660"/>
                      <a:pt x="268365" y="124868"/>
                    </a:cubicBezTo>
                    <a:cubicBezTo>
                      <a:pt x="267045" y="128814"/>
                      <a:pt x="263083" y="131445"/>
                      <a:pt x="259122" y="132760"/>
                    </a:cubicBezTo>
                    <a:cubicBezTo>
                      <a:pt x="251200" y="135391"/>
                      <a:pt x="237996" y="140652"/>
                      <a:pt x="236676" y="128814"/>
                    </a:cubicBezTo>
                    <a:cubicBezTo>
                      <a:pt x="236676" y="128814"/>
                      <a:pt x="235356" y="127499"/>
                      <a:pt x="235356" y="126183"/>
                    </a:cubicBezTo>
                    <a:cubicBezTo>
                      <a:pt x="234035" y="124868"/>
                      <a:pt x="234035" y="124868"/>
                      <a:pt x="234035" y="123553"/>
                    </a:cubicBezTo>
                    <a:cubicBezTo>
                      <a:pt x="230074" y="119607"/>
                      <a:pt x="226113" y="115660"/>
                      <a:pt x="223472" y="110399"/>
                    </a:cubicBezTo>
                    <a:cubicBezTo>
                      <a:pt x="222152" y="109084"/>
                      <a:pt x="220831" y="109084"/>
                      <a:pt x="220831" y="107768"/>
                    </a:cubicBezTo>
                    <a:cubicBezTo>
                      <a:pt x="219511" y="106453"/>
                      <a:pt x="219511" y="106453"/>
                      <a:pt x="218191" y="105138"/>
                    </a:cubicBezTo>
                    <a:cubicBezTo>
                      <a:pt x="218191" y="103822"/>
                      <a:pt x="216870" y="103822"/>
                      <a:pt x="215550" y="102507"/>
                    </a:cubicBezTo>
                    <a:cubicBezTo>
                      <a:pt x="212909" y="103822"/>
                      <a:pt x="214230" y="97245"/>
                      <a:pt x="210268" y="98561"/>
                    </a:cubicBezTo>
                    <a:cubicBezTo>
                      <a:pt x="208948" y="99876"/>
                      <a:pt x="208948" y="99876"/>
                      <a:pt x="210268" y="99876"/>
                    </a:cubicBezTo>
                    <a:cubicBezTo>
                      <a:pt x="211589" y="102507"/>
                      <a:pt x="211589" y="102507"/>
                      <a:pt x="212909" y="103822"/>
                    </a:cubicBezTo>
                    <a:cubicBezTo>
                      <a:pt x="214230" y="105138"/>
                      <a:pt x="214230" y="105138"/>
                      <a:pt x="215550" y="106453"/>
                    </a:cubicBezTo>
                    <a:cubicBezTo>
                      <a:pt x="215550" y="107768"/>
                      <a:pt x="216870" y="107768"/>
                      <a:pt x="216870" y="109084"/>
                    </a:cubicBezTo>
                    <a:cubicBezTo>
                      <a:pt x="219511" y="113030"/>
                      <a:pt x="223472" y="116976"/>
                      <a:pt x="224793" y="122237"/>
                    </a:cubicBezTo>
                    <a:cubicBezTo>
                      <a:pt x="227433" y="124868"/>
                      <a:pt x="230074" y="128814"/>
                      <a:pt x="231394" y="131445"/>
                    </a:cubicBezTo>
                    <a:cubicBezTo>
                      <a:pt x="232715" y="132760"/>
                      <a:pt x="234035" y="134075"/>
                      <a:pt x="234035" y="134075"/>
                    </a:cubicBezTo>
                    <a:cubicBezTo>
                      <a:pt x="235356" y="135391"/>
                      <a:pt x="236676" y="138022"/>
                      <a:pt x="236676" y="138022"/>
                    </a:cubicBezTo>
                    <a:cubicBezTo>
                      <a:pt x="237996" y="139337"/>
                      <a:pt x="237996" y="139337"/>
                      <a:pt x="240637" y="140652"/>
                    </a:cubicBezTo>
                    <a:cubicBezTo>
                      <a:pt x="241957" y="141968"/>
                      <a:pt x="244598" y="143283"/>
                      <a:pt x="244598" y="143283"/>
                    </a:cubicBezTo>
                    <a:cubicBezTo>
                      <a:pt x="244598" y="143283"/>
                      <a:pt x="245919" y="143283"/>
                      <a:pt x="245919" y="143283"/>
                    </a:cubicBezTo>
                    <a:cubicBezTo>
                      <a:pt x="247239" y="143283"/>
                      <a:pt x="247239" y="143283"/>
                      <a:pt x="248559" y="143283"/>
                    </a:cubicBezTo>
                    <a:cubicBezTo>
                      <a:pt x="252520" y="143283"/>
                      <a:pt x="256482" y="143283"/>
                      <a:pt x="260443" y="140652"/>
                    </a:cubicBezTo>
                    <a:cubicBezTo>
                      <a:pt x="260443" y="143283"/>
                      <a:pt x="260443" y="145914"/>
                      <a:pt x="259122" y="147229"/>
                    </a:cubicBezTo>
                    <a:cubicBezTo>
                      <a:pt x="259122" y="148544"/>
                      <a:pt x="259122" y="149860"/>
                      <a:pt x="257802" y="151175"/>
                    </a:cubicBezTo>
                    <a:cubicBezTo>
                      <a:pt x="257802" y="153806"/>
                      <a:pt x="256482" y="156437"/>
                      <a:pt x="255161" y="159067"/>
                    </a:cubicBezTo>
                    <a:cubicBezTo>
                      <a:pt x="255161" y="160383"/>
                      <a:pt x="253841" y="160383"/>
                      <a:pt x="253841" y="161698"/>
                    </a:cubicBezTo>
                    <a:cubicBezTo>
                      <a:pt x="240637" y="168275"/>
                      <a:pt x="228754" y="176167"/>
                      <a:pt x="232715" y="190636"/>
                    </a:cubicBezTo>
                    <a:cubicBezTo>
                      <a:pt x="232715" y="190636"/>
                      <a:pt x="234035" y="191951"/>
                      <a:pt x="234035" y="191951"/>
                    </a:cubicBezTo>
                    <a:cubicBezTo>
                      <a:pt x="234035" y="199843"/>
                      <a:pt x="232715" y="206420"/>
                      <a:pt x="228754" y="212997"/>
                    </a:cubicBezTo>
                    <a:cubicBezTo>
                      <a:pt x="228754" y="214312"/>
                      <a:pt x="227433" y="215628"/>
                      <a:pt x="227433" y="215628"/>
                    </a:cubicBezTo>
                    <a:cubicBezTo>
                      <a:pt x="222152" y="222204"/>
                      <a:pt x="219511" y="228781"/>
                      <a:pt x="218191" y="235358"/>
                    </a:cubicBezTo>
                    <a:cubicBezTo>
                      <a:pt x="218191" y="236673"/>
                      <a:pt x="214230" y="236673"/>
                      <a:pt x="212909" y="239304"/>
                    </a:cubicBezTo>
                    <a:cubicBezTo>
                      <a:pt x="212909" y="239304"/>
                      <a:pt x="212909" y="240619"/>
                      <a:pt x="211589" y="241935"/>
                    </a:cubicBezTo>
                    <a:cubicBezTo>
                      <a:pt x="211589" y="243250"/>
                      <a:pt x="210268" y="245881"/>
                      <a:pt x="210268" y="245881"/>
                    </a:cubicBezTo>
                    <a:cubicBezTo>
                      <a:pt x="208948" y="247196"/>
                      <a:pt x="207628" y="248512"/>
                      <a:pt x="207628" y="248512"/>
                    </a:cubicBezTo>
                    <a:cubicBezTo>
                      <a:pt x="206307" y="249827"/>
                      <a:pt x="204987" y="251142"/>
                      <a:pt x="203667" y="253773"/>
                    </a:cubicBezTo>
                    <a:cubicBezTo>
                      <a:pt x="199705" y="255088"/>
                      <a:pt x="195744" y="256404"/>
                      <a:pt x="191783" y="259034"/>
                    </a:cubicBezTo>
                    <a:cubicBezTo>
                      <a:pt x="189142" y="259034"/>
                      <a:pt x="185181" y="259034"/>
                      <a:pt x="185181" y="259034"/>
                    </a:cubicBezTo>
                    <a:cubicBezTo>
                      <a:pt x="185181" y="260350"/>
                      <a:pt x="185181" y="260350"/>
                      <a:pt x="183861" y="260350"/>
                    </a:cubicBezTo>
                    <a:cubicBezTo>
                      <a:pt x="183861" y="260350"/>
                      <a:pt x="183861" y="260350"/>
                      <a:pt x="183861" y="261665"/>
                    </a:cubicBezTo>
                    <a:cubicBezTo>
                      <a:pt x="182540" y="261665"/>
                      <a:pt x="182540" y="261665"/>
                      <a:pt x="181220" y="261665"/>
                    </a:cubicBezTo>
                    <a:cubicBezTo>
                      <a:pt x="179899" y="261665"/>
                      <a:pt x="178579" y="260350"/>
                      <a:pt x="178579" y="260350"/>
                    </a:cubicBezTo>
                    <a:cubicBezTo>
                      <a:pt x="178579" y="260350"/>
                      <a:pt x="177259" y="260350"/>
                      <a:pt x="177259" y="259034"/>
                    </a:cubicBezTo>
                    <a:cubicBezTo>
                      <a:pt x="177259" y="259034"/>
                      <a:pt x="175938" y="257719"/>
                      <a:pt x="175938" y="257719"/>
                    </a:cubicBezTo>
                    <a:cubicBezTo>
                      <a:pt x="175938" y="257719"/>
                      <a:pt x="175938" y="256404"/>
                      <a:pt x="175938" y="256404"/>
                    </a:cubicBezTo>
                    <a:cubicBezTo>
                      <a:pt x="175938" y="256404"/>
                      <a:pt x="175938" y="256404"/>
                      <a:pt x="175938" y="255088"/>
                    </a:cubicBezTo>
                    <a:cubicBezTo>
                      <a:pt x="175938" y="255088"/>
                      <a:pt x="175938" y="255088"/>
                      <a:pt x="175938" y="253773"/>
                    </a:cubicBezTo>
                    <a:cubicBezTo>
                      <a:pt x="175938" y="252458"/>
                      <a:pt x="175938" y="251142"/>
                      <a:pt x="174618" y="251142"/>
                    </a:cubicBezTo>
                    <a:cubicBezTo>
                      <a:pt x="174618" y="249827"/>
                      <a:pt x="173298" y="248512"/>
                      <a:pt x="173298" y="248512"/>
                    </a:cubicBezTo>
                    <a:cubicBezTo>
                      <a:pt x="171977" y="247196"/>
                      <a:pt x="171977" y="245881"/>
                      <a:pt x="171977" y="245881"/>
                    </a:cubicBezTo>
                    <a:cubicBezTo>
                      <a:pt x="171977" y="245881"/>
                      <a:pt x="171977" y="245881"/>
                      <a:pt x="170657" y="245881"/>
                    </a:cubicBezTo>
                    <a:cubicBezTo>
                      <a:pt x="170657" y="245881"/>
                      <a:pt x="170657" y="244565"/>
                      <a:pt x="170657" y="244565"/>
                    </a:cubicBezTo>
                    <a:cubicBezTo>
                      <a:pt x="170657" y="244565"/>
                      <a:pt x="169336" y="243250"/>
                      <a:pt x="169336" y="243250"/>
                    </a:cubicBezTo>
                    <a:cubicBezTo>
                      <a:pt x="169336" y="243250"/>
                      <a:pt x="169336" y="243250"/>
                      <a:pt x="169336" y="241935"/>
                    </a:cubicBezTo>
                    <a:cubicBezTo>
                      <a:pt x="168016" y="234043"/>
                      <a:pt x="162735" y="226150"/>
                      <a:pt x="160094" y="219574"/>
                    </a:cubicBezTo>
                    <a:cubicBezTo>
                      <a:pt x="158773" y="214312"/>
                      <a:pt x="161414" y="209051"/>
                      <a:pt x="164055" y="205105"/>
                    </a:cubicBezTo>
                    <a:cubicBezTo>
                      <a:pt x="165375" y="203789"/>
                      <a:pt x="165375" y="203789"/>
                      <a:pt x="165375" y="202474"/>
                    </a:cubicBezTo>
                    <a:cubicBezTo>
                      <a:pt x="165375" y="201159"/>
                      <a:pt x="165375" y="199843"/>
                      <a:pt x="165375" y="198528"/>
                    </a:cubicBezTo>
                    <a:cubicBezTo>
                      <a:pt x="164055" y="198528"/>
                      <a:pt x="164055" y="195897"/>
                      <a:pt x="164055" y="194582"/>
                    </a:cubicBezTo>
                    <a:cubicBezTo>
                      <a:pt x="162735" y="191951"/>
                      <a:pt x="161414" y="188005"/>
                      <a:pt x="160094" y="185374"/>
                    </a:cubicBezTo>
                    <a:cubicBezTo>
                      <a:pt x="160094" y="185374"/>
                      <a:pt x="158773" y="184059"/>
                      <a:pt x="157453" y="182744"/>
                    </a:cubicBezTo>
                    <a:cubicBezTo>
                      <a:pt x="157453" y="181428"/>
                      <a:pt x="156133" y="181428"/>
                      <a:pt x="156133" y="180113"/>
                    </a:cubicBezTo>
                    <a:cubicBezTo>
                      <a:pt x="150851" y="176167"/>
                      <a:pt x="154812" y="169590"/>
                      <a:pt x="152172" y="164329"/>
                    </a:cubicBezTo>
                    <a:cubicBezTo>
                      <a:pt x="150851" y="161698"/>
                      <a:pt x="149531" y="160383"/>
                      <a:pt x="148210" y="160383"/>
                    </a:cubicBezTo>
                    <a:cubicBezTo>
                      <a:pt x="145570" y="160383"/>
                      <a:pt x="144249" y="160383"/>
                      <a:pt x="144249" y="160383"/>
                    </a:cubicBezTo>
                    <a:cubicBezTo>
                      <a:pt x="142929" y="160383"/>
                      <a:pt x="142929" y="159067"/>
                      <a:pt x="142929" y="159067"/>
                    </a:cubicBezTo>
                    <a:cubicBezTo>
                      <a:pt x="142929" y="159067"/>
                      <a:pt x="142929" y="157752"/>
                      <a:pt x="141609" y="157752"/>
                    </a:cubicBezTo>
                    <a:cubicBezTo>
                      <a:pt x="141609" y="157752"/>
                      <a:pt x="141609" y="156437"/>
                      <a:pt x="141609" y="156437"/>
                    </a:cubicBezTo>
                    <a:cubicBezTo>
                      <a:pt x="141609" y="156437"/>
                      <a:pt x="138968" y="156437"/>
                      <a:pt x="136327" y="155121"/>
                    </a:cubicBezTo>
                    <a:cubicBezTo>
                      <a:pt x="136327" y="156437"/>
                      <a:pt x="135007" y="156437"/>
                      <a:pt x="133686" y="156437"/>
                    </a:cubicBezTo>
                    <a:cubicBezTo>
                      <a:pt x="132366" y="156437"/>
                      <a:pt x="132366" y="156437"/>
                      <a:pt x="131046" y="156437"/>
                    </a:cubicBezTo>
                    <a:cubicBezTo>
                      <a:pt x="117842" y="163013"/>
                      <a:pt x="98036" y="164329"/>
                      <a:pt x="92755" y="145914"/>
                    </a:cubicBezTo>
                    <a:cubicBezTo>
                      <a:pt x="92755" y="145914"/>
                      <a:pt x="91434" y="144598"/>
                      <a:pt x="91434" y="143283"/>
                    </a:cubicBezTo>
                    <a:cubicBezTo>
                      <a:pt x="90114" y="141968"/>
                      <a:pt x="90114" y="140652"/>
                      <a:pt x="88794" y="140652"/>
                    </a:cubicBezTo>
                    <a:cubicBezTo>
                      <a:pt x="88794" y="140652"/>
                      <a:pt x="88794" y="140652"/>
                      <a:pt x="88794" y="139337"/>
                    </a:cubicBezTo>
                    <a:cubicBezTo>
                      <a:pt x="87473" y="139337"/>
                      <a:pt x="87473" y="139337"/>
                      <a:pt x="87473" y="139337"/>
                    </a:cubicBezTo>
                    <a:cubicBezTo>
                      <a:pt x="87473" y="138022"/>
                      <a:pt x="87473" y="138022"/>
                      <a:pt x="88794" y="136706"/>
                    </a:cubicBezTo>
                    <a:cubicBezTo>
                      <a:pt x="88794" y="136706"/>
                      <a:pt x="88794" y="135391"/>
                      <a:pt x="88794" y="134075"/>
                    </a:cubicBezTo>
                    <a:cubicBezTo>
                      <a:pt x="88794" y="134075"/>
                      <a:pt x="88794" y="132760"/>
                      <a:pt x="88794" y="132760"/>
                    </a:cubicBezTo>
                    <a:cubicBezTo>
                      <a:pt x="88794" y="132760"/>
                      <a:pt x="88794" y="131445"/>
                      <a:pt x="88794" y="131445"/>
                    </a:cubicBezTo>
                    <a:cubicBezTo>
                      <a:pt x="91434" y="120922"/>
                      <a:pt x="94075" y="110399"/>
                      <a:pt x="101997" y="103822"/>
                    </a:cubicBezTo>
                    <a:cubicBezTo>
                      <a:pt x="103318" y="102507"/>
                      <a:pt x="104638" y="102507"/>
                      <a:pt x="105958" y="101192"/>
                    </a:cubicBezTo>
                    <a:cubicBezTo>
                      <a:pt x="108599" y="99876"/>
                      <a:pt x="111240" y="98561"/>
                      <a:pt x="113881" y="95930"/>
                    </a:cubicBezTo>
                    <a:cubicBezTo>
                      <a:pt x="115201" y="94615"/>
                      <a:pt x="115201" y="94615"/>
                      <a:pt x="115201" y="93299"/>
                    </a:cubicBezTo>
                    <a:cubicBezTo>
                      <a:pt x="117842" y="89353"/>
                      <a:pt x="120483" y="84092"/>
                      <a:pt x="125764" y="84092"/>
                    </a:cubicBezTo>
                    <a:cubicBezTo>
                      <a:pt x="132366" y="84092"/>
                      <a:pt x="137647" y="84092"/>
                      <a:pt x="144249" y="81461"/>
                    </a:cubicBezTo>
                    <a:cubicBezTo>
                      <a:pt x="145570" y="81461"/>
                      <a:pt x="146890" y="81461"/>
                      <a:pt x="148210" y="81461"/>
                    </a:cubicBezTo>
                    <a:cubicBezTo>
                      <a:pt x="152172" y="80146"/>
                      <a:pt x="157453" y="81461"/>
                      <a:pt x="161414" y="82777"/>
                    </a:cubicBezTo>
                    <a:cubicBezTo>
                      <a:pt x="158773" y="88038"/>
                      <a:pt x="164055" y="91984"/>
                      <a:pt x="168016" y="91984"/>
                    </a:cubicBezTo>
                    <a:cubicBezTo>
                      <a:pt x="169336" y="91984"/>
                      <a:pt x="170657" y="91984"/>
                      <a:pt x="170657" y="91984"/>
                    </a:cubicBezTo>
                    <a:cubicBezTo>
                      <a:pt x="171977" y="93299"/>
                      <a:pt x="173298" y="93299"/>
                      <a:pt x="174618" y="93299"/>
                    </a:cubicBezTo>
                    <a:cubicBezTo>
                      <a:pt x="174618" y="93299"/>
                      <a:pt x="175938" y="94615"/>
                      <a:pt x="175938" y="94615"/>
                    </a:cubicBezTo>
                    <a:cubicBezTo>
                      <a:pt x="177259" y="95930"/>
                      <a:pt x="178579" y="95930"/>
                      <a:pt x="179899" y="95930"/>
                    </a:cubicBezTo>
                    <a:cubicBezTo>
                      <a:pt x="179899" y="94615"/>
                      <a:pt x="179899" y="94615"/>
                      <a:pt x="179899" y="94615"/>
                    </a:cubicBezTo>
                    <a:cubicBezTo>
                      <a:pt x="179899" y="93299"/>
                      <a:pt x="179899" y="93299"/>
                      <a:pt x="179899" y="91984"/>
                    </a:cubicBezTo>
                    <a:cubicBezTo>
                      <a:pt x="181220" y="91984"/>
                      <a:pt x="181220" y="90669"/>
                      <a:pt x="181220" y="90669"/>
                    </a:cubicBezTo>
                    <a:cubicBezTo>
                      <a:pt x="182540" y="90669"/>
                      <a:pt x="183861" y="90669"/>
                      <a:pt x="183861" y="90669"/>
                    </a:cubicBezTo>
                    <a:cubicBezTo>
                      <a:pt x="185181" y="90669"/>
                      <a:pt x="186501" y="90669"/>
                      <a:pt x="186501" y="90669"/>
                    </a:cubicBezTo>
                    <a:cubicBezTo>
                      <a:pt x="190463" y="91984"/>
                      <a:pt x="194424" y="93299"/>
                      <a:pt x="198385" y="94615"/>
                    </a:cubicBezTo>
                    <a:cubicBezTo>
                      <a:pt x="206307" y="95930"/>
                      <a:pt x="218191" y="89353"/>
                      <a:pt x="211589" y="84092"/>
                    </a:cubicBezTo>
                    <a:cubicBezTo>
                      <a:pt x="206307" y="80146"/>
                      <a:pt x="193104" y="85407"/>
                      <a:pt x="189142" y="74884"/>
                    </a:cubicBezTo>
                    <a:cubicBezTo>
                      <a:pt x="189142" y="74884"/>
                      <a:pt x="187822" y="73569"/>
                      <a:pt x="187822" y="76200"/>
                    </a:cubicBezTo>
                    <a:cubicBezTo>
                      <a:pt x="186501" y="77515"/>
                      <a:pt x="187822" y="77515"/>
                      <a:pt x="187822" y="78830"/>
                    </a:cubicBezTo>
                    <a:cubicBezTo>
                      <a:pt x="189142" y="80146"/>
                      <a:pt x="189142" y="80146"/>
                      <a:pt x="186501" y="82777"/>
                    </a:cubicBezTo>
                    <a:cubicBezTo>
                      <a:pt x="185181" y="82777"/>
                      <a:pt x="183861" y="82777"/>
                      <a:pt x="183861" y="81461"/>
                    </a:cubicBezTo>
                    <a:cubicBezTo>
                      <a:pt x="178579" y="73569"/>
                      <a:pt x="171977" y="70938"/>
                      <a:pt x="165375" y="65677"/>
                    </a:cubicBezTo>
                    <a:cubicBezTo>
                      <a:pt x="165375" y="72254"/>
                      <a:pt x="175938" y="76200"/>
                      <a:pt x="178579" y="81461"/>
                    </a:cubicBezTo>
                    <a:cubicBezTo>
                      <a:pt x="175938" y="78830"/>
                      <a:pt x="173298" y="81461"/>
                      <a:pt x="173298" y="82777"/>
                    </a:cubicBezTo>
                    <a:cubicBezTo>
                      <a:pt x="170657" y="77515"/>
                      <a:pt x="164055" y="72254"/>
                      <a:pt x="158773" y="68308"/>
                    </a:cubicBezTo>
                    <a:cubicBezTo>
                      <a:pt x="157453" y="68308"/>
                      <a:pt x="157453" y="68308"/>
                      <a:pt x="156133" y="68308"/>
                    </a:cubicBezTo>
                    <a:cubicBezTo>
                      <a:pt x="154812" y="68308"/>
                      <a:pt x="153492" y="68308"/>
                      <a:pt x="152172" y="69623"/>
                    </a:cubicBezTo>
                    <a:cubicBezTo>
                      <a:pt x="150851" y="69623"/>
                      <a:pt x="149531" y="69623"/>
                      <a:pt x="148210" y="70938"/>
                    </a:cubicBezTo>
                    <a:cubicBezTo>
                      <a:pt x="146890" y="72254"/>
                      <a:pt x="146890" y="72254"/>
                      <a:pt x="145570" y="73569"/>
                    </a:cubicBezTo>
                    <a:cubicBezTo>
                      <a:pt x="144249" y="73569"/>
                      <a:pt x="144249" y="74884"/>
                      <a:pt x="142929" y="74884"/>
                    </a:cubicBezTo>
                    <a:cubicBezTo>
                      <a:pt x="140288" y="76200"/>
                      <a:pt x="138968" y="78830"/>
                      <a:pt x="137647" y="78830"/>
                    </a:cubicBezTo>
                    <a:cubicBezTo>
                      <a:pt x="131046" y="82777"/>
                      <a:pt x="124444" y="82777"/>
                      <a:pt x="119162" y="78830"/>
                    </a:cubicBezTo>
                    <a:cubicBezTo>
                      <a:pt x="117842" y="77515"/>
                      <a:pt x="119162" y="74884"/>
                      <a:pt x="119162" y="73569"/>
                    </a:cubicBezTo>
                    <a:cubicBezTo>
                      <a:pt x="120483" y="63046"/>
                      <a:pt x="131046" y="65677"/>
                      <a:pt x="138968" y="66992"/>
                    </a:cubicBezTo>
                    <a:cubicBezTo>
                      <a:pt x="141609" y="68308"/>
                      <a:pt x="141609" y="63046"/>
                      <a:pt x="138968" y="60415"/>
                    </a:cubicBezTo>
                    <a:cubicBezTo>
                      <a:pt x="140288" y="60415"/>
                      <a:pt x="141609" y="60415"/>
                      <a:pt x="142929" y="60415"/>
                    </a:cubicBezTo>
                    <a:cubicBezTo>
                      <a:pt x="148210" y="57785"/>
                      <a:pt x="153492" y="55154"/>
                      <a:pt x="158773" y="52523"/>
                    </a:cubicBezTo>
                    <a:cubicBezTo>
                      <a:pt x="158773" y="52523"/>
                      <a:pt x="160094" y="52523"/>
                      <a:pt x="161414" y="52523"/>
                    </a:cubicBezTo>
                    <a:cubicBezTo>
                      <a:pt x="161414" y="51208"/>
                      <a:pt x="161414" y="47262"/>
                      <a:pt x="164055" y="47262"/>
                    </a:cubicBezTo>
                    <a:cubicBezTo>
                      <a:pt x="164055" y="47262"/>
                      <a:pt x="164055" y="47262"/>
                      <a:pt x="164055" y="49893"/>
                    </a:cubicBezTo>
                    <a:cubicBezTo>
                      <a:pt x="165375" y="49893"/>
                      <a:pt x="165375" y="49893"/>
                      <a:pt x="165375" y="51208"/>
                    </a:cubicBezTo>
                    <a:cubicBezTo>
                      <a:pt x="165375" y="52523"/>
                      <a:pt x="164055" y="51208"/>
                      <a:pt x="164055" y="51208"/>
                    </a:cubicBezTo>
                    <a:cubicBezTo>
                      <a:pt x="168016" y="53839"/>
                      <a:pt x="175938" y="52523"/>
                      <a:pt x="177259" y="45947"/>
                    </a:cubicBezTo>
                    <a:cubicBezTo>
                      <a:pt x="177259" y="45947"/>
                      <a:pt x="178579" y="45947"/>
                      <a:pt x="178579" y="47262"/>
                    </a:cubicBezTo>
                    <a:cubicBezTo>
                      <a:pt x="178579" y="45947"/>
                      <a:pt x="178579" y="43316"/>
                      <a:pt x="179899" y="43316"/>
                    </a:cubicBezTo>
                    <a:cubicBezTo>
                      <a:pt x="181220" y="43316"/>
                      <a:pt x="182540" y="43316"/>
                      <a:pt x="183861" y="42000"/>
                    </a:cubicBezTo>
                    <a:cubicBezTo>
                      <a:pt x="183861" y="42000"/>
                      <a:pt x="185181" y="42000"/>
                      <a:pt x="185181" y="40685"/>
                    </a:cubicBezTo>
                    <a:cubicBezTo>
                      <a:pt x="183861" y="40685"/>
                      <a:pt x="182540" y="42000"/>
                      <a:pt x="181220" y="42000"/>
                    </a:cubicBezTo>
                    <a:cubicBezTo>
                      <a:pt x="179899" y="43316"/>
                      <a:pt x="178579" y="43316"/>
                      <a:pt x="177259" y="43316"/>
                    </a:cubicBezTo>
                    <a:cubicBezTo>
                      <a:pt x="175938" y="42000"/>
                      <a:pt x="175938" y="39370"/>
                      <a:pt x="178579" y="39370"/>
                    </a:cubicBezTo>
                    <a:cubicBezTo>
                      <a:pt x="177259" y="39370"/>
                      <a:pt x="175938" y="39370"/>
                      <a:pt x="174618" y="40685"/>
                    </a:cubicBezTo>
                    <a:cubicBezTo>
                      <a:pt x="173298" y="42000"/>
                      <a:pt x="173298" y="43316"/>
                      <a:pt x="171977" y="43316"/>
                    </a:cubicBezTo>
                    <a:cubicBezTo>
                      <a:pt x="174618" y="45947"/>
                      <a:pt x="171977" y="51208"/>
                      <a:pt x="168016" y="51208"/>
                    </a:cubicBezTo>
                    <a:cubicBezTo>
                      <a:pt x="166696" y="49893"/>
                      <a:pt x="166696" y="49893"/>
                      <a:pt x="165375" y="48577"/>
                    </a:cubicBezTo>
                    <a:cubicBezTo>
                      <a:pt x="165375" y="48577"/>
                      <a:pt x="164055" y="47262"/>
                      <a:pt x="164055" y="47262"/>
                    </a:cubicBezTo>
                    <a:cubicBezTo>
                      <a:pt x="162735" y="47262"/>
                      <a:pt x="161414" y="45947"/>
                      <a:pt x="160094" y="45947"/>
                    </a:cubicBezTo>
                    <a:cubicBezTo>
                      <a:pt x="158773" y="44631"/>
                      <a:pt x="162735" y="42000"/>
                      <a:pt x="165375" y="40685"/>
                    </a:cubicBezTo>
                    <a:cubicBezTo>
                      <a:pt x="166696" y="40685"/>
                      <a:pt x="166696" y="39370"/>
                      <a:pt x="168016" y="39370"/>
                    </a:cubicBezTo>
                    <a:cubicBezTo>
                      <a:pt x="169336" y="39370"/>
                      <a:pt x="169336" y="38054"/>
                      <a:pt x="170657" y="38054"/>
                    </a:cubicBezTo>
                    <a:cubicBezTo>
                      <a:pt x="177259" y="36739"/>
                      <a:pt x="181220" y="35424"/>
                      <a:pt x="187822" y="35424"/>
                    </a:cubicBezTo>
                    <a:cubicBezTo>
                      <a:pt x="186501" y="36739"/>
                      <a:pt x="185181" y="35424"/>
                      <a:pt x="183861" y="36739"/>
                    </a:cubicBezTo>
                    <a:lnTo>
                      <a:pt x="187822" y="36739"/>
                    </a:lnTo>
                    <a:cubicBezTo>
                      <a:pt x="187822" y="36739"/>
                      <a:pt x="187822" y="36739"/>
                      <a:pt x="190463" y="34108"/>
                    </a:cubicBezTo>
                    <a:cubicBezTo>
                      <a:pt x="190463" y="34108"/>
                      <a:pt x="190463" y="34108"/>
                      <a:pt x="187822" y="34108"/>
                    </a:cubicBezTo>
                    <a:cubicBezTo>
                      <a:pt x="189142" y="34108"/>
                      <a:pt x="190463" y="32793"/>
                      <a:pt x="190463" y="32793"/>
                    </a:cubicBezTo>
                    <a:cubicBezTo>
                      <a:pt x="189142" y="32793"/>
                      <a:pt x="189142" y="32793"/>
                      <a:pt x="187822" y="32793"/>
                    </a:cubicBezTo>
                    <a:lnTo>
                      <a:pt x="189915" y="31750"/>
                    </a:lnTo>
                    <a:lnTo>
                      <a:pt x="190463" y="31477"/>
                    </a:lnTo>
                    <a:cubicBezTo>
                      <a:pt x="183861" y="30162"/>
                      <a:pt x="177259" y="30162"/>
                      <a:pt x="169336" y="30162"/>
                    </a:cubicBezTo>
                    <a:close/>
                    <a:moveTo>
                      <a:pt x="169069" y="0"/>
                    </a:moveTo>
                    <a:cubicBezTo>
                      <a:pt x="262443" y="0"/>
                      <a:pt x="338138" y="75339"/>
                      <a:pt x="338138" y="168275"/>
                    </a:cubicBezTo>
                    <a:cubicBezTo>
                      <a:pt x="338138" y="261211"/>
                      <a:pt x="262443" y="336550"/>
                      <a:pt x="169069" y="336550"/>
                    </a:cubicBezTo>
                    <a:cubicBezTo>
                      <a:pt x="75695" y="336550"/>
                      <a:pt x="0" y="261211"/>
                      <a:pt x="0" y="168275"/>
                    </a:cubicBezTo>
                    <a:cubicBezTo>
                      <a:pt x="0" y="75339"/>
                      <a:pt x="75695" y="0"/>
                      <a:pt x="16906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013">
                  <a:solidFill>
                    <a:schemeClr val="tx1">
                      <a:lumMod val="65000"/>
                      <a:lumOff val="35000"/>
                    </a:schemeClr>
                  </a:solidFill>
                  <a:latin typeface="+mj-ea"/>
                  <a:ea typeface="+mj-ea"/>
                </a:endParaRPr>
              </a:p>
            </p:txBody>
          </p:sp>
        </p:grpSp>
        <p:sp>
          <p:nvSpPr>
            <p:cNvPr id="119" name="矩形 118"/>
            <p:cNvSpPr/>
            <p:nvPr/>
          </p:nvSpPr>
          <p:spPr>
            <a:xfrm>
              <a:off x="8048626" y="2531349"/>
              <a:ext cx="2873210" cy="89871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050" dirty="0">
                  <a:solidFill>
                    <a:schemeClr val="tx1">
                      <a:lumMod val="65000"/>
                      <a:lumOff val="35000"/>
                    </a:schemeClr>
                  </a:solidFill>
                  <a:latin typeface="+mj-ea"/>
                  <a:ea typeface="+mj-ea"/>
                </a:rPr>
                <a:t>用户可以在投影仪或者计算机上进行演示也可以将演示文稿打印出来</a:t>
              </a:r>
            </a:p>
          </p:txBody>
        </p:sp>
      </p:grpSp>
      <p:grpSp>
        <p:nvGrpSpPr>
          <p:cNvPr id="126" name="组合 125"/>
          <p:cNvGrpSpPr/>
          <p:nvPr/>
        </p:nvGrpSpPr>
        <p:grpSpPr>
          <a:xfrm>
            <a:off x="4835881" y="3241497"/>
            <a:ext cx="3355496" cy="915223"/>
            <a:chOff x="6447842" y="3960813"/>
            <a:chExt cx="4473994" cy="1220298"/>
          </a:xfrm>
        </p:grpSpPr>
        <p:grpSp>
          <p:nvGrpSpPr>
            <p:cNvPr id="127" name="组合 126"/>
            <p:cNvGrpSpPr/>
            <p:nvPr/>
          </p:nvGrpSpPr>
          <p:grpSpPr>
            <a:xfrm>
              <a:off x="6447842" y="3960813"/>
              <a:ext cx="1543634" cy="1095559"/>
              <a:chOff x="863017" y="2149408"/>
              <a:chExt cx="1543634" cy="1095559"/>
            </a:xfrm>
          </p:grpSpPr>
          <p:cxnSp>
            <p:nvCxnSpPr>
              <p:cNvPr id="129" name="直接连接符 128"/>
              <p:cNvCxnSpPr/>
              <p:nvPr/>
            </p:nvCxnSpPr>
            <p:spPr>
              <a:xfrm>
                <a:off x="1952226" y="2697189"/>
                <a:ext cx="454425" cy="803"/>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2406651" y="2200698"/>
                <a:ext cx="0" cy="994588"/>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31" name="组合 130"/>
              <p:cNvGrpSpPr/>
              <p:nvPr/>
            </p:nvGrpSpPr>
            <p:grpSpPr>
              <a:xfrm>
                <a:off x="863017" y="2149408"/>
                <a:ext cx="1095558" cy="1095559"/>
                <a:chOff x="808238" y="1990456"/>
                <a:chExt cx="1205114" cy="1205114"/>
              </a:xfrm>
            </p:grpSpPr>
            <p:sp>
              <p:nvSpPr>
                <p:cNvPr id="133" name="椭圆 132"/>
                <p:cNvSpPr/>
                <p:nvPr/>
              </p:nvSpPr>
              <p:spPr>
                <a:xfrm rot="5400000">
                  <a:off x="808238" y="1990456"/>
                  <a:ext cx="1205114" cy="1205114"/>
                </a:xfrm>
                <a:prstGeom prst="ellipse">
                  <a:avLst/>
                </a:prstGeom>
                <a:solidFill>
                  <a:schemeClr val="bg1">
                    <a:lumMod val="75000"/>
                    <a:alpha val="40000"/>
                  </a:schemeClr>
                </a:solidFill>
                <a:ln>
                  <a:noFill/>
                </a:ln>
              </p:spPr>
              <p:txBody>
                <a:bodyPr anchor="ctr"/>
                <a:lstStyle/>
                <a:p>
                  <a:pPr algn="ctr"/>
                  <a:endParaRPr sz="1013">
                    <a:solidFill>
                      <a:schemeClr val="tx1">
                        <a:lumMod val="65000"/>
                        <a:lumOff val="35000"/>
                      </a:schemeClr>
                    </a:solidFill>
                    <a:latin typeface="+mj-ea"/>
                    <a:ea typeface="+mj-ea"/>
                  </a:endParaRPr>
                </a:p>
              </p:txBody>
            </p:sp>
            <p:sp>
              <p:nvSpPr>
                <p:cNvPr id="134" name="椭圆 133"/>
                <p:cNvSpPr/>
                <p:nvPr/>
              </p:nvSpPr>
              <p:spPr>
                <a:xfrm rot="5400000">
                  <a:off x="915793" y="2098012"/>
                  <a:ext cx="989999" cy="990000"/>
                </a:xfrm>
                <a:prstGeom prst="ellipse">
                  <a:avLst/>
                </a:prstGeom>
                <a:solidFill>
                  <a:srgbClr val="2297C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013">
                    <a:solidFill>
                      <a:schemeClr val="tx1">
                        <a:lumMod val="65000"/>
                        <a:lumOff val="35000"/>
                      </a:schemeClr>
                    </a:solidFill>
                    <a:latin typeface="+mj-ea"/>
                    <a:ea typeface="+mj-ea"/>
                  </a:endParaRPr>
                </a:p>
              </p:txBody>
            </p:sp>
          </p:grpSp>
          <p:sp>
            <p:nvSpPr>
              <p:cNvPr id="132" name="任意多边形 131"/>
              <p:cNvSpPr/>
              <p:nvPr/>
            </p:nvSpPr>
            <p:spPr>
              <a:xfrm>
                <a:off x="1198923" y="2486309"/>
                <a:ext cx="423746" cy="421756"/>
              </a:xfrm>
              <a:custGeom>
                <a:avLst/>
                <a:gdLst>
                  <a:gd name="connsiteX0" fmla="*/ 256117 w 338138"/>
                  <a:gd name="connsiteY0" fmla="*/ 200025 h 336550"/>
                  <a:gd name="connsiteX1" fmla="*/ 257440 w 338138"/>
                  <a:gd name="connsiteY1" fmla="*/ 201324 h 336550"/>
                  <a:gd name="connsiteX2" fmla="*/ 258763 w 338138"/>
                  <a:gd name="connsiteY2" fmla="*/ 202623 h 336550"/>
                  <a:gd name="connsiteX3" fmla="*/ 258763 w 338138"/>
                  <a:gd name="connsiteY3" fmla="*/ 203922 h 336550"/>
                  <a:gd name="connsiteX4" fmla="*/ 258763 w 338138"/>
                  <a:gd name="connsiteY4" fmla="*/ 205221 h 336550"/>
                  <a:gd name="connsiteX5" fmla="*/ 258763 w 338138"/>
                  <a:gd name="connsiteY5" fmla="*/ 206520 h 336550"/>
                  <a:gd name="connsiteX6" fmla="*/ 257440 w 338138"/>
                  <a:gd name="connsiteY6" fmla="*/ 207819 h 336550"/>
                  <a:gd name="connsiteX7" fmla="*/ 254794 w 338138"/>
                  <a:gd name="connsiteY7" fmla="*/ 216911 h 336550"/>
                  <a:gd name="connsiteX8" fmla="*/ 246857 w 338138"/>
                  <a:gd name="connsiteY8" fmla="*/ 233796 h 336550"/>
                  <a:gd name="connsiteX9" fmla="*/ 245534 w 338138"/>
                  <a:gd name="connsiteY9" fmla="*/ 240290 h 336550"/>
                  <a:gd name="connsiteX10" fmla="*/ 241565 w 338138"/>
                  <a:gd name="connsiteY10" fmla="*/ 242888 h 336550"/>
                  <a:gd name="connsiteX11" fmla="*/ 237596 w 338138"/>
                  <a:gd name="connsiteY11" fmla="*/ 241589 h 336550"/>
                  <a:gd name="connsiteX12" fmla="*/ 236273 w 338138"/>
                  <a:gd name="connsiteY12" fmla="*/ 238992 h 336550"/>
                  <a:gd name="connsiteX13" fmla="*/ 234950 w 338138"/>
                  <a:gd name="connsiteY13" fmla="*/ 237693 h 336550"/>
                  <a:gd name="connsiteX14" fmla="*/ 236273 w 338138"/>
                  <a:gd name="connsiteY14" fmla="*/ 235095 h 336550"/>
                  <a:gd name="connsiteX15" fmla="*/ 236273 w 338138"/>
                  <a:gd name="connsiteY15" fmla="*/ 233796 h 336550"/>
                  <a:gd name="connsiteX16" fmla="*/ 238919 w 338138"/>
                  <a:gd name="connsiteY16" fmla="*/ 226003 h 336550"/>
                  <a:gd name="connsiteX17" fmla="*/ 238919 w 338138"/>
                  <a:gd name="connsiteY17" fmla="*/ 218210 h 336550"/>
                  <a:gd name="connsiteX18" fmla="*/ 238919 w 338138"/>
                  <a:gd name="connsiteY18" fmla="*/ 216911 h 336550"/>
                  <a:gd name="connsiteX19" fmla="*/ 240242 w 338138"/>
                  <a:gd name="connsiteY19" fmla="*/ 215612 h 336550"/>
                  <a:gd name="connsiteX20" fmla="*/ 240242 w 338138"/>
                  <a:gd name="connsiteY20" fmla="*/ 214313 h 336550"/>
                  <a:gd name="connsiteX21" fmla="*/ 246857 w 338138"/>
                  <a:gd name="connsiteY21" fmla="*/ 210416 h 336550"/>
                  <a:gd name="connsiteX22" fmla="*/ 253471 w 338138"/>
                  <a:gd name="connsiteY22" fmla="*/ 202623 h 336550"/>
                  <a:gd name="connsiteX23" fmla="*/ 253471 w 338138"/>
                  <a:gd name="connsiteY23" fmla="*/ 201324 h 336550"/>
                  <a:gd name="connsiteX24" fmla="*/ 256117 w 338138"/>
                  <a:gd name="connsiteY24" fmla="*/ 200025 h 336550"/>
                  <a:gd name="connsiteX25" fmla="*/ 300038 w 338138"/>
                  <a:gd name="connsiteY25" fmla="*/ 171450 h 336550"/>
                  <a:gd name="connsiteX26" fmla="*/ 301625 w 338138"/>
                  <a:gd name="connsiteY26" fmla="*/ 171450 h 336550"/>
                  <a:gd name="connsiteX27" fmla="*/ 298450 w 338138"/>
                  <a:gd name="connsiteY27" fmla="*/ 176213 h 336550"/>
                  <a:gd name="connsiteX28" fmla="*/ 296863 w 338138"/>
                  <a:gd name="connsiteY28" fmla="*/ 177800 h 336550"/>
                  <a:gd name="connsiteX29" fmla="*/ 295275 w 338138"/>
                  <a:gd name="connsiteY29" fmla="*/ 177800 h 336550"/>
                  <a:gd name="connsiteX30" fmla="*/ 295275 w 338138"/>
                  <a:gd name="connsiteY30" fmla="*/ 176213 h 336550"/>
                  <a:gd name="connsiteX31" fmla="*/ 296863 w 338138"/>
                  <a:gd name="connsiteY31" fmla="*/ 174625 h 336550"/>
                  <a:gd name="connsiteX32" fmla="*/ 298450 w 338138"/>
                  <a:gd name="connsiteY32" fmla="*/ 173038 h 336550"/>
                  <a:gd name="connsiteX33" fmla="*/ 293688 w 338138"/>
                  <a:gd name="connsiteY33" fmla="*/ 171450 h 336550"/>
                  <a:gd name="connsiteX34" fmla="*/ 296863 w 338138"/>
                  <a:gd name="connsiteY34" fmla="*/ 171450 h 336550"/>
                  <a:gd name="connsiteX35" fmla="*/ 293688 w 338138"/>
                  <a:gd name="connsiteY35" fmla="*/ 174625 h 336550"/>
                  <a:gd name="connsiteX36" fmla="*/ 292100 w 338138"/>
                  <a:gd name="connsiteY36" fmla="*/ 174625 h 336550"/>
                  <a:gd name="connsiteX37" fmla="*/ 292100 w 338138"/>
                  <a:gd name="connsiteY37" fmla="*/ 173038 h 336550"/>
                  <a:gd name="connsiteX38" fmla="*/ 303946 w 338138"/>
                  <a:gd name="connsiteY38" fmla="*/ 169998 h 336550"/>
                  <a:gd name="connsiteX39" fmla="*/ 303457 w 338138"/>
                  <a:gd name="connsiteY39" fmla="*/ 173083 h 336550"/>
                  <a:gd name="connsiteX40" fmla="*/ 303213 w 338138"/>
                  <a:gd name="connsiteY40" fmla="*/ 174625 h 336550"/>
                  <a:gd name="connsiteX41" fmla="*/ 303213 w 338138"/>
                  <a:gd name="connsiteY41" fmla="*/ 173288 h 336550"/>
                  <a:gd name="connsiteX42" fmla="*/ 303213 w 338138"/>
                  <a:gd name="connsiteY42" fmla="*/ 171952 h 336550"/>
                  <a:gd name="connsiteX43" fmla="*/ 303213 w 338138"/>
                  <a:gd name="connsiteY43" fmla="*/ 170615 h 336550"/>
                  <a:gd name="connsiteX44" fmla="*/ 288926 w 338138"/>
                  <a:gd name="connsiteY44" fmla="*/ 169862 h 336550"/>
                  <a:gd name="connsiteX45" fmla="*/ 290513 w 338138"/>
                  <a:gd name="connsiteY45" fmla="*/ 169862 h 336550"/>
                  <a:gd name="connsiteX46" fmla="*/ 293688 w 338138"/>
                  <a:gd name="connsiteY46" fmla="*/ 169862 h 336550"/>
                  <a:gd name="connsiteX47" fmla="*/ 293688 w 338138"/>
                  <a:gd name="connsiteY47" fmla="*/ 170656 h 336550"/>
                  <a:gd name="connsiteX48" fmla="*/ 292101 w 338138"/>
                  <a:gd name="connsiteY48" fmla="*/ 171450 h 336550"/>
                  <a:gd name="connsiteX49" fmla="*/ 290513 w 338138"/>
                  <a:gd name="connsiteY49" fmla="*/ 171450 h 336550"/>
                  <a:gd name="connsiteX50" fmla="*/ 288926 w 338138"/>
                  <a:gd name="connsiteY50" fmla="*/ 171450 h 336550"/>
                  <a:gd name="connsiteX51" fmla="*/ 287338 w 338138"/>
                  <a:gd name="connsiteY51" fmla="*/ 170656 h 336550"/>
                  <a:gd name="connsiteX52" fmla="*/ 288926 w 338138"/>
                  <a:gd name="connsiteY52" fmla="*/ 169862 h 336550"/>
                  <a:gd name="connsiteX53" fmla="*/ 304800 w 338138"/>
                  <a:gd name="connsiteY53" fmla="*/ 164600 h 336550"/>
                  <a:gd name="connsiteX54" fmla="*/ 304800 w 338138"/>
                  <a:gd name="connsiteY54" fmla="*/ 165267 h 336550"/>
                  <a:gd name="connsiteX55" fmla="*/ 304800 w 338138"/>
                  <a:gd name="connsiteY55" fmla="*/ 166604 h 336550"/>
                  <a:gd name="connsiteX56" fmla="*/ 304800 w 338138"/>
                  <a:gd name="connsiteY56" fmla="*/ 167941 h 336550"/>
                  <a:gd name="connsiteX57" fmla="*/ 304800 w 338138"/>
                  <a:gd name="connsiteY57" fmla="*/ 169278 h 336550"/>
                  <a:gd name="connsiteX58" fmla="*/ 303946 w 338138"/>
                  <a:gd name="connsiteY58" fmla="*/ 169998 h 336550"/>
                  <a:gd name="connsiteX59" fmla="*/ 301626 w 338138"/>
                  <a:gd name="connsiteY59" fmla="*/ 149225 h 336550"/>
                  <a:gd name="connsiteX60" fmla="*/ 303213 w 338138"/>
                  <a:gd name="connsiteY60" fmla="*/ 149225 h 336550"/>
                  <a:gd name="connsiteX61" fmla="*/ 304800 w 338138"/>
                  <a:gd name="connsiteY61" fmla="*/ 150562 h 336550"/>
                  <a:gd name="connsiteX62" fmla="*/ 304800 w 338138"/>
                  <a:gd name="connsiteY62" fmla="*/ 151899 h 336550"/>
                  <a:gd name="connsiteX63" fmla="*/ 304800 w 338138"/>
                  <a:gd name="connsiteY63" fmla="*/ 154573 h 336550"/>
                  <a:gd name="connsiteX64" fmla="*/ 305656 w 338138"/>
                  <a:gd name="connsiteY64" fmla="*/ 153133 h 336550"/>
                  <a:gd name="connsiteX65" fmla="*/ 306128 w 338138"/>
                  <a:gd name="connsiteY65" fmla="*/ 156215 h 336550"/>
                  <a:gd name="connsiteX66" fmla="*/ 304800 w 338138"/>
                  <a:gd name="connsiteY66" fmla="*/ 164600 h 336550"/>
                  <a:gd name="connsiteX67" fmla="*/ 304800 w 338138"/>
                  <a:gd name="connsiteY67" fmla="*/ 162594 h 336550"/>
                  <a:gd name="connsiteX68" fmla="*/ 304800 w 338138"/>
                  <a:gd name="connsiteY68" fmla="*/ 161257 h 336550"/>
                  <a:gd name="connsiteX69" fmla="*/ 304800 w 338138"/>
                  <a:gd name="connsiteY69" fmla="*/ 159920 h 336550"/>
                  <a:gd name="connsiteX70" fmla="*/ 304800 w 338138"/>
                  <a:gd name="connsiteY70" fmla="*/ 158583 h 336550"/>
                  <a:gd name="connsiteX71" fmla="*/ 303213 w 338138"/>
                  <a:gd name="connsiteY71" fmla="*/ 158583 h 336550"/>
                  <a:gd name="connsiteX72" fmla="*/ 303213 w 338138"/>
                  <a:gd name="connsiteY72" fmla="*/ 157246 h 336550"/>
                  <a:gd name="connsiteX73" fmla="*/ 303213 w 338138"/>
                  <a:gd name="connsiteY73" fmla="*/ 155909 h 336550"/>
                  <a:gd name="connsiteX74" fmla="*/ 303213 w 338138"/>
                  <a:gd name="connsiteY74" fmla="*/ 154573 h 336550"/>
                  <a:gd name="connsiteX75" fmla="*/ 301625 w 338138"/>
                  <a:gd name="connsiteY75" fmla="*/ 154573 h 336550"/>
                  <a:gd name="connsiteX76" fmla="*/ 301625 w 338138"/>
                  <a:gd name="connsiteY76" fmla="*/ 153236 h 336550"/>
                  <a:gd name="connsiteX77" fmla="*/ 301625 w 338138"/>
                  <a:gd name="connsiteY77" fmla="*/ 151899 h 336550"/>
                  <a:gd name="connsiteX78" fmla="*/ 301625 w 338138"/>
                  <a:gd name="connsiteY78" fmla="*/ 150812 h 336550"/>
                  <a:gd name="connsiteX79" fmla="*/ 301626 w 338138"/>
                  <a:gd name="connsiteY79" fmla="*/ 150813 h 336550"/>
                  <a:gd name="connsiteX80" fmla="*/ 301626 w 338138"/>
                  <a:gd name="connsiteY80" fmla="*/ 149226 h 336550"/>
                  <a:gd name="connsiteX81" fmla="*/ 298450 w 338138"/>
                  <a:gd name="connsiteY81" fmla="*/ 147637 h 336550"/>
                  <a:gd name="connsiteX82" fmla="*/ 298450 w 338138"/>
                  <a:gd name="connsiteY82" fmla="*/ 148907 h 336550"/>
                  <a:gd name="connsiteX83" fmla="*/ 298450 w 338138"/>
                  <a:gd name="connsiteY83" fmla="*/ 150177 h 336550"/>
                  <a:gd name="connsiteX84" fmla="*/ 297180 w 338138"/>
                  <a:gd name="connsiteY84" fmla="*/ 150177 h 336550"/>
                  <a:gd name="connsiteX85" fmla="*/ 295910 w 338138"/>
                  <a:gd name="connsiteY85" fmla="*/ 150177 h 336550"/>
                  <a:gd name="connsiteX86" fmla="*/ 294640 w 338138"/>
                  <a:gd name="connsiteY86" fmla="*/ 150177 h 336550"/>
                  <a:gd name="connsiteX87" fmla="*/ 294640 w 338138"/>
                  <a:gd name="connsiteY87" fmla="*/ 152717 h 336550"/>
                  <a:gd name="connsiteX88" fmla="*/ 294640 w 338138"/>
                  <a:gd name="connsiteY88" fmla="*/ 153987 h 336550"/>
                  <a:gd name="connsiteX89" fmla="*/ 295910 w 338138"/>
                  <a:gd name="connsiteY89" fmla="*/ 155257 h 336550"/>
                  <a:gd name="connsiteX90" fmla="*/ 295910 w 338138"/>
                  <a:gd name="connsiteY90" fmla="*/ 153987 h 336550"/>
                  <a:gd name="connsiteX91" fmla="*/ 297180 w 338138"/>
                  <a:gd name="connsiteY91" fmla="*/ 152717 h 336550"/>
                  <a:gd name="connsiteX92" fmla="*/ 297180 w 338138"/>
                  <a:gd name="connsiteY92" fmla="*/ 153987 h 336550"/>
                  <a:gd name="connsiteX93" fmla="*/ 295910 w 338138"/>
                  <a:gd name="connsiteY93" fmla="*/ 156527 h 336550"/>
                  <a:gd name="connsiteX94" fmla="*/ 295910 w 338138"/>
                  <a:gd name="connsiteY94" fmla="*/ 157797 h 336550"/>
                  <a:gd name="connsiteX95" fmla="*/ 297180 w 338138"/>
                  <a:gd name="connsiteY95" fmla="*/ 160337 h 336550"/>
                  <a:gd name="connsiteX96" fmla="*/ 297180 w 338138"/>
                  <a:gd name="connsiteY96" fmla="*/ 162877 h 336550"/>
                  <a:gd name="connsiteX97" fmla="*/ 295910 w 338138"/>
                  <a:gd name="connsiteY97" fmla="*/ 164147 h 336550"/>
                  <a:gd name="connsiteX98" fmla="*/ 294640 w 338138"/>
                  <a:gd name="connsiteY98" fmla="*/ 162877 h 336550"/>
                  <a:gd name="connsiteX99" fmla="*/ 294640 w 338138"/>
                  <a:gd name="connsiteY99" fmla="*/ 165417 h 336550"/>
                  <a:gd name="connsiteX100" fmla="*/ 293370 w 338138"/>
                  <a:gd name="connsiteY100" fmla="*/ 166687 h 336550"/>
                  <a:gd name="connsiteX101" fmla="*/ 293370 w 338138"/>
                  <a:gd name="connsiteY101" fmla="*/ 165417 h 336550"/>
                  <a:gd name="connsiteX102" fmla="*/ 293370 w 338138"/>
                  <a:gd name="connsiteY102" fmla="*/ 162877 h 336550"/>
                  <a:gd name="connsiteX103" fmla="*/ 293370 w 338138"/>
                  <a:gd name="connsiteY103" fmla="*/ 161607 h 336550"/>
                  <a:gd name="connsiteX104" fmla="*/ 292100 w 338138"/>
                  <a:gd name="connsiteY104" fmla="*/ 159067 h 336550"/>
                  <a:gd name="connsiteX105" fmla="*/ 293370 w 338138"/>
                  <a:gd name="connsiteY105" fmla="*/ 157797 h 336550"/>
                  <a:gd name="connsiteX106" fmla="*/ 293370 w 338138"/>
                  <a:gd name="connsiteY106" fmla="*/ 155257 h 336550"/>
                  <a:gd name="connsiteX107" fmla="*/ 293370 w 338138"/>
                  <a:gd name="connsiteY107" fmla="*/ 153987 h 336550"/>
                  <a:gd name="connsiteX108" fmla="*/ 293370 w 338138"/>
                  <a:gd name="connsiteY108" fmla="*/ 151447 h 336550"/>
                  <a:gd name="connsiteX109" fmla="*/ 293370 w 338138"/>
                  <a:gd name="connsiteY109" fmla="*/ 148907 h 336550"/>
                  <a:gd name="connsiteX110" fmla="*/ 294640 w 338138"/>
                  <a:gd name="connsiteY110" fmla="*/ 148907 h 336550"/>
                  <a:gd name="connsiteX111" fmla="*/ 298450 w 338138"/>
                  <a:gd name="connsiteY111" fmla="*/ 147637 h 336550"/>
                  <a:gd name="connsiteX112" fmla="*/ 300038 w 338138"/>
                  <a:gd name="connsiteY112" fmla="*/ 139700 h 336550"/>
                  <a:gd name="connsiteX113" fmla="*/ 301626 w 338138"/>
                  <a:gd name="connsiteY113" fmla="*/ 139700 h 336550"/>
                  <a:gd name="connsiteX114" fmla="*/ 301626 w 338138"/>
                  <a:gd name="connsiteY114" fmla="*/ 141288 h 336550"/>
                  <a:gd name="connsiteX115" fmla="*/ 301626 w 338138"/>
                  <a:gd name="connsiteY115" fmla="*/ 142875 h 336550"/>
                  <a:gd name="connsiteX116" fmla="*/ 301626 w 338138"/>
                  <a:gd name="connsiteY116" fmla="*/ 146051 h 336550"/>
                  <a:gd name="connsiteX117" fmla="*/ 301626 w 338138"/>
                  <a:gd name="connsiteY117" fmla="*/ 147638 h 336550"/>
                  <a:gd name="connsiteX118" fmla="*/ 301626 w 338138"/>
                  <a:gd name="connsiteY118" fmla="*/ 149225 h 336550"/>
                  <a:gd name="connsiteX119" fmla="*/ 301625 w 338138"/>
                  <a:gd name="connsiteY119" fmla="*/ 149225 h 336550"/>
                  <a:gd name="connsiteX120" fmla="*/ 301625 w 338138"/>
                  <a:gd name="connsiteY120" fmla="*/ 150562 h 336550"/>
                  <a:gd name="connsiteX121" fmla="*/ 301625 w 338138"/>
                  <a:gd name="connsiteY121" fmla="*/ 150812 h 336550"/>
                  <a:gd name="connsiteX122" fmla="*/ 300038 w 338138"/>
                  <a:gd name="connsiteY122" fmla="*/ 149226 h 336550"/>
                  <a:gd name="connsiteX123" fmla="*/ 300038 w 338138"/>
                  <a:gd name="connsiteY123" fmla="*/ 147638 h 336550"/>
                  <a:gd name="connsiteX124" fmla="*/ 300038 w 338138"/>
                  <a:gd name="connsiteY124" fmla="*/ 144463 h 336550"/>
                  <a:gd name="connsiteX125" fmla="*/ 300038 w 338138"/>
                  <a:gd name="connsiteY125" fmla="*/ 141288 h 336550"/>
                  <a:gd name="connsiteX126" fmla="*/ 287338 w 338138"/>
                  <a:gd name="connsiteY126" fmla="*/ 131762 h 336550"/>
                  <a:gd name="connsiteX127" fmla="*/ 292101 w 338138"/>
                  <a:gd name="connsiteY127" fmla="*/ 134484 h 336550"/>
                  <a:gd name="connsiteX128" fmla="*/ 292101 w 338138"/>
                  <a:gd name="connsiteY128" fmla="*/ 135844 h 336550"/>
                  <a:gd name="connsiteX129" fmla="*/ 290513 w 338138"/>
                  <a:gd name="connsiteY129" fmla="*/ 138566 h 336550"/>
                  <a:gd name="connsiteX130" fmla="*/ 290513 w 338138"/>
                  <a:gd name="connsiteY130" fmla="*/ 139927 h 336550"/>
                  <a:gd name="connsiteX131" fmla="*/ 290513 w 338138"/>
                  <a:gd name="connsiteY131" fmla="*/ 142648 h 336550"/>
                  <a:gd name="connsiteX132" fmla="*/ 292101 w 338138"/>
                  <a:gd name="connsiteY132" fmla="*/ 144009 h 336550"/>
                  <a:gd name="connsiteX133" fmla="*/ 293688 w 338138"/>
                  <a:gd name="connsiteY133" fmla="*/ 145369 h 336550"/>
                  <a:gd name="connsiteX134" fmla="*/ 292101 w 338138"/>
                  <a:gd name="connsiteY134" fmla="*/ 146730 h 336550"/>
                  <a:gd name="connsiteX135" fmla="*/ 292101 w 338138"/>
                  <a:gd name="connsiteY135" fmla="*/ 148091 h 336550"/>
                  <a:gd name="connsiteX136" fmla="*/ 290513 w 338138"/>
                  <a:gd name="connsiteY136" fmla="*/ 150812 h 336550"/>
                  <a:gd name="connsiteX137" fmla="*/ 290513 w 338138"/>
                  <a:gd name="connsiteY137" fmla="*/ 152173 h 336550"/>
                  <a:gd name="connsiteX138" fmla="*/ 290513 w 338138"/>
                  <a:gd name="connsiteY138" fmla="*/ 153534 h 336550"/>
                  <a:gd name="connsiteX139" fmla="*/ 290513 w 338138"/>
                  <a:gd name="connsiteY139" fmla="*/ 154894 h 336550"/>
                  <a:gd name="connsiteX140" fmla="*/ 290513 w 338138"/>
                  <a:gd name="connsiteY140" fmla="*/ 157616 h 336550"/>
                  <a:gd name="connsiteX141" fmla="*/ 288925 w 338138"/>
                  <a:gd name="connsiteY141" fmla="*/ 160337 h 336550"/>
                  <a:gd name="connsiteX142" fmla="*/ 287338 w 338138"/>
                  <a:gd name="connsiteY142" fmla="*/ 160337 h 336550"/>
                  <a:gd name="connsiteX143" fmla="*/ 285750 w 338138"/>
                  <a:gd name="connsiteY143" fmla="*/ 137205 h 336550"/>
                  <a:gd name="connsiteX144" fmla="*/ 285750 w 338138"/>
                  <a:gd name="connsiteY144" fmla="*/ 135844 h 336550"/>
                  <a:gd name="connsiteX145" fmla="*/ 285750 w 338138"/>
                  <a:gd name="connsiteY145" fmla="*/ 133123 h 336550"/>
                  <a:gd name="connsiteX146" fmla="*/ 287338 w 338138"/>
                  <a:gd name="connsiteY146" fmla="*/ 131762 h 336550"/>
                  <a:gd name="connsiteX147" fmla="*/ 296863 w 338138"/>
                  <a:gd name="connsiteY147" fmla="*/ 123825 h 336550"/>
                  <a:gd name="connsiteX148" fmla="*/ 298451 w 338138"/>
                  <a:gd name="connsiteY148" fmla="*/ 127000 h 336550"/>
                  <a:gd name="connsiteX149" fmla="*/ 300038 w 338138"/>
                  <a:gd name="connsiteY149" fmla="*/ 130175 h 336550"/>
                  <a:gd name="connsiteX150" fmla="*/ 298451 w 338138"/>
                  <a:gd name="connsiteY150" fmla="*/ 130175 h 336550"/>
                  <a:gd name="connsiteX151" fmla="*/ 298451 w 338138"/>
                  <a:gd name="connsiteY151" fmla="*/ 133350 h 336550"/>
                  <a:gd name="connsiteX152" fmla="*/ 296863 w 338138"/>
                  <a:gd name="connsiteY152" fmla="*/ 131763 h 336550"/>
                  <a:gd name="connsiteX153" fmla="*/ 296863 w 338138"/>
                  <a:gd name="connsiteY153" fmla="*/ 130175 h 336550"/>
                  <a:gd name="connsiteX154" fmla="*/ 295276 w 338138"/>
                  <a:gd name="connsiteY154" fmla="*/ 128588 h 336550"/>
                  <a:gd name="connsiteX155" fmla="*/ 293688 w 338138"/>
                  <a:gd name="connsiteY155" fmla="*/ 130175 h 336550"/>
                  <a:gd name="connsiteX156" fmla="*/ 293688 w 338138"/>
                  <a:gd name="connsiteY156" fmla="*/ 128588 h 336550"/>
                  <a:gd name="connsiteX157" fmla="*/ 293688 w 338138"/>
                  <a:gd name="connsiteY157" fmla="*/ 125413 h 336550"/>
                  <a:gd name="connsiteX158" fmla="*/ 296863 w 338138"/>
                  <a:gd name="connsiteY158" fmla="*/ 125413 h 336550"/>
                  <a:gd name="connsiteX159" fmla="*/ 292100 w 338138"/>
                  <a:gd name="connsiteY159" fmla="*/ 117475 h 336550"/>
                  <a:gd name="connsiteX160" fmla="*/ 293688 w 338138"/>
                  <a:gd name="connsiteY160" fmla="*/ 117475 h 336550"/>
                  <a:gd name="connsiteX161" fmla="*/ 293688 w 338138"/>
                  <a:gd name="connsiteY161" fmla="*/ 119063 h 336550"/>
                  <a:gd name="connsiteX162" fmla="*/ 293688 w 338138"/>
                  <a:gd name="connsiteY162" fmla="*/ 120650 h 336550"/>
                  <a:gd name="connsiteX163" fmla="*/ 285750 w 338138"/>
                  <a:gd name="connsiteY163" fmla="*/ 101600 h 336550"/>
                  <a:gd name="connsiteX164" fmla="*/ 287338 w 338138"/>
                  <a:gd name="connsiteY164" fmla="*/ 101600 h 336550"/>
                  <a:gd name="connsiteX165" fmla="*/ 287338 w 338138"/>
                  <a:gd name="connsiteY165" fmla="*/ 104775 h 336550"/>
                  <a:gd name="connsiteX166" fmla="*/ 288925 w 338138"/>
                  <a:gd name="connsiteY166" fmla="*/ 107950 h 336550"/>
                  <a:gd name="connsiteX167" fmla="*/ 290513 w 338138"/>
                  <a:gd name="connsiteY167" fmla="*/ 109538 h 336550"/>
                  <a:gd name="connsiteX168" fmla="*/ 292101 w 338138"/>
                  <a:gd name="connsiteY168" fmla="*/ 111125 h 336550"/>
                  <a:gd name="connsiteX169" fmla="*/ 293688 w 338138"/>
                  <a:gd name="connsiteY169" fmla="*/ 111125 h 336550"/>
                  <a:gd name="connsiteX170" fmla="*/ 293688 w 338138"/>
                  <a:gd name="connsiteY170" fmla="*/ 114300 h 336550"/>
                  <a:gd name="connsiteX171" fmla="*/ 293688 w 338138"/>
                  <a:gd name="connsiteY171" fmla="*/ 115887 h 336550"/>
                  <a:gd name="connsiteX172" fmla="*/ 295276 w 338138"/>
                  <a:gd name="connsiteY172" fmla="*/ 117475 h 336550"/>
                  <a:gd name="connsiteX173" fmla="*/ 295276 w 338138"/>
                  <a:gd name="connsiteY173" fmla="*/ 119062 h 336550"/>
                  <a:gd name="connsiteX174" fmla="*/ 295276 w 338138"/>
                  <a:gd name="connsiteY174" fmla="*/ 120650 h 336550"/>
                  <a:gd name="connsiteX175" fmla="*/ 295276 w 338138"/>
                  <a:gd name="connsiteY175" fmla="*/ 122237 h 336550"/>
                  <a:gd name="connsiteX176" fmla="*/ 293688 w 338138"/>
                  <a:gd name="connsiteY176" fmla="*/ 117475 h 336550"/>
                  <a:gd name="connsiteX177" fmla="*/ 293688 w 338138"/>
                  <a:gd name="connsiteY177" fmla="*/ 115888 h 336550"/>
                  <a:gd name="connsiteX178" fmla="*/ 292101 w 338138"/>
                  <a:gd name="connsiteY178" fmla="*/ 114300 h 336550"/>
                  <a:gd name="connsiteX179" fmla="*/ 290513 w 338138"/>
                  <a:gd name="connsiteY179" fmla="*/ 114300 h 336550"/>
                  <a:gd name="connsiteX180" fmla="*/ 290513 w 338138"/>
                  <a:gd name="connsiteY180" fmla="*/ 115888 h 336550"/>
                  <a:gd name="connsiteX181" fmla="*/ 290513 w 338138"/>
                  <a:gd name="connsiteY181" fmla="*/ 117475 h 336550"/>
                  <a:gd name="connsiteX182" fmla="*/ 288925 w 338138"/>
                  <a:gd name="connsiteY182" fmla="*/ 117475 h 336550"/>
                  <a:gd name="connsiteX183" fmla="*/ 288925 w 338138"/>
                  <a:gd name="connsiteY183" fmla="*/ 115888 h 336550"/>
                  <a:gd name="connsiteX184" fmla="*/ 288925 w 338138"/>
                  <a:gd name="connsiteY184" fmla="*/ 112713 h 336550"/>
                  <a:gd name="connsiteX185" fmla="*/ 287338 w 338138"/>
                  <a:gd name="connsiteY185" fmla="*/ 109538 h 336550"/>
                  <a:gd name="connsiteX186" fmla="*/ 285750 w 338138"/>
                  <a:gd name="connsiteY186" fmla="*/ 107950 h 336550"/>
                  <a:gd name="connsiteX187" fmla="*/ 285750 w 338138"/>
                  <a:gd name="connsiteY187" fmla="*/ 106363 h 336550"/>
                  <a:gd name="connsiteX188" fmla="*/ 285750 w 338138"/>
                  <a:gd name="connsiteY188" fmla="*/ 103188 h 336550"/>
                  <a:gd name="connsiteX189" fmla="*/ 203200 w 338138"/>
                  <a:gd name="connsiteY189" fmla="*/ 85725 h 336550"/>
                  <a:gd name="connsiteX190" fmla="*/ 207963 w 338138"/>
                  <a:gd name="connsiteY190" fmla="*/ 85725 h 336550"/>
                  <a:gd name="connsiteX191" fmla="*/ 204391 w 338138"/>
                  <a:gd name="connsiteY191" fmla="*/ 87842 h 336550"/>
                  <a:gd name="connsiteX192" fmla="*/ 203200 w 338138"/>
                  <a:gd name="connsiteY192" fmla="*/ 87842 h 336550"/>
                  <a:gd name="connsiteX193" fmla="*/ 203200 w 338138"/>
                  <a:gd name="connsiteY193" fmla="*/ 85725 h 336550"/>
                  <a:gd name="connsiteX194" fmla="*/ 188913 w 338138"/>
                  <a:gd name="connsiteY194" fmla="*/ 83476 h 336550"/>
                  <a:gd name="connsiteX195" fmla="*/ 192088 w 338138"/>
                  <a:gd name="connsiteY195" fmla="*/ 84667 h 336550"/>
                  <a:gd name="connsiteX196" fmla="*/ 190501 w 338138"/>
                  <a:gd name="connsiteY196" fmla="*/ 85725 h 336550"/>
                  <a:gd name="connsiteX197" fmla="*/ 185738 w 338138"/>
                  <a:gd name="connsiteY197" fmla="*/ 84667 h 336550"/>
                  <a:gd name="connsiteX198" fmla="*/ 188913 w 338138"/>
                  <a:gd name="connsiteY198" fmla="*/ 83476 h 336550"/>
                  <a:gd name="connsiteX199" fmla="*/ 161925 w 338138"/>
                  <a:gd name="connsiteY199" fmla="*/ 77787 h 336550"/>
                  <a:gd name="connsiteX200" fmla="*/ 163248 w 338138"/>
                  <a:gd name="connsiteY200" fmla="*/ 77787 h 336550"/>
                  <a:gd name="connsiteX201" fmla="*/ 168540 w 338138"/>
                  <a:gd name="connsiteY201" fmla="*/ 82550 h 336550"/>
                  <a:gd name="connsiteX202" fmla="*/ 167217 w 338138"/>
                  <a:gd name="connsiteY202" fmla="*/ 82550 h 336550"/>
                  <a:gd name="connsiteX203" fmla="*/ 167217 w 338138"/>
                  <a:gd name="connsiteY203" fmla="*/ 81359 h 336550"/>
                  <a:gd name="connsiteX204" fmla="*/ 161925 w 338138"/>
                  <a:gd name="connsiteY204" fmla="*/ 78978 h 336550"/>
                  <a:gd name="connsiteX205" fmla="*/ 161925 w 338138"/>
                  <a:gd name="connsiteY205" fmla="*/ 77787 h 336550"/>
                  <a:gd name="connsiteX206" fmla="*/ 158751 w 338138"/>
                  <a:gd name="connsiteY206" fmla="*/ 73554 h 336550"/>
                  <a:gd name="connsiteX207" fmla="*/ 155575 w 338138"/>
                  <a:gd name="connsiteY207" fmla="*/ 77787 h 336550"/>
                  <a:gd name="connsiteX208" fmla="*/ 153988 w 338138"/>
                  <a:gd name="connsiteY208" fmla="*/ 76729 h 336550"/>
                  <a:gd name="connsiteX209" fmla="*/ 158751 w 338138"/>
                  <a:gd name="connsiteY209" fmla="*/ 73554 h 336550"/>
                  <a:gd name="connsiteX210" fmla="*/ 140098 w 338138"/>
                  <a:gd name="connsiteY210" fmla="*/ 48759 h 336550"/>
                  <a:gd name="connsiteX211" fmla="*/ 142876 w 338138"/>
                  <a:gd name="connsiteY211" fmla="*/ 48759 h 336550"/>
                  <a:gd name="connsiteX212" fmla="*/ 131763 w 338138"/>
                  <a:gd name="connsiteY212" fmla="*/ 55563 h 336550"/>
                  <a:gd name="connsiteX213" fmla="*/ 140098 w 338138"/>
                  <a:gd name="connsiteY213" fmla="*/ 48759 h 336550"/>
                  <a:gd name="connsiteX214" fmla="*/ 148273 w 338138"/>
                  <a:gd name="connsiteY214" fmla="*/ 42598 h 336550"/>
                  <a:gd name="connsiteX215" fmla="*/ 150813 w 338138"/>
                  <a:gd name="connsiteY215" fmla="*/ 42598 h 336550"/>
                  <a:gd name="connsiteX216" fmla="*/ 149543 w 338138"/>
                  <a:gd name="connsiteY216" fmla="*/ 43921 h 336550"/>
                  <a:gd name="connsiteX217" fmla="*/ 148273 w 338138"/>
                  <a:gd name="connsiteY217" fmla="*/ 51859 h 336550"/>
                  <a:gd name="connsiteX218" fmla="*/ 150813 w 338138"/>
                  <a:gd name="connsiteY218" fmla="*/ 50536 h 336550"/>
                  <a:gd name="connsiteX219" fmla="*/ 148273 w 338138"/>
                  <a:gd name="connsiteY219" fmla="*/ 53181 h 336550"/>
                  <a:gd name="connsiteX220" fmla="*/ 149543 w 338138"/>
                  <a:gd name="connsiteY220" fmla="*/ 54504 h 336550"/>
                  <a:gd name="connsiteX221" fmla="*/ 141923 w 338138"/>
                  <a:gd name="connsiteY221" fmla="*/ 55827 h 336550"/>
                  <a:gd name="connsiteX222" fmla="*/ 138113 w 338138"/>
                  <a:gd name="connsiteY222" fmla="*/ 57150 h 336550"/>
                  <a:gd name="connsiteX223" fmla="*/ 140653 w 338138"/>
                  <a:gd name="connsiteY223" fmla="*/ 55827 h 336550"/>
                  <a:gd name="connsiteX224" fmla="*/ 141923 w 338138"/>
                  <a:gd name="connsiteY224" fmla="*/ 53181 h 336550"/>
                  <a:gd name="connsiteX225" fmla="*/ 139383 w 338138"/>
                  <a:gd name="connsiteY225" fmla="*/ 53181 h 336550"/>
                  <a:gd name="connsiteX226" fmla="*/ 141923 w 338138"/>
                  <a:gd name="connsiteY226" fmla="*/ 51859 h 336550"/>
                  <a:gd name="connsiteX227" fmla="*/ 145733 w 338138"/>
                  <a:gd name="connsiteY227" fmla="*/ 49213 h 336550"/>
                  <a:gd name="connsiteX228" fmla="*/ 144463 w 338138"/>
                  <a:gd name="connsiteY228" fmla="*/ 47890 h 336550"/>
                  <a:gd name="connsiteX229" fmla="*/ 144463 w 338138"/>
                  <a:gd name="connsiteY229" fmla="*/ 45244 h 336550"/>
                  <a:gd name="connsiteX230" fmla="*/ 143193 w 338138"/>
                  <a:gd name="connsiteY230" fmla="*/ 45244 h 336550"/>
                  <a:gd name="connsiteX231" fmla="*/ 169336 w 338138"/>
                  <a:gd name="connsiteY231" fmla="*/ 30162 h 336550"/>
                  <a:gd name="connsiteX232" fmla="*/ 33338 w 338138"/>
                  <a:gd name="connsiteY232" fmla="*/ 136706 h 336550"/>
                  <a:gd name="connsiteX233" fmla="*/ 33338 w 338138"/>
                  <a:gd name="connsiteY233" fmla="*/ 138022 h 336550"/>
                  <a:gd name="connsiteX234" fmla="*/ 33338 w 338138"/>
                  <a:gd name="connsiteY234" fmla="*/ 139337 h 336550"/>
                  <a:gd name="connsiteX235" fmla="*/ 33338 w 338138"/>
                  <a:gd name="connsiteY235" fmla="*/ 140652 h 336550"/>
                  <a:gd name="connsiteX236" fmla="*/ 34658 w 338138"/>
                  <a:gd name="connsiteY236" fmla="*/ 139337 h 336550"/>
                  <a:gd name="connsiteX237" fmla="*/ 35979 w 338138"/>
                  <a:gd name="connsiteY237" fmla="*/ 139337 h 336550"/>
                  <a:gd name="connsiteX238" fmla="*/ 35979 w 338138"/>
                  <a:gd name="connsiteY238" fmla="*/ 140652 h 336550"/>
                  <a:gd name="connsiteX239" fmla="*/ 43901 w 338138"/>
                  <a:gd name="connsiteY239" fmla="*/ 153806 h 336550"/>
                  <a:gd name="connsiteX240" fmla="*/ 45221 w 338138"/>
                  <a:gd name="connsiteY240" fmla="*/ 169590 h 336550"/>
                  <a:gd name="connsiteX241" fmla="*/ 49182 w 338138"/>
                  <a:gd name="connsiteY241" fmla="*/ 166959 h 336550"/>
                  <a:gd name="connsiteX242" fmla="*/ 50503 w 338138"/>
                  <a:gd name="connsiteY242" fmla="*/ 170905 h 336550"/>
                  <a:gd name="connsiteX243" fmla="*/ 50503 w 338138"/>
                  <a:gd name="connsiteY243" fmla="*/ 168275 h 336550"/>
                  <a:gd name="connsiteX244" fmla="*/ 55784 w 338138"/>
                  <a:gd name="connsiteY244" fmla="*/ 174852 h 336550"/>
                  <a:gd name="connsiteX245" fmla="*/ 57105 w 338138"/>
                  <a:gd name="connsiteY245" fmla="*/ 174852 h 336550"/>
                  <a:gd name="connsiteX246" fmla="*/ 57105 w 338138"/>
                  <a:gd name="connsiteY246" fmla="*/ 173536 h 336550"/>
                  <a:gd name="connsiteX247" fmla="*/ 59745 w 338138"/>
                  <a:gd name="connsiteY247" fmla="*/ 173536 h 336550"/>
                  <a:gd name="connsiteX248" fmla="*/ 61066 w 338138"/>
                  <a:gd name="connsiteY248" fmla="*/ 173536 h 336550"/>
                  <a:gd name="connsiteX249" fmla="*/ 62386 w 338138"/>
                  <a:gd name="connsiteY249" fmla="*/ 173536 h 336550"/>
                  <a:gd name="connsiteX250" fmla="*/ 63706 w 338138"/>
                  <a:gd name="connsiteY250" fmla="*/ 173536 h 336550"/>
                  <a:gd name="connsiteX251" fmla="*/ 65027 w 338138"/>
                  <a:gd name="connsiteY251" fmla="*/ 173536 h 336550"/>
                  <a:gd name="connsiteX252" fmla="*/ 65027 w 338138"/>
                  <a:gd name="connsiteY252" fmla="*/ 174852 h 336550"/>
                  <a:gd name="connsiteX253" fmla="*/ 68988 w 338138"/>
                  <a:gd name="connsiteY253" fmla="*/ 177482 h 336550"/>
                  <a:gd name="connsiteX254" fmla="*/ 72949 w 338138"/>
                  <a:gd name="connsiteY254" fmla="*/ 180113 h 336550"/>
                  <a:gd name="connsiteX255" fmla="*/ 74269 w 338138"/>
                  <a:gd name="connsiteY255" fmla="*/ 182744 h 336550"/>
                  <a:gd name="connsiteX256" fmla="*/ 74269 w 338138"/>
                  <a:gd name="connsiteY256" fmla="*/ 185374 h 336550"/>
                  <a:gd name="connsiteX257" fmla="*/ 74269 w 338138"/>
                  <a:gd name="connsiteY257" fmla="*/ 189320 h 336550"/>
                  <a:gd name="connsiteX258" fmla="*/ 71629 w 338138"/>
                  <a:gd name="connsiteY258" fmla="*/ 194582 h 336550"/>
                  <a:gd name="connsiteX259" fmla="*/ 71629 w 338138"/>
                  <a:gd name="connsiteY259" fmla="*/ 195897 h 336550"/>
                  <a:gd name="connsiteX260" fmla="*/ 63706 w 338138"/>
                  <a:gd name="connsiteY260" fmla="*/ 219574 h 336550"/>
                  <a:gd name="connsiteX261" fmla="*/ 66347 w 338138"/>
                  <a:gd name="connsiteY261" fmla="*/ 236673 h 336550"/>
                  <a:gd name="connsiteX262" fmla="*/ 66347 w 338138"/>
                  <a:gd name="connsiteY262" fmla="*/ 239304 h 336550"/>
                  <a:gd name="connsiteX263" fmla="*/ 65027 w 338138"/>
                  <a:gd name="connsiteY263" fmla="*/ 245881 h 336550"/>
                  <a:gd name="connsiteX264" fmla="*/ 62386 w 338138"/>
                  <a:gd name="connsiteY264" fmla="*/ 244565 h 336550"/>
                  <a:gd name="connsiteX265" fmla="*/ 65027 w 338138"/>
                  <a:gd name="connsiteY265" fmla="*/ 253773 h 336550"/>
                  <a:gd name="connsiteX266" fmla="*/ 62386 w 338138"/>
                  <a:gd name="connsiteY266" fmla="*/ 255088 h 336550"/>
                  <a:gd name="connsiteX267" fmla="*/ 63706 w 338138"/>
                  <a:gd name="connsiteY267" fmla="*/ 257719 h 336550"/>
                  <a:gd name="connsiteX268" fmla="*/ 66347 w 338138"/>
                  <a:gd name="connsiteY268" fmla="*/ 260350 h 336550"/>
                  <a:gd name="connsiteX269" fmla="*/ 66347 w 338138"/>
                  <a:gd name="connsiteY269" fmla="*/ 261665 h 336550"/>
                  <a:gd name="connsiteX270" fmla="*/ 67668 w 338138"/>
                  <a:gd name="connsiteY270" fmla="*/ 261665 h 336550"/>
                  <a:gd name="connsiteX271" fmla="*/ 87473 w 338138"/>
                  <a:gd name="connsiteY271" fmla="*/ 280080 h 336550"/>
                  <a:gd name="connsiteX272" fmla="*/ 88794 w 338138"/>
                  <a:gd name="connsiteY272" fmla="*/ 280080 h 336550"/>
                  <a:gd name="connsiteX273" fmla="*/ 88794 w 338138"/>
                  <a:gd name="connsiteY273" fmla="*/ 281395 h 336550"/>
                  <a:gd name="connsiteX274" fmla="*/ 90114 w 338138"/>
                  <a:gd name="connsiteY274" fmla="*/ 281395 h 336550"/>
                  <a:gd name="connsiteX275" fmla="*/ 169336 w 338138"/>
                  <a:gd name="connsiteY275" fmla="*/ 306387 h 336550"/>
                  <a:gd name="connsiteX276" fmla="*/ 307976 w 338138"/>
                  <a:gd name="connsiteY276" fmla="*/ 168275 h 336550"/>
                  <a:gd name="connsiteX277" fmla="*/ 306128 w 338138"/>
                  <a:gd name="connsiteY277" fmla="*/ 156215 h 336550"/>
                  <a:gd name="connsiteX278" fmla="*/ 306388 w 338138"/>
                  <a:gd name="connsiteY278" fmla="*/ 154573 h 336550"/>
                  <a:gd name="connsiteX279" fmla="*/ 306388 w 338138"/>
                  <a:gd name="connsiteY279" fmla="*/ 151899 h 336550"/>
                  <a:gd name="connsiteX280" fmla="*/ 305656 w 338138"/>
                  <a:gd name="connsiteY280" fmla="*/ 153133 h 336550"/>
                  <a:gd name="connsiteX281" fmla="*/ 301374 w 338138"/>
                  <a:gd name="connsiteY281" fmla="*/ 125197 h 336550"/>
                  <a:gd name="connsiteX282" fmla="*/ 282889 w 338138"/>
                  <a:gd name="connsiteY282" fmla="*/ 88038 h 336550"/>
                  <a:gd name="connsiteX283" fmla="*/ 282889 w 338138"/>
                  <a:gd name="connsiteY283" fmla="*/ 109084 h 336550"/>
                  <a:gd name="connsiteX284" fmla="*/ 281569 w 338138"/>
                  <a:gd name="connsiteY284" fmla="*/ 113030 h 336550"/>
                  <a:gd name="connsiteX285" fmla="*/ 278928 w 338138"/>
                  <a:gd name="connsiteY285" fmla="*/ 115660 h 336550"/>
                  <a:gd name="connsiteX286" fmla="*/ 278928 w 338138"/>
                  <a:gd name="connsiteY286" fmla="*/ 113030 h 336550"/>
                  <a:gd name="connsiteX287" fmla="*/ 277608 w 338138"/>
                  <a:gd name="connsiteY287" fmla="*/ 109084 h 336550"/>
                  <a:gd name="connsiteX288" fmla="*/ 274967 w 338138"/>
                  <a:gd name="connsiteY288" fmla="*/ 106453 h 336550"/>
                  <a:gd name="connsiteX289" fmla="*/ 253841 w 338138"/>
                  <a:gd name="connsiteY289" fmla="*/ 101192 h 336550"/>
                  <a:gd name="connsiteX290" fmla="*/ 249880 w 338138"/>
                  <a:gd name="connsiteY290" fmla="*/ 99876 h 336550"/>
                  <a:gd name="connsiteX291" fmla="*/ 240637 w 338138"/>
                  <a:gd name="connsiteY291" fmla="*/ 97245 h 336550"/>
                  <a:gd name="connsiteX292" fmla="*/ 245919 w 338138"/>
                  <a:gd name="connsiteY292" fmla="*/ 106453 h 336550"/>
                  <a:gd name="connsiteX293" fmla="*/ 247239 w 338138"/>
                  <a:gd name="connsiteY293" fmla="*/ 103822 h 336550"/>
                  <a:gd name="connsiteX294" fmla="*/ 248559 w 338138"/>
                  <a:gd name="connsiteY294" fmla="*/ 106453 h 336550"/>
                  <a:gd name="connsiteX295" fmla="*/ 256482 w 338138"/>
                  <a:gd name="connsiteY295" fmla="*/ 105138 h 336550"/>
                  <a:gd name="connsiteX296" fmla="*/ 268365 w 338138"/>
                  <a:gd name="connsiteY296" fmla="*/ 124868 h 336550"/>
                  <a:gd name="connsiteX297" fmla="*/ 259122 w 338138"/>
                  <a:gd name="connsiteY297" fmla="*/ 132760 h 336550"/>
                  <a:gd name="connsiteX298" fmla="*/ 236676 w 338138"/>
                  <a:gd name="connsiteY298" fmla="*/ 128814 h 336550"/>
                  <a:gd name="connsiteX299" fmla="*/ 235356 w 338138"/>
                  <a:gd name="connsiteY299" fmla="*/ 126183 h 336550"/>
                  <a:gd name="connsiteX300" fmla="*/ 234035 w 338138"/>
                  <a:gd name="connsiteY300" fmla="*/ 123553 h 336550"/>
                  <a:gd name="connsiteX301" fmla="*/ 223472 w 338138"/>
                  <a:gd name="connsiteY301" fmla="*/ 110399 h 336550"/>
                  <a:gd name="connsiteX302" fmla="*/ 220831 w 338138"/>
                  <a:gd name="connsiteY302" fmla="*/ 107768 h 336550"/>
                  <a:gd name="connsiteX303" fmla="*/ 218191 w 338138"/>
                  <a:gd name="connsiteY303" fmla="*/ 105138 h 336550"/>
                  <a:gd name="connsiteX304" fmla="*/ 215550 w 338138"/>
                  <a:gd name="connsiteY304" fmla="*/ 102507 h 336550"/>
                  <a:gd name="connsiteX305" fmla="*/ 210268 w 338138"/>
                  <a:gd name="connsiteY305" fmla="*/ 98561 h 336550"/>
                  <a:gd name="connsiteX306" fmla="*/ 210268 w 338138"/>
                  <a:gd name="connsiteY306" fmla="*/ 99876 h 336550"/>
                  <a:gd name="connsiteX307" fmla="*/ 212909 w 338138"/>
                  <a:gd name="connsiteY307" fmla="*/ 103822 h 336550"/>
                  <a:gd name="connsiteX308" fmla="*/ 215550 w 338138"/>
                  <a:gd name="connsiteY308" fmla="*/ 106453 h 336550"/>
                  <a:gd name="connsiteX309" fmla="*/ 216870 w 338138"/>
                  <a:gd name="connsiteY309" fmla="*/ 109084 h 336550"/>
                  <a:gd name="connsiteX310" fmla="*/ 224793 w 338138"/>
                  <a:gd name="connsiteY310" fmla="*/ 122237 h 336550"/>
                  <a:gd name="connsiteX311" fmla="*/ 231394 w 338138"/>
                  <a:gd name="connsiteY311" fmla="*/ 131445 h 336550"/>
                  <a:gd name="connsiteX312" fmla="*/ 234035 w 338138"/>
                  <a:gd name="connsiteY312" fmla="*/ 134075 h 336550"/>
                  <a:gd name="connsiteX313" fmla="*/ 236676 w 338138"/>
                  <a:gd name="connsiteY313" fmla="*/ 138022 h 336550"/>
                  <a:gd name="connsiteX314" fmla="*/ 240637 w 338138"/>
                  <a:gd name="connsiteY314" fmla="*/ 140652 h 336550"/>
                  <a:gd name="connsiteX315" fmla="*/ 244598 w 338138"/>
                  <a:gd name="connsiteY315" fmla="*/ 143283 h 336550"/>
                  <a:gd name="connsiteX316" fmla="*/ 245919 w 338138"/>
                  <a:gd name="connsiteY316" fmla="*/ 143283 h 336550"/>
                  <a:gd name="connsiteX317" fmla="*/ 248559 w 338138"/>
                  <a:gd name="connsiteY317" fmla="*/ 143283 h 336550"/>
                  <a:gd name="connsiteX318" fmla="*/ 260443 w 338138"/>
                  <a:gd name="connsiteY318" fmla="*/ 140652 h 336550"/>
                  <a:gd name="connsiteX319" fmla="*/ 259122 w 338138"/>
                  <a:gd name="connsiteY319" fmla="*/ 147229 h 336550"/>
                  <a:gd name="connsiteX320" fmla="*/ 257802 w 338138"/>
                  <a:gd name="connsiteY320" fmla="*/ 151175 h 336550"/>
                  <a:gd name="connsiteX321" fmla="*/ 255161 w 338138"/>
                  <a:gd name="connsiteY321" fmla="*/ 159067 h 336550"/>
                  <a:gd name="connsiteX322" fmla="*/ 253841 w 338138"/>
                  <a:gd name="connsiteY322" fmla="*/ 161698 h 336550"/>
                  <a:gd name="connsiteX323" fmla="*/ 232715 w 338138"/>
                  <a:gd name="connsiteY323" fmla="*/ 190636 h 336550"/>
                  <a:gd name="connsiteX324" fmla="*/ 234035 w 338138"/>
                  <a:gd name="connsiteY324" fmla="*/ 191951 h 336550"/>
                  <a:gd name="connsiteX325" fmla="*/ 228754 w 338138"/>
                  <a:gd name="connsiteY325" fmla="*/ 212997 h 336550"/>
                  <a:gd name="connsiteX326" fmla="*/ 227433 w 338138"/>
                  <a:gd name="connsiteY326" fmla="*/ 215628 h 336550"/>
                  <a:gd name="connsiteX327" fmla="*/ 218191 w 338138"/>
                  <a:gd name="connsiteY327" fmla="*/ 235358 h 336550"/>
                  <a:gd name="connsiteX328" fmla="*/ 212909 w 338138"/>
                  <a:gd name="connsiteY328" fmla="*/ 239304 h 336550"/>
                  <a:gd name="connsiteX329" fmla="*/ 211589 w 338138"/>
                  <a:gd name="connsiteY329" fmla="*/ 241935 h 336550"/>
                  <a:gd name="connsiteX330" fmla="*/ 210268 w 338138"/>
                  <a:gd name="connsiteY330" fmla="*/ 245881 h 336550"/>
                  <a:gd name="connsiteX331" fmla="*/ 207628 w 338138"/>
                  <a:gd name="connsiteY331" fmla="*/ 248512 h 336550"/>
                  <a:gd name="connsiteX332" fmla="*/ 203667 w 338138"/>
                  <a:gd name="connsiteY332" fmla="*/ 253773 h 336550"/>
                  <a:gd name="connsiteX333" fmla="*/ 191783 w 338138"/>
                  <a:gd name="connsiteY333" fmla="*/ 259034 h 336550"/>
                  <a:gd name="connsiteX334" fmla="*/ 185181 w 338138"/>
                  <a:gd name="connsiteY334" fmla="*/ 259034 h 336550"/>
                  <a:gd name="connsiteX335" fmla="*/ 183861 w 338138"/>
                  <a:gd name="connsiteY335" fmla="*/ 260350 h 336550"/>
                  <a:gd name="connsiteX336" fmla="*/ 183861 w 338138"/>
                  <a:gd name="connsiteY336" fmla="*/ 261665 h 336550"/>
                  <a:gd name="connsiteX337" fmla="*/ 181220 w 338138"/>
                  <a:gd name="connsiteY337" fmla="*/ 261665 h 336550"/>
                  <a:gd name="connsiteX338" fmla="*/ 178579 w 338138"/>
                  <a:gd name="connsiteY338" fmla="*/ 260350 h 336550"/>
                  <a:gd name="connsiteX339" fmla="*/ 177259 w 338138"/>
                  <a:gd name="connsiteY339" fmla="*/ 259034 h 336550"/>
                  <a:gd name="connsiteX340" fmla="*/ 175938 w 338138"/>
                  <a:gd name="connsiteY340" fmla="*/ 257719 h 336550"/>
                  <a:gd name="connsiteX341" fmla="*/ 175938 w 338138"/>
                  <a:gd name="connsiteY341" fmla="*/ 256404 h 336550"/>
                  <a:gd name="connsiteX342" fmla="*/ 175938 w 338138"/>
                  <a:gd name="connsiteY342" fmla="*/ 255088 h 336550"/>
                  <a:gd name="connsiteX343" fmla="*/ 175938 w 338138"/>
                  <a:gd name="connsiteY343" fmla="*/ 253773 h 336550"/>
                  <a:gd name="connsiteX344" fmla="*/ 174618 w 338138"/>
                  <a:gd name="connsiteY344" fmla="*/ 251142 h 336550"/>
                  <a:gd name="connsiteX345" fmla="*/ 173298 w 338138"/>
                  <a:gd name="connsiteY345" fmla="*/ 248512 h 336550"/>
                  <a:gd name="connsiteX346" fmla="*/ 171977 w 338138"/>
                  <a:gd name="connsiteY346" fmla="*/ 245881 h 336550"/>
                  <a:gd name="connsiteX347" fmla="*/ 170657 w 338138"/>
                  <a:gd name="connsiteY347" fmla="*/ 245881 h 336550"/>
                  <a:gd name="connsiteX348" fmla="*/ 170657 w 338138"/>
                  <a:gd name="connsiteY348" fmla="*/ 244565 h 336550"/>
                  <a:gd name="connsiteX349" fmla="*/ 169336 w 338138"/>
                  <a:gd name="connsiteY349" fmla="*/ 243250 h 336550"/>
                  <a:gd name="connsiteX350" fmla="*/ 169336 w 338138"/>
                  <a:gd name="connsiteY350" fmla="*/ 241935 h 336550"/>
                  <a:gd name="connsiteX351" fmla="*/ 160094 w 338138"/>
                  <a:gd name="connsiteY351" fmla="*/ 219574 h 336550"/>
                  <a:gd name="connsiteX352" fmla="*/ 164055 w 338138"/>
                  <a:gd name="connsiteY352" fmla="*/ 205105 h 336550"/>
                  <a:gd name="connsiteX353" fmla="*/ 165375 w 338138"/>
                  <a:gd name="connsiteY353" fmla="*/ 202474 h 336550"/>
                  <a:gd name="connsiteX354" fmla="*/ 165375 w 338138"/>
                  <a:gd name="connsiteY354" fmla="*/ 198528 h 336550"/>
                  <a:gd name="connsiteX355" fmla="*/ 164055 w 338138"/>
                  <a:gd name="connsiteY355" fmla="*/ 194582 h 336550"/>
                  <a:gd name="connsiteX356" fmla="*/ 160094 w 338138"/>
                  <a:gd name="connsiteY356" fmla="*/ 185374 h 336550"/>
                  <a:gd name="connsiteX357" fmla="*/ 157453 w 338138"/>
                  <a:gd name="connsiteY357" fmla="*/ 182744 h 336550"/>
                  <a:gd name="connsiteX358" fmla="*/ 156133 w 338138"/>
                  <a:gd name="connsiteY358" fmla="*/ 180113 h 336550"/>
                  <a:gd name="connsiteX359" fmla="*/ 152172 w 338138"/>
                  <a:gd name="connsiteY359" fmla="*/ 164329 h 336550"/>
                  <a:gd name="connsiteX360" fmla="*/ 148210 w 338138"/>
                  <a:gd name="connsiteY360" fmla="*/ 160383 h 336550"/>
                  <a:gd name="connsiteX361" fmla="*/ 144249 w 338138"/>
                  <a:gd name="connsiteY361" fmla="*/ 160383 h 336550"/>
                  <a:gd name="connsiteX362" fmla="*/ 142929 w 338138"/>
                  <a:gd name="connsiteY362" fmla="*/ 159067 h 336550"/>
                  <a:gd name="connsiteX363" fmla="*/ 141609 w 338138"/>
                  <a:gd name="connsiteY363" fmla="*/ 157752 h 336550"/>
                  <a:gd name="connsiteX364" fmla="*/ 141609 w 338138"/>
                  <a:gd name="connsiteY364" fmla="*/ 156437 h 336550"/>
                  <a:gd name="connsiteX365" fmla="*/ 136327 w 338138"/>
                  <a:gd name="connsiteY365" fmla="*/ 155121 h 336550"/>
                  <a:gd name="connsiteX366" fmla="*/ 133686 w 338138"/>
                  <a:gd name="connsiteY366" fmla="*/ 156437 h 336550"/>
                  <a:gd name="connsiteX367" fmla="*/ 131046 w 338138"/>
                  <a:gd name="connsiteY367" fmla="*/ 156437 h 336550"/>
                  <a:gd name="connsiteX368" fmla="*/ 92755 w 338138"/>
                  <a:gd name="connsiteY368" fmla="*/ 145914 h 336550"/>
                  <a:gd name="connsiteX369" fmla="*/ 91434 w 338138"/>
                  <a:gd name="connsiteY369" fmla="*/ 143283 h 336550"/>
                  <a:gd name="connsiteX370" fmla="*/ 88794 w 338138"/>
                  <a:gd name="connsiteY370" fmla="*/ 140652 h 336550"/>
                  <a:gd name="connsiteX371" fmla="*/ 88794 w 338138"/>
                  <a:gd name="connsiteY371" fmla="*/ 139337 h 336550"/>
                  <a:gd name="connsiteX372" fmla="*/ 87473 w 338138"/>
                  <a:gd name="connsiteY372" fmla="*/ 139337 h 336550"/>
                  <a:gd name="connsiteX373" fmla="*/ 88794 w 338138"/>
                  <a:gd name="connsiteY373" fmla="*/ 136706 h 336550"/>
                  <a:gd name="connsiteX374" fmla="*/ 88794 w 338138"/>
                  <a:gd name="connsiteY374" fmla="*/ 134075 h 336550"/>
                  <a:gd name="connsiteX375" fmla="*/ 88794 w 338138"/>
                  <a:gd name="connsiteY375" fmla="*/ 132760 h 336550"/>
                  <a:gd name="connsiteX376" fmla="*/ 88794 w 338138"/>
                  <a:gd name="connsiteY376" fmla="*/ 131445 h 336550"/>
                  <a:gd name="connsiteX377" fmla="*/ 101997 w 338138"/>
                  <a:gd name="connsiteY377" fmla="*/ 103822 h 336550"/>
                  <a:gd name="connsiteX378" fmla="*/ 105958 w 338138"/>
                  <a:gd name="connsiteY378" fmla="*/ 101192 h 336550"/>
                  <a:gd name="connsiteX379" fmla="*/ 113881 w 338138"/>
                  <a:gd name="connsiteY379" fmla="*/ 95930 h 336550"/>
                  <a:gd name="connsiteX380" fmla="*/ 115201 w 338138"/>
                  <a:gd name="connsiteY380" fmla="*/ 93299 h 336550"/>
                  <a:gd name="connsiteX381" fmla="*/ 125764 w 338138"/>
                  <a:gd name="connsiteY381" fmla="*/ 84092 h 336550"/>
                  <a:gd name="connsiteX382" fmla="*/ 144249 w 338138"/>
                  <a:gd name="connsiteY382" fmla="*/ 81461 h 336550"/>
                  <a:gd name="connsiteX383" fmla="*/ 148210 w 338138"/>
                  <a:gd name="connsiteY383" fmla="*/ 81461 h 336550"/>
                  <a:gd name="connsiteX384" fmla="*/ 161414 w 338138"/>
                  <a:gd name="connsiteY384" fmla="*/ 82777 h 336550"/>
                  <a:gd name="connsiteX385" fmla="*/ 168016 w 338138"/>
                  <a:gd name="connsiteY385" fmla="*/ 91984 h 336550"/>
                  <a:gd name="connsiteX386" fmla="*/ 170657 w 338138"/>
                  <a:gd name="connsiteY386" fmla="*/ 91984 h 336550"/>
                  <a:gd name="connsiteX387" fmla="*/ 174618 w 338138"/>
                  <a:gd name="connsiteY387" fmla="*/ 93299 h 336550"/>
                  <a:gd name="connsiteX388" fmla="*/ 175938 w 338138"/>
                  <a:gd name="connsiteY388" fmla="*/ 94615 h 336550"/>
                  <a:gd name="connsiteX389" fmla="*/ 179899 w 338138"/>
                  <a:gd name="connsiteY389" fmla="*/ 95930 h 336550"/>
                  <a:gd name="connsiteX390" fmla="*/ 179899 w 338138"/>
                  <a:gd name="connsiteY390" fmla="*/ 94615 h 336550"/>
                  <a:gd name="connsiteX391" fmla="*/ 179899 w 338138"/>
                  <a:gd name="connsiteY391" fmla="*/ 91984 h 336550"/>
                  <a:gd name="connsiteX392" fmla="*/ 181220 w 338138"/>
                  <a:gd name="connsiteY392" fmla="*/ 90669 h 336550"/>
                  <a:gd name="connsiteX393" fmla="*/ 183861 w 338138"/>
                  <a:gd name="connsiteY393" fmla="*/ 90669 h 336550"/>
                  <a:gd name="connsiteX394" fmla="*/ 186501 w 338138"/>
                  <a:gd name="connsiteY394" fmla="*/ 90669 h 336550"/>
                  <a:gd name="connsiteX395" fmla="*/ 198385 w 338138"/>
                  <a:gd name="connsiteY395" fmla="*/ 94615 h 336550"/>
                  <a:gd name="connsiteX396" fmla="*/ 211589 w 338138"/>
                  <a:gd name="connsiteY396" fmla="*/ 84092 h 336550"/>
                  <a:gd name="connsiteX397" fmla="*/ 189142 w 338138"/>
                  <a:gd name="connsiteY397" fmla="*/ 74884 h 336550"/>
                  <a:gd name="connsiteX398" fmla="*/ 187822 w 338138"/>
                  <a:gd name="connsiteY398" fmla="*/ 76200 h 336550"/>
                  <a:gd name="connsiteX399" fmla="*/ 187822 w 338138"/>
                  <a:gd name="connsiteY399" fmla="*/ 78830 h 336550"/>
                  <a:gd name="connsiteX400" fmla="*/ 186501 w 338138"/>
                  <a:gd name="connsiteY400" fmla="*/ 82777 h 336550"/>
                  <a:gd name="connsiteX401" fmla="*/ 183861 w 338138"/>
                  <a:gd name="connsiteY401" fmla="*/ 81461 h 336550"/>
                  <a:gd name="connsiteX402" fmla="*/ 165375 w 338138"/>
                  <a:gd name="connsiteY402" fmla="*/ 65677 h 336550"/>
                  <a:gd name="connsiteX403" fmla="*/ 178579 w 338138"/>
                  <a:gd name="connsiteY403" fmla="*/ 81461 h 336550"/>
                  <a:gd name="connsiteX404" fmla="*/ 173298 w 338138"/>
                  <a:gd name="connsiteY404" fmla="*/ 82777 h 336550"/>
                  <a:gd name="connsiteX405" fmla="*/ 158773 w 338138"/>
                  <a:gd name="connsiteY405" fmla="*/ 68308 h 336550"/>
                  <a:gd name="connsiteX406" fmla="*/ 156133 w 338138"/>
                  <a:gd name="connsiteY406" fmla="*/ 68308 h 336550"/>
                  <a:gd name="connsiteX407" fmla="*/ 152172 w 338138"/>
                  <a:gd name="connsiteY407" fmla="*/ 69623 h 336550"/>
                  <a:gd name="connsiteX408" fmla="*/ 148210 w 338138"/>
                  <a:gd name="connsiteY408" fmla="*/ 70938 h 336550"/>
                  <a:gd name="connsiteX409" fmla="*/ 145570 w 338138"/>
                  <a:gd name="connsiteY409" fmla="*/ 73569 h 336550"/>
                  <a:gd name="connsiteX410" fmla="*/ 142929 w 338138"/>
                  <a:gd name="connsiteY410" fmla="*/ 74884 h 336550"/>
                  <a:gd name="connsiteX411" fmla="*/ 137647 w 338138"/>
                  <a:gd name="connsiteY411" fmla="*/ 78830 h 336550"/>
                  <a:gd name="connsiteX412" fmla="*/ 119162 w 338138"/>
                  <a:gd name="connsiteY412" fmla="*/ 78830 h 336550"/>
                  <a:gd name="connsiteX413" fmla="*/ 119162 w 338138"/>
                  <a:gd name="connsiteY413" fmla="*/ 73569 h 336550"/>
                  <a:gd name="connsiteX414" fmla="*/ 138968 w 338138"/>
                  <a:gd name="connsiteY414" fmla="*/ 66992 h 336550"/>
                  <a:gd name="connsiteX415" fmla="*/ 138968 w 338138"/>
                  <a:gd name="connsiteY415" fmla="*/ 60415 h 336550"/>
                  <a:gd name="connsiteX416" fmla="*/ 142929 w 338138"/>
                  <a:gd name="connsiteY416" fmla="*/ 60415 h 336550"/>
                  <a:gd name="connsiteX417" fmla="*/ 158773 w 338138"/>
                  <a:gd name="connsiteY417" fmla="*/ 52523 h 336550"/>
                  <a:gd name="connsiteX418" fmla="*/ 161414 w 338138"/>
                  <a:gd name="connsiteY418" fmla="*/ 52523 h 336550"/>
                  <a:gd name="connsiteX419" fmla="*/ 164055 w 338138"/>
                  <a:gd name="connsiteY419" fmla="*/ 47262 h 336550"/>
                  <a:gd name="connsiteX420" fmla="*/ 164055 w 338138"/>
                  <a:gd name="connsiteY420" fmla="*/ 49893 h 336550"/>
                  <a:gd name="connsiteX421" fmla="*/ 165375 w 338138"/>
                  <a:gd name="connsiteY421" fmla="*/ 51208 h 336550"/>
                  <a:gd name="connsiteX422" fmla="*/ 164055 w 338138"/>
                  <a:gd name="connsiteY422" fmla="*/ 51208 h 336550"/>
                  <a:gd name="connsiteX423" fmla="*/ 177259 w 338138"/>
                  <a:gd name="connsiteY423" fmla="*/ 45947 h 336550"/>
                  <a:gd name="connsiteX424" fmla="*/ 178579 w 338138"/>
                  <a:gd name="connsiteY424" fmla="*/ 47262 h 336550"/>
                  <a:gd name="connsiteX425" fmla="*/ 179899 w 338138"/>
                  <a:gd name="connsiteY425" fmla="*/ 43316 h 336550"/>
                  <a:gd name="connsiteX426" fmla="*/ 183861 w 338138"/>
                  <a:gd name="connsiteY426" fmla="*/ 42000 h 336550"/>
                  <a:gd name="connsiteX427" fmla="*/ 185181 w 338138"/>
                  <a:gd name="connsiteY427" fmla="*/ 40685 h 336550"/>
                  <a:gd name="connsiteX428" fmla="*/ 181220 w 338138"/>
                  <a:gd name="connsiteY428" fmla="*/ 42000 h 336550"/>
                  <a:gd name="connsiteX429" fmla="*/ 177259 w 338138"/>
                  <a:gd name="connsiteY429" fmla="*/ 43316 h 336550"/>
                  <a:gd name="connsiteX430" fmla="*/ 178579 w 338138"/>
                  <a:gd name="connsiteY430" fmla="*/ 39370 h 336550"/>
                  <a:gd name="connsiteX431" fmla="*/ 174618 w 338138"/>
                  <a:gd name="connsiteY431" fmla="*/ 40685 h 336550"/>
                  <a:gd name="connsiteX432" fmla="*/ 171977 w 338138"/>
                  <a:gd name="connsiteY432" fmla="*/ 43316 h 336550"/>
                  <a:gd name="connsiteX433" fmla="*/ 168016 w 338138"/>
                  <a:gd name="connsiteY433" fmla="*/ 51208 h 336550"/>
                  <a:gd name="connsiteX434" fmla="*/ 165375 w 338138"/>
                  <a:gd name="connsiteY434" fmla="*/ 48577 h 336550"/>
                  <a:gd name="connsiteX435" fmla="*/ 164055 w 338138"/>
                  <a:gd name="connsiteY435" fmla="*/ 47262 h 336550"/>
                  <a:gd name="connsiteX436" fmla="*/ 160094 w 338138"/>
                  <a:gd name="connsiteY436" fmla="*/ 45947 h 336550"/>
                  <a:gd name="connsiteX437" fmla="*/ 165375 w 338138"/>
                  <a:gd name="connsiteY437" fmla="*/ 40685 h 336550"/>
                  <a:gd name="connsiteX438" fmla="*/ 168016 w 338138"/>
                  <a:gd name="connsiteY438" fmla="*/ 39370 h 336550"/>
                  <a:gd name="connsiteX439" fmla="*/ 170657 w 338138"/>
                  <a:gd name="connsiteY439" fmla="*/ 38054 h 336550"/>
                  <a:gd name="connsiteX440" fmla="*/ 187822 w 338138"/>
                  <a:gd name="connsiteY440" fmla="*/ 35424 h 336550"/>
                  <a:gd name="connsiteX441" fmla="*/ 183861 w 338138"/>
                  <a:gd name="connsiteY441" fmla="*/ 36739 h 336550"/>
                  <a:gd name="connsiteX442" fmla="*/ 187822 w 338138"/>
                  <a:gd name="connsiteY442" fmla="*/ 36739 h 336550"/>
                  <a:gd name="connsiteX443" fmla="*/ 190463 w 338138"/>
                  <a:gd name="connsiteY443" fmla="*/ 34108 h 336550"/>
                  <a:gd name="connsiteX444" fmla="*/ 187822 w 338138"/>
                  <a:gd name="connsiteY444" fmla="*/ 34108 h 336550"/>
                  <a:gd name="connsiteX445" fmla="*/ 190463 w 338138"/>
                  <a:gd name="connsiteY445" fmla="*/ 32793 h 336550"/>
                  <a:gd name="connsiteX446" fmla="*/ 187822 w 338138"/>
                  <a:gd name="connsiteY446" fmla="*/ 32793 h 336550"/>
                  <a:gd name="connsiteX447" fmla="*/ 189915 w 338138"/>
                  <a:gd name="connsiteY447" fmla="*/ 31750 h 336550"/>
                  <a:gd name="connsiteX448" fmla="*/ 190463 w 338138"/>
                  <a:gd name="connsiteY448" fmla="*/ 31477 h 336550"/>
                  <a:gd name="connsiteX449" fmla="*/ 169336 w 338138"/>
                  <a:gd name="connsiteY449" fmla="*/ 30162 h 336550"/>
                  <a:gd name="connsiteX450" fmla="*/ 169069 w 338138"/>
                  <a:gd name="connsiteY450" fmla="*/ 0 h 336550"/>
                  <a:gd name="connsiteX451" fmla="*/ 338138 w 338138"/>
                  <a:gd name="connsiteY451" fmla="*/ 168275 h 336550"/>
                  <a:gd name="connsiteX452" fmla="*/ 169069 w 338138"/>
                  <a:gd name="connsiteY452" fmla="*/ 336550 h 336550"/>
                  <a:gd name="connsiteX453" fmla="*/ 0 w 338138"/>
                  <a:gd name="connsiteY453" fmla="*/ 168275 h 336550"/>
                  <a:gd name="connsiteX454" fmla="*/ 169069 w 338138"/>
                  <a:gd name="connsiteY454"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Lst>
                <a:rect l="l" t="t" r="r" b="b"/>
                <a:pathLst>
                  <a:path w="338138" h="336550">
                    <a:moveTo>
                      <a:pt x="256117" y="200025"/>
                    </a:moveTo>
                    <a:cubicBezTo>
                      <a:pt x="256117" y="200025"/>
                      <a:pt x="256117" y="200025"/>
                      <a:pt x="257440" y="201324"/>
                    </a:cubicBezTo>
                    <a:cubicBezTo>
                      <a:pt x="257440" y="201324"/>
                      <a:pt x="257440" y="201324"/>
                      <a:pt x="258763" y="202623"/>
                    </a:cubicBezTo>
                    <a:cubicBezTo>
                      <a:pt x="258763" y="203922"/>
                      <a:pt x="258763" y="203922"/>
                      <a:pt x="258763" y="203922"/>
                    </a:cubicBezTo>
                    <a:lnTo>
                      <a:pt x="258763" y="205221"/>
                    </a:lnTo>
                    <a:cubicBezTo>
                      <a:pt x="258763" y="205221"/>
                      <a:pt x="258763" y="205221"/>
                      <a:pt x="258763" y="206520"/>
                    </a:cubicBezTo>
                    <a:cubicBezTo>
                      <a:pt x="258763" y="206520"/>
                      <a:pt x="258763" y="206520"/>
                      <a:pt x="257440" y="207819"/>
                    </a:cubicBezTo>
                    <a:cubicBezTo>
                      <a:pt x="257440" y="207819"/>
                      <a:pt x="257440" y="207819"/>
                      <a:pt x="254794" y="216911"/>
                    </a:cubicBezTo>
                    <a:cubicBezTo>
                      <a:pt x="254794" y="216911"/>
                      <a:pt x="254794" y="216911"/>
                      <a:pt x="246857" y="233796"/>
                    </a:cubicBezTo>
                    <a:cubicBezTo>
                      <a:pt x="246857" y="233796"/>
                      <a:pt x="246857" y="233796"/>
                      <a:pt x="245534" y="240290"/>
                    </a:cubicBezTo>
                    <a:cubicBezTo>
                      <a:pt x="245534" y="240290"/>
                      <a:pt x="245534" y="240290"/>
                      <a:pt x="241565" y="242888"/>
                    </a:cubicBezTo>
                    <a:cubicBezTo>
                      <a:pt x="241565" y="242888"/>
                      <a:pt x="241565" y="242888"/>
                      <a:pt x="237596" y="241589"/>
                    </a:cubicBezTo>
                    <a:cubicBezTo>
                      <a:pt x="237596" y="241589"/>
                      <a:pt x="237596" y="241589"/>
                      <a:pt x="236273" y="238992"/>
                    </a:cubicBezTo>
                    <a:cubicBezTo>
                      <a:pt x="236273" y="238992"/>
                      <a:pt x="236273" y="238992"/>
                      <a:pt x="234950" y="237693"/>
                    </a:cubicBezTo>
                    <a:cubicBezTo>
                      <a:pt x="234950" y="237693"/>
                      <a:pt x="234950" y="237693"/>
                      <a:pt x="236273" y="235095"/>
                    </a:cubicBezTo>
                    <a:cubicBezTo>
                      <a:pt x="236273" y="235095"/>
                      <a:pt x="236273" y="235095"/>
                      <a:pt x="236273" y="233796"/>
                    </a:cubicBezTo>
                    <a:cubicBezTo>
                      <a:pt x="236273" y="233796"/>
                      <a:pt x="236273" y="233796"/>
                      <a:pt x="238919" y="226003"/>
                    </a:cubicBezTo>
                    <a:cubicBezTo>
                      <a:pt x="238919" y="226003"/>
                      <a:pt x="238919" y="226003"/>
                      <a:pt x="238919" y="218210"/>
                    </a:cubicBezTo>
                    <a:cubicBezTo>
                      <a:pt x="238919" y="218210"/>
                      <a:pt x="238919" y="218210"/>
                      <a:pt x="238919" y="216911"/>
                    </a:cubicBezTo>
                    <a:cubicBezTo>
                      <a:pt x="238919" y="216911"/>
                      <a:pt x="238919" y="216911"/>
                      <a:pt x="240242" y="215612"/>
                    </a:cubicBezTo>
                    <a:cubicBezTo>
                      <a:pt x="240242" y="215612"/>
                      <a:pt x="240242" y="215612"/>
                      <a:pt x="240242" y="214313"/>
                    </a:cubicBezTo>
                    <a:cubicBezTo>
                      <a:pt x="240242" y="214313"/>
                      <a:pt x="240242" y="214313"/>
                      <a:pt x="246857" y="210416"/>
                    </a:cubicBezTo>
                    <a:cubicBezTo>
                      <a:pt x="246857" y="210416"/>
                      <a:pt x="246857" y="210416"/>
                      <a:pt x="253471" y="202623"/>
                    </a:cubicBezTo>
                    <a:cubicBezTo>
                      <a:pt x="253471" y="202623"/>
                      <a:pt x="253471" y="202623"/>
                      <a:pt x="253471" y="201324"/>
                    </a:cubicBezTo>
                    <a:cubicBezTo>
                      <a:pt x="253471" y="201324"/>
                      <a:pt x="253471" y="201324"/>
                      <a:pt x="256117" y="200025"/>
                    </a:cubicBezTo>
                    <a:close/>
                    <a:moveTo>
                      <a:pt x="300038" y="171450"/>
                    </a:moveTo>
                    <a:lnTo>
                      <a:pt x="301625" y="171450"/>
                    </a:lnTo>
                    <a:lnTo>
                      <a:pt x="298450" y="176213"/>
                    </a:lnTo>
                    <a:lnTo>
                      <a:pt x="296863" y="177800"/>
                    </a:lnTo>
                    <a:lnTo>
                      <a:pt x="295275" y="177800"/>
                    </a:lnTo>
                    <a:lnTo>
                      <a:pt x="295275" y="176213"/>
                    </a:lnTo>
                    <a:lnTo>
                      <a:pt x="296863" y="174625"/>
                    </a:lnTo>
                    <a:lnTo>
                      <a:pt x="298450" y="173038"/>
                    </a:lnTo>
                    <a:close/>
                    <a:moveTo>
                      <a:pt x="293688" y="171450"/>
                    </a:moveTo>
                    <a:lnTo>
                      <a:pt x="296863" y="171450"/>
                    </a:lnTo>
                    <a:lnTo>
                      <a:pt x="293688" y="174625"/>
                    </a:lnTo>
                    <a:lnTo>
                      <a:pt x="292100" y="174625"/>
                    </a:lnTo>
                    <a:lnTo>
                      <a:pt x="292100" y="173038"/>
                    </a:lnTo>
                    <a:close/>
                    <a:moveTo>
                      <a:pt x="303946" y="169998"/>
                    </a:moveTo>
                    <a:lnTo>
                      <a:pt x="303457" y="173083"/>
                    </a:lnTo>
                    <a:lnTo>
                      <a:pt x="303213" y="174625"/>
                    </a:lnTo>
                    <a:cubicBezTo>
                      <a:pt x="303213" y="174625"/>
                      <a:pt x="303213" y="174625"/>
                      <a:pt x="303213" y="173288"/>
                    </a:cubicBezTo>
                    <a:cubicBezTo>
                      <a:pt x="303213" y="173288"/>
                      <a:pt x="303213" y="173288"/>
                      <a:pt x="303213" y="171952"/>
                    </a:cubicBezTo>
                    <a:cubicBezTo>
                      <a:pt x="303213" y="171952"/>
                      <a:pt x="303213" y="171952"/>
                      <a:pt x="303213" y="170615"/>
                    </a:cubicBezTo>
                    <a:close/>
                    <a:moveTo>
                      <a:pt x="288926" y="169862"/>
                    </a:moveTo>
                    <a:cubicBezTo>
                      <a:pt x="288926" y="169862"/>
                      <a:pt x="288926" y="169862"/>
                      <a:pt x="290513" y="169862"/>
                    </a:cubicBezTo>
                    <a:cubicBezTo>
                      <a:pt x="290513" y="169862"/>
                      <a:pt x="290513" y="169862"/>
                      <a:pt x="293688" y="169862"/>
                    </a:cubicBezTo>
                    <a:cubicBezTo>
                      <a:pt x="293688" y="169862"/>
                      <a:pt x="293688" y="169862"/>
                      <a:pt x="293688" y="170656"/>
                    </a:cubicBezTo>
                    <a:cubicBezTo>
                      <a:pt x="293688" y="170656"/>
                      <a:pt x="293688" y="170656"/>
                      <a:pt x="292101" y="171450"/>
                    </a:cubicBezTo>
                    <a:cubicBezTo>
                      <a:pt x="292101" y="171450"/>
                      <a:pt x="292101" y="171450"/>
                      <a:pt x="290513" y="171450"/>
                    </a:cubicBezTo>
                    <a:cubicBezTo>
                      <a:pt x="290513" y="171450"/>
                      <a:pt x="290513" y="171450"/>
                      <a:pt x="288926" y="171450"/>
                    </a:cubicBezTo>
                    <a:cubicBezTo>
                      <a:pt x="288926" y="171450"/>
                      <a:pt x="288926" y="171450"/>
                      <a:pt x="287338" y="170656"/>
                    </a:cubicBezTo>
                    <a:cubicBezTo>
                      <a:pt x="287338" y="170656"/>
                      <a:pt x="287338" y="170656"/>
                      <a:pt x="288926" y="169862"/>
                    </a:cubicBezTo>
                    <a:close/>
                    <a:moveTo>
                      <a:pt x="304800" y="164600"/>
                    </a:moveTo>
                    <a:lnTo>
                      <a:pt x="304800" y="165267"/>
                    </a:lnTo>
                    <a:cubicBezTo>
                      <a:pt x="304800" y="166604"/>
                      <a:pt x="304800" y="166604"/>
                      <a:pt x="304800" y="166604"/>
                    </a:cubicBezTo>
                    <a:cubicBezTo>
                      <a:pt x="304800" y="167941"/>
                      <a:pt x="304800" y="167941"/>
                      <a:pt x="304800" y="167941"/>
                    </a:cubicBezTo>
                    <a:cubicBezTo>
                      <a:pt x="304800" y="169278"/>
                      <a:pt x="304800" y="169278"/>
                      <a:pt x="304800" y="169278"/>
                    </a:cubicBezTo>
                    <a:lnTo>
                      <a:pt x="303946" y="169998"/>
                    </a:lnTo>
                    <a:close/>
                    <a:moveTo>
                      <a:pt x="301626" y="149225"/>
                    </a:moveTo>
                    <a:lnTo>
                      <a:pt x="303213" y="149225"/>
                    </a:lnTo>
                    <a:cubicBezTo>
                      <a:pt x="303213" y="149225"/>
                      <a:pt x="303213" y="149225"/>
                      <a:pt x="304800" y="150562"/>
                    </a:cubicBezTo>
                    <a:cubicBezTo>
                      <a:pt x="304800" y="150562"/>
                      <a:pt x="304800" y="150562"/>
                      <a:pt x="304800" y="151899"/>
                    </a:cubicBezTo>
                    <a:cubicBezTo>
                      <a:pt x="304800" y="151899"/>
                      <a:pt x="304800" y="151899"/>
                      <a:pt x="304800" y="154573"/>
                    </a:cubicBezTo>
                    <a:lnTo>
                      <a:pt x="305656" y="153133"/>
                    </a:lnTo>
                    <a:lnTo>
                      <a:pt x="306128" y="156215"/>
                    </a:lnTo>
                    <a:lnTo>
                      <a:pt x="304800" y="164600"/>
                    </a:lnTo>
                    <a:lnTo>
                      <a:pt x="304800" y="162594"/>
                    </a:lnTo>
                    <a:cubicBezTo>
                      <a:pt x="304800" y="162594"/>
                      <a:pt x="304800" y="162594"/>
                      <a:pt x="304800" y="161257"/>
                    </a:cubicBezTo>
                    <a:cubicBezTo>
                      <a:pt x="304800" y="161257"/>
                      <a:pt x="304800" y="161257"/>
                      <a:pt x="304800" y="159920"/>
                    </a:cubicBezTo>
                    <a:cubicBezTo>
                      <a:pt x="304800" y="159920"/>
                      <a:pt x="304800" y="159920"/>
                      <a:pt x="304800" y="158583"/>
                    </a:cubicBezTo>
                    <a:cubicBezTo>
                      <a:pt x="304800" y="158583"/>
                      <a:pt x="304800" y="158583"/>
                      <a:pt x="303213" y="158583"/>
                    </a:cubicBezTo>
                    <a:cubicBezTo>
                      <a:pt x="303213" y="158583"/>
                      <a:pt x="303213" y="158583"/>
                      <a:pt x="303213" y="157246"/>
                    </a:cubicBezTo>
                    <a:cubicBezTo>
                      <a:pt x="303213" y="157246"/>
                      <a:pt x="303213" y="157246"/>
                      <a:pt x="303213" y="155909"/>
                    </a:cubicBezTo>
                    <a:cubicBezTo>
                      <a:pt x="303213" y="155909"/>
                      <a:pt x="303213" y="155909"/>
                      <a:pt x="303213" y="154573"/>
                    </a:cubicBezTo>
                    <a:cubicBezTo>
                      <a:pt x="303213" y="154573"/>
                      <a:pt x="303213" y="154573"/>
                      <a:pt x="301625" y="154573"/>
                    </a:cubicBezTo>
                    <a:cubicBezTo>
                      <a:pt x="301625" y="154573"/>
                      <a:pt x="301625" y="154573"/>
                      <a:pt x="301625" y="153236"/>
                    </a:cubicBezTo>
                    <a:cubicBezTo>
                      <a:pt x="301625" y="153236"/>
                      <a:pt x="301625" y="153236"/>
                      <a:pt x="301625" y="151899"/>
                    </a:cubicBezTo>
                    <a:lnTo>
                      <a:pt x="301625" y="150812"/>
                    </a:lnTo>
                    <a:lnTo>
                      <a:pt x="301626" y="150813"/>
                    </a:lnTo>
                    <a:lnTo>
                      <a:pt x="301626" y="149226"/>
                    </a:lnTo>
                    <a:close/>
                    <a:moveTo>
                      <a:pt x="298450" y="147637"/>
                    </a:moveTo>
                    <a:cubicBezTo>
                      <a:pt x="298450" y="147637"/>
                      <a:pt x="298450" y="147637"/>
                      <a:pt x="298450" y="148907"/>
                    </a:cubicBezTo>
                    <a:cubicBezTo>
                      <a:pt x="298450" y="148907"/>
                      <a:pt x="298450" y="148907"/>
                      <a:pt x="298450" y="150177"/>
                    </a:cubicBezTo>
                    <a:cubicBezTo>
                      <a:pt x="298450" y="150177"/>
                      <a:pt x="298450" y="150177"/>
                      <a:pt x="297180" y="150177"/>
                    </a:cubicBezTo>
                    <a:cubicBezTo>
                      <a:pt x="297180" y="150177"/>
                      <a:pt x="297180" y="150177"/>
                      <a:pt x="295910" y="150177"/>
                    </a:cubicBezTo>
                    <a:lnTo>
                      <a:pt x="294640" y="150177"/>
                    </a:lnTo>
                    <a:cubicBezTo>
                      <a:pt x="294640" y="150177"/>
                      <a:pt x="294640" y="150177"/>
                      <a:pt x="294640" y="152717"/>
                    </a:cubicBezTo>
                    <a:cubicBezTo>
                      <a:pt x="294640" y="152717"/>
                      <a:pt x="294640" y="152717"/>
                      <a:pt x="294640" y="153987"/>
                    </a:cubicBezTo>
                    <a:cubicBezTo>
                      <a:pt x="294640" y="153987"/>
                      <a:pt x="294640" y="153987"/>
                      <a:pt x="295910" y="155257"/>
                    </a:cubicBezTo>
                    <a:cubicBezTo>
                      <a:pt x="295910" y="155257"/>
                      <a:pt x="295910" y="155257"/>
                      <a:pt x="295910" y="153987"/>
                    </a:cubicBezTo>
                    <a:cubicBezTo>
                      <a:pt x="295910" y="153987"/>
                      <a:pt x="295910" y="153987"/>
                      <a:pt x="297180" y="152717"/>
                    </a:cubicBezTo>
                    <a:cubicBezTo>
                      <a:pt x="297180" y="152717"/>
                      <a:pt x="297180" y="152717"/>
                      <a:pt x="297180" y="153987"/>
                    </a:cubicBezTo>
                    <a:cubicBezTo>
                      <a:pt x="297180" y="153987"/>
                      <a:pt x="297180" y="153987"/>
                      <a:pt x="295910" y="156527"/>
                    </a:cubicBezTo>
                    <a:cubicBezTo>
                      <a:pt x="295910" y="156527"/>
                      <a:pt x="295910" y="156527"/>
                      <a:pt x="295910" y="157797"/>
                    </a:cubicBezTo>
                    <a:cubicBezTo>
                      <a:pt x="295910" y="157797"/>
                      <a:pt x="295910" y="157797"/>
                      <a:pt x="297180" y="160337"/>
                    </a:cubicBezTo>
                    <a:cubicBezTo>
                      <a:pt x="297180" y="160337"/>
                      <a:pt x="297180" y="160337"/>
                      <a:pt x="297180" y="162877"/>
                    </a:cubicBezTo>
                    <a:cubicBezTo>
                      <a:pt x="297180" y="162877"/>
                      <a:pt x="297180" y="162877"/>
                      <a:pt x="295910" y="164147"/>
                    </a:cubicBezTo>
                    <a:cubicBezTo>
                      <a:pt x="295910" y="164147"/>
                      <a:pt x="295910" y="164147"/>
                      <a:pt x="294640" y="162877"/>
                    </a:cubicBezTo>
                    <a:lnTo>
                      <a:pt x="294640" y="165417"/>
                    </a:lnTo>
                    <a:cubicBezTo>
                      <a:pt x="294640" y="165417"/>
                      <a:pt x="294640" y="165417"/>
                      <a:pt x="293370" y="166687"/>
                    </a:cubicBezTo>
                    <a:cubicBezTo>
                      <a:pt x="293370" y="166687"/>
                      <a:pt x="293370" y="166687"/>
                      <a:pt x="293370" y="165417"/>
                    </a:cubicBezTo>
                    <a:cubicBezTo>
                      <a:pt x="293370" y="165417"/>
                      <a:pt x="293370" y="165417"/>
                      <a:pt x="293370" y="162877"/>
                    </a:cubicBezTo>
                    <a:cubicBezTo>
                      <a:pt x="293370" y="162877"/>
                      <a:pt x="293370" y="162877"/>
                      <a:pt x="293370" y="161607"/>
                    </a:cubicBezTo>
                    <a:cubicBezTo>
                      <a:pt x="293370" y="161607"/>
                      <a:pt x="293370" y="161607"/>
                      <a:pt x="292100" y="159067"/>
                    </a:cubicBezTo>
                    <a:cubicBezTo>
                      <a:pt x="292100" y="159067"/>
                      <a:pt x="292100" y="159067"/>
                      <a:pt x="293370" y="157797"/>
                    </a:cubicBezTo>
                    <a:cubicBezTo>
                      <a:pt x="293370" y="157797"/>
                      <a:pt x="293370" y="157797"/>
                      <a:pt x="293370" y="155257"/>
                    </a:cubicBezTo>
                    <a:cubicBezTo>
                      <a:pt x="293370" y="155257"/>
                      <a:pt x="293370" y="155257"/>
                      <a:pt x="293370" y="153987"/>
                    </a:cubicBezTo>
                    <a:cubicBezTo>
                      <a:pt x="293370" y="153987"/>
                      <a:pt x="293370" y="153987"/>
                      <a:pt x="293370" y="151447"/>
                    </a:cubicBezTo>
                    <a:cubicBezTo>
                      <a:pt x="293370" y="151447"/>
                      <a:pt x="293370" y="151447"/>
                      <a:pt x="293370" y="148907"/>
                    </a:cubicBezTo>
                    <a:cubicBezTo>
                      <a:pt x="293370" y="148907"/>
                      <a:pt x="293370" y="148907"/>
                      <a:pt x="294640" y="148907"/>
                    </a:cubicBezTo>
                    <a:cubicBezTo>
                      <a:pt x="295910" y="147637"/>
                      <a:pt x="297180" y="147637"/>
                      <a:pt x="298450" y="147637"/>
                    </a:cubicBezTo>
                    <a:close/>
                    <a:moveTo>
                      <a:pt x="300038" y="139700"/>
                    </a:moveTo>
                    <a:lnTo>
                      <a:pt x="301626" y="139700"/>
                    </a:lnTo>
                    <a:lnTo>
                      <a:pt x="301626" y="141288"/>
                    </a:lnTo>
                    <a:lnTo>
                      <a:pt x="301626" y="142875"/>
                    </a:lnTo>
                    <a:lnTo>
                      <a:pt x="301626" y="146051"/>
                    </a:lnTo>
                    <a:lnTo>
                      <a:pt x="301626" y="147638"/>
                    </a:lnTo>
                    <a:lnTo>
                      <a:pt x="301626" y="149225"/>
                    </a:lnTo>
                    <a:lnTo>
                      <a:pt x="301625" y="149225"/>
                    </a:lnTo>
                    <a:cubicBezTo>
                      <a:pt x="301625" y="150562"/>
                      <a:pt x="301625" y="150562"/>
                      <a:pt x="301625" y="150562"/>
                    </a:cubicBezTo>
                    <a:lnTo>
                      <a:pt x="301625" y="150812"/>
                    </a:lnTo>
                    <a:lnTo>
                      <a:pt x="300038" y="149226"/>
                    </a:lnTo>
                    <a:lnTo>
                      <a:pt x="300038" y="147638"/>
                    </a:lnTo>
                    <a:lnTo>
                      <a:pt x="300038" y="144463"/>
                    </a:lnTo>
                    <a:lnTo>
                      <a:pt x="300038" y="141288"/>
                    </a:lnTo>
                    <a:close/>
                    <a:moveTo>
                      <a:pt x="287338" y="131762"/>
                    </a:moveTo>
                    <a:cubicBezTo>
                      <a:pt x="287338" y="131762"/>
                      <a:pt x="287338" y="131762"/>
                      <a:pt x="292101" y="134484"/>
                    </a:cubicBezTo>
                    <a:cubicBezTo>
                      <a:pt x="292101" y="134484"/>
                      <a:pt x="292101" y="134484"/>
                      <a:pt x="292101" y="135844"/>
                    </a:cubicBezTo>
                    <a:cubicBezTo>
                      <a:pt x="292101" y="135844"/>
                      <a:pt x="292101" y="135844"/>
                      <a:pt x="290513" y="138566"/>
                    </a:cubicBezTo>
                    <a:cubicBezTo>
                      <a:pt x="290513" y="138566"/>
                      <a:pt x="290513" y="138566"/>
                      <a:pt x="290513" y="139927"/>
                    </a:cubicBezTo>
                    <a:cubicBezTo>
                      <a:pt x="290513" y="139927"/>
                      <a:pt x="290513" y="139927"/>
                      <a:pt x="290513" y="142648"/>
                    </a:cubicBezTo>
                    <a:cubicBezTo>
                      <a:pt x="290513" y="142648"/>
                      <a:pt x="290513" y="142648"/>
                      <a:pt x="292101" y="144009"/>
                    </a:cubicBezTo>
                    <a:cubicBezTo>
                      <a:pt x="292101" y="144009"/>
                      <a:pt x="292101" y="144009"/>
                      <a:pt x="293688" y="145369"/>
                    </a:cubicBezTo>
                    <a:cubicBezTo>
                      <a:pt x="293688" y="145369"/>
                      <a:pt x="293688" y="145369"/>
                      <a:pt x="292101" y="146730"/>
                    </a:cubicBezTo>
                    <a:cubicBezTo>
                      <a:pt x="292101" y="146730"/>
                      <a:pt x="292101" y="146730"/>
                      <a:pt x="292101" y="148091"/>
                    </a:cubicBezTo>
                    <a:cubicBezTo>
                      <a:pt x="292101" y="148091"/>
                      <a:pt x="292101" y="148091"/>
                      <a:pt x="290513" y="150812"/>
                    </a:cubicBezTo>
                    <a:cubicBezTo>
                      <a:pt x="290513" y="150812"/>
                      <a:pt x="290513" y="150812"/>
                      <a:pt x="290513" y="152173"/>
                    </a:cubicBezTo>
                    <a:cubicBezTo>
                      <a:pt x="290513" y="152173"/>
                      <a:pt x="290513" y="152173"/>
                      <a:pt x="290513" y="153534"/>
                    </a:cubicBezTo>
                    <a:cubicBezTo>
                      <a:pt x="290513" y="153534"/>
                      <a:pt x="290513" y="153534"/>
                      <a:pt x="290513" y="154894"/>
                    </a:cubicBezTo>
                    <a:cubicBezTo>
                      <a:pt x="290513" y="154894"/>
                      <a:pt x="290513" y="156255"/>
                      <a:pt x="290513" y="157616"/>
                    </a:cubicBezTo>
                    <a:cubicBezTo>
                      <a:pt x="290513" y="157616"/>
                      <a:pt x="290513" y="157616"/>
                      <a:pt x="288925" y="160337"/>
                    </a:cubicBezTo>
                    <a:cubicBezTo>
                      <a:pt x="288925" y="160337"/>
                      <a:pt x="288925" y="160337"/>
                      <a:pt x="287338" y="160337"/>
                    </a:cubicBezTo>
                    <a:cubicBezTo>
                      <a:pt x="287338" y="152173"/>
                      <a:pt x="285750" y="144009"/>
                      <a:pt x="285750" y="137205"/>
                    </a:cubicBezTo>
                    <a:cubicBezTo>
                      <a:pt x="285750" y="137205"/>
                      <a:pt x="285750" y="137205"/>
                      <a:pt x="285750" y="135844"/>
                    </a:cubicBezTo>
                    <a:cubicBezTo>
                      <a:pt x="285750" y="135844"/>
                      <a:pt x="285750" y="135844"/>
                      <a:pt x="285750" y="133123"/>
                    </a:cubicBezTo>
                    <a:cubicBezTo>
                      <a:pt x="285750" y="133123"/>
                      <a:pt x="285750" y="133123"/>
                      <a:pt x="287338" y="131762"/>
                    </a:cubicBezTo>
                    <a:close/>
                    <a:moveTo>
                      <a:pt x="296863" y="123825"/>
                    </a:moveTo>
                    <a:lnTo>
                      <a:pt x="298451" y="127000"/>
                    </a:lnTo>
                    <a:lnTo>
                      <a:pt x="300038" y="130175"/>
                    </a:lnTo>
                    <a:lnTo>
                      <a:pt x="298451" y="130175"/>
                    </a:lnTo>
                    <a:lnTo>
                      <a:pt x="298451" y="133350"/>
                    </a:lnTo>
                    <a:lnTo>
                      <a:pt x="296863" y="131763"/>
                    </a:lnTo>
                    <a:lnTo>
                      <a:pt x="296863" y="130175"/>
                    </a:lnTo>
                    <a:lnTo>
                      <a:pt x="295276" y="128588"/>
                    </a:lnTo>
                    <a:lnTo>
                      <a:pt x="293688" y="130175"/>
                    </a:lnTo>
                    <a:lnTo>
                      <a:pt x="293688" y="128588"/>
                    </a:lnTo>
                    <a:lnTo>
                      <a:pt x="293688" y="125413"/>
                    </a:lnTo>
                    <a:lnTo>
                      <a:pt x="296863" y="125413"/>
                    </a:lnTo>
                    <a:close/>
                    <a:moveTo>
                      <a:pt x="292100" y="117475"/>
                    </a:moveTo>
                    <a:lnTo>
                      <a:pt x="293688" y="117475"/>
                    </a:lnTo>
                    <a:lnTo>
                      <a:pt x="293688" y="119063"/>
                    </a:lnTo>
                    <a:lnTo>
                      <a:pt x="293688" y="120650"/>
                    </a:lnTo>
                    <a:close/>
                    <a:moveTo>
                      <a:pt x="285750" y="101600"/>
                    </a:moveTo>
                    <a:lnTo>
                      <a:pt x="287338" y="101600"/>
                    </a:lnTo>
                    <a:lnTo>
                      <a:pt x="287338" y="104775"/>
                    </a:lnTo>
                    <a:lnTo>
                      <a:pt x="288925" y="107950"/>
                    </a:lnTo>
                    <a:lnTo>
                      <a:pt x="290513" y="109538"/>
                    </a:lnTo>
                    <a:lnTo>
                      <a:pt x="292101" y="111125"/>
                    </a:lnTo>
                    <a:lnTo>
                      <a:pt x="293688" y="111125"/>
                    </a:lnTo>
                    <a:lnTo>
                      <a:pt x="293688" y="114300"/>
                    </a:lnTo>
                    <a:lnTo>
                      <a:pt x="293688" y="115887"/>
                    </a:lnTo>
                    <a:lnTo>
                      <a:pt x="295276" y="117475"/>
                    </a:lnTo>
                    <a:lnTo>
                      <a:pt x="295276" y="119062"/>
                    </a:lnTo>
                    <a:lnTo>
                      <a:pt x="295276" y="120650"/>
                    </a:lnTo>
                    <a:lnTo>
                      <a:pt x="295276" y="122237"/>
                    </a:lnTo>
                    <a:lnTo>
                      <a:pt x="293688" y="117475"/>
                    </a:lnTo>
                    <a:lnTo>
                      <a:pt x="293688" y="115888"/>
                    </a:lnTo>
                    <a:lnTo>
                      <a:pt x="292101" y="114300"/>
                    </a:lnTo>
                    <a:lnTo>
                      <a:pt x="290513" y="114300"/>
                    </a:lnTo>
                    <a:lnTo>
                      <a:pt x="290513" y="115888"/>
                    </a:lnTo>
                    <a:lnTo>
                      <a:pt x="290513" y="117475"/>
                    </a:lnTo>
                    <a:lnTo>
                      <a:pt x="288925" y="117475"/>
                    </a:lnTo>
                    <a:lnTo>
                      <a:pt x="288925" y="115888"/>
                    </a:lnTo>
                    <a:lnTo>
                      <a:pt x="288925" y="112713"/>
                    </a:lnTo>
                    <a:lnTo>
                      <a:pt x="287338" y="109538"/>
                    </a:lnTo>
                    <a:lnTo>
                      <a:pt x="285750" y="107950"/>
                    </a:lnTo>
                    <a:lnTo>
                      <a:pt x="285750" y="106363"/>
                    </a:lnTo>
                    <a:lnTo>
                      <a:pt x="285750" y="103188"/>
                    </a:lnTo>
                    <a:close/>
                    <a:moveTo>
                      <a:pt x="203200" y="85725"/>
                    </a:moveTo>
                    <a:cubicBezTo>
                      <a:pt x="204391" y="85725"/>
                      <a:pt x="205582" y="85725"/>
                      <a:pt x="207963" y="85725"/>
                    </a:cubicBezTo>
                    <a:cubicBezTo>
                      <a:pt x="206772" y="88900"/>
                      <a:pt x="205582" y="86784"/>
                      <a:pt x="204391" y="87842"/>
                    </a:cubicBezTo>
                    <a:cubicBezTo>
                      <a:pt x="204391" y="87842"/>
                      <a:pt x="204391" y="87842"/>
                      <a:pt x="203200" y="87842"/>
                    </a:cubicBezTo>
                    <a:cubicBezTo>
                      <a:pt x="203200" y="86784"/>
                      <a:pt x="203200" y="85725"/>
                      <a:pt x="203200" y="85725"/>
                    </a:cubicBezTo>
                    <a:close/>
                    <a:moveTo>
                      <a:pt x="188913" y="83476"/>
                    </a:moveTo>
                    <a:cubicBezTo>
                      <a:pt x="190501" y="83609"/>
                      <a:pt x="192088" y="84138"/>
                      <a:pt x="192088" y="84667"/>
                    </a:cubicBezTo>
                    <a:cubicBezTo>
                      <a:pt x="192088" y="84667"/>
                      <a:pt x="192088" y="84667"/>
                      <a:pt x="190501" y="85725"/>
                    </a:cubicBezTo>
                    <a:cubicBezTo>
                      <a:pt x="187326" y="84667"/>
                      <a:pt x="185738" y="84667"/>
                      <a:pt x="185738" y="84667"/>
                    </a:cubicBezTo>
                    <a:cubicBezTo>
                      <a:pt x="185738" y="83609"/>
                      <a:pt x="187326" y="83344"/>
                      <a:pt x="188913" y="83476"/>
                    </a:cubicBezTo>
                    <a:close/>
                    <a:moveTo>
                      <a:pt x="161925" y="77787"/>
                    </a:moveTo>
                    <a:cubicBezTo>
                      <a:pt x="161925" y="77787"/>
                      <a:pt x="161925" y="77787"/>
                      <a:pt x="163248" y="77787"/>
                    </a:cubicBezTo>
                    <a:cubicBezTo>
                      <a:pt x="165894" y="77787"/>
                      <a:pt x="169863" y="77787"/>
                      <a:pt x="168540" y="82550"/>
                    </a:cubicBezTo>
                    <a:cubicBezTo>
                      <a:pt x="168540" y="82550"/>
                      <a:pt x="168540" y="82550"/>
                      <a:pt x="167217" y="82550"/>
                    </a:cubicBezTo>
                    <a:cubicBezTo>
                      <a:pt x="167217" y="82550"/>
                      <a:pt x="167217" y="82550"/>
                      <a:pt x="167217" y="81359"/>
                    </a:cubicBezTo>
                    <a:lnTo>
                      <a:pt x="161925" y="78978"/>
                    </a:lnTo>
                    <a:cubicBezTo>
                      <a:pt x="161925" y="78978"/>
                      <a:pt x="161925" y="78978"/>
                      <a:pt x="161925" y="77787"/>
                    </a:cubicBezTo>
                    <a:close/>
                    <a:moveTo>
                      <a:pt x="158751" y="73554"/>
                    </a:moveTo>
                    <a:cubicBezTo>
                      <a:pt x="161926" y="74612"/>
                      <a:pt x="158751" y="76729"/>
                      <a:pt x="155575" y="77787"/>
                    </a:cubicBezTo>
                    <a:cubicBezTo>
                      <a:pt x="155575" y="77787"/>
                      <a:pt x="155575" y="77787"/>
                      <a:pt x="153988" y="76729"/>
                    </a:cubicBezTo>
                    <a:cubicBezTo>
                      <a:pt x="155575" y="74612"/>
                      <a:pt x="155575" y="71437"/>
                      <a:pt x="158751" y="73554"/>
                    </a:cubicBezTo>
                    <a:close/>
                    <a:moveTo>
                      <a:pt x="140098" y="48759"/>
                    </a:moveTo>
                    <a:cubicBezTo>
                      <a:pt x="141487" y="47625"/>
                      <a:pt x="141487" y="51027"/>
                      <a:pt x="142876" y="48759"/>
                    </a:cubicBezTo>
                    <a:cubicBezTo>
                      <a:pt x="140098" y="52161"/>
                      <a:pt x="137319" y="55563"/>
                      <a:pt x="131763" y="55563"/>
                    </a:cubicBezTo>
                    <a:cubicBezTo>
                      <a:pt x="131763" y="52161"/>
                      <a:pt x="137319" y="51027"/>
                      <a:pt x="140098" y="48759"/>
                    </a:cubicBezTo>
                    <a:close/>
                    <a:moveTo>
                      <a:pt x="148273" y="42598"/>
                    </a:moveTo>
                    <a:lnTo>
                      <a:pt x="150813" y="42598"/>
                    </a:lnTo>
                    <a:cubicBezTo>
                      <a:pt x="150813" y="42598"/>
                      <a:pt x="150813" y="42598"/>
                      <a:pt x="149543" y="43921"/>
                    </a:cubicBezTo>
                    <a:cubicBezTo>
                      <a:pt x="147003" y="45244"/>
                      <a:pt x="150813" y="49213"/>
                      <a:pt x="148273" y="51859"/>
                    </a:cubicBezTo>
                    <a:cubicBezTo>
                      <a:pt x="149543" y="51859"/>
                      <a:pt x="149543" y="50536"/>
                      <a:pt x="150813" y="50536"/>
                    </a:cubicBezTo>
                    <a:cubicBezTo>
                      <a:pt x="150813" y="51859"/>
                      <a:pt x="149543" y="53181"/>
                      <a:pt x="148273" y="53181"/>
                    </a:cubicBezTo>
                    <a:cubicBezTo>
                      <a:pt x="148273" y="53181"/>
                      <a:pt x="148273" y="54504"/>
                      <a:pt x="149543" y="54504"/>
                    </a:cubicBezTo>
                    <a:cubicBezTo>
                      <a:pt x="147003" y="55827"/>
                      <a:pt x="144463" y="55827"/>
                      <a:pt x="141923" y="55827"/>
                    </a:cubicBezTo>
                    <a:cubicBezTo>
                      <a:pt x="140653" y="57150"/>
                      <a:pt x="139383" y="57150"/>
                      <a:pt x="138113" y="57150"/>
                    </a:cubicBezTo>
                    <a:cubicBezTo>
                      <a:pt x="138113" y="55827"/>
                      <a:pt x="139383" y="55827"/>
                      <a:pt x="140653" y="55827"/>
                    </a:cubicBezTo>
                    <a:cubicBezTo>
                      <a:pt x="140653" y="54504"/>
                      <a:pt x="141923" y="54504"/>
                      <a:pt x="141923" y="53181"/>
                    </a:cubicBezTo>
                    <a:cubicBezTo>
                      <a:pt x="141923" y="53181"/>
                      <a:pt x="141923" y="53181"/>
                      <a:pt x="139383" y="53181"/>
                    </a:cubicBezTo>
                    <a:cubicBezTo>
                      <a:pt x="140653" y="53181"/>
                      <a:pt x="141923" y="53181"/>
                      <a:pt x="141923" y="51859"/>
                    </a:cubicBezTo>
                    <a:cubicBezTo>
                      <a:pt x="141923" y="49213"/>
                      <a:pt x="145733" y="51859"/>
                      <a:pt x="145733" y="49213"/>
                    </a:cubicBezTo>
                    <a:cubicBezTo>
                      <a:pt x="145733" y="47890"/>
                      <a:pt x="144463" y="47890"/>
                      <a:pt x="144463" y="47890"/>
                    </a:cubicBezTo>
                    <a:cubicBezTo>
                      <a:pt x="144463" y="47890"/>
                      <a:pt x="144463" y="46567"/>
                      <a:pt x="144463" y="45244"/>
                    </a:cubicBezTo>
                    <a:cubicBezTo>
                      <a:pt x="144463" y="45244"/>
                      <a:pt x="144463" y="46567"/>
                      <a:pt x="143193" y="45244"/>
                    </a:cubicBezTo>
                    <a:close/>
                    <a:moveTo>
                      <a:pt x="169336" y="30162"/>
                    </a:moveTo>
                    <a:cubicBezTo>
                      <a:pt x="103318" y="30162"/>
                      <a:pt x="47862" y="76200"/>
                      <a:pt x="33338" y="136706"/>
                    </a:cubicBezTo>
                    <a:cubicBezTo>
                      <a:pt x="33338" y="136706"/>
                      <a:pt x="33338" y="138022"/>
                      <a:pt x="33338" y="138022"/>
                    </a:cubicBezTo>
                    <a:cubicBezTo>
                      <a:pt x="33338" y="138022"/>
                      <a:pt x="33338" y="139337"/>
                      <a:pt x="33338" y="139337"/>
                    </a:cubicBezTo>
                    <a:cubicBezTo>
                      <a:pt x="33338" y="139337"/>
                      <a:pt x="33338" y="140652"/>
                      <a:pt x="33338" y="140652"/>
                    </a:cubicBezTo>
                    <a:cubicBezTo>
                      <a:pt x="33338" y="140652"/>
                      <a:pt x="34658" y="139337"/>
                      <a:pt x="34658" y="139337"/>
                    </a:cubicBezTo>
                    <a:cubicBezTo>
                      <a:pt x="34658" y="139337"/>
                      <a:pt x="35979" y="139337"/>
                      <a:pt x="35979" y="139337"/>
                    </a:cubicBezTo>
                    <a:cubicBezTo>
                      <a:pt x="35979" y="139337"/>
                      <a:pt x="35979" y="139337"/>
                      <a:pt x="35979" y="140652"/>
                    </a:cubicBezTo>
                    <a:cubicBezTo>
                      <a:pt x="35979" y="147229"/>
                      <a:pt x="42580" y="148544"/>
                      <a:pt x="43901" y="153806"/>
                    </a:cubicBezTo>
                    <a:cubicBezTo>
                      <a:pt x="47862" y="159067"/>
                      <a:pt x="47862" y="164329"/>
                      <a:pt x="45221" y="169590"/>
                    </a:cubicBezTo>
                    <a:cubicBezTo>
                      <a:pt x="47862" y="169590"/>
                      <a:pt x="46542" y="165644"/>
                      <a:pt x="49182" y="166959"/>
                    </a:cubicBezTo>
                    <a:cubicBezTo>
                      <a:pt x="50503" y="166959"/>
                      <a:pt x="47862" y="169590"/>
                      <a:pt x="50503" y="170905"/>
                    </a:cubicBezTo>
                    <a:cubicBezTo>
                      <a:pt x="50503" y="170905"/>
                      <a:pt x="50503" y="170905"/>
                      <a:pt x="50503" y="168275"/>
                    </a:cubicBezTo>
                    <a:cubicBezTo>
                      <a:pt x="53143" y="166959"/>
                      <a:pt x="55784" y="170905"/>
                      <a:pt x="55784" y="174852"/>
                    </a:cubicBezTo>
                    <a:cubicBezTo>
                      <a:pt x="55784" y="174852"/>
                      <a:pt x="57105" y="174852"/>
                      <a:pt x="57105" y="174852"/>
                    </a:cubicBezTo>
                    <a:cubicBezTo>
                      <a:pt x="57105" y="174852"/>
                      <a:pt x="57105" y="173536"/>
                      <a:pt x="57105" y="173536"/>
                    </a:cubicBezTo>
                    <a:cubicBezTo>
                      <a:pt x="57105" y="173536"/>
                      <a:pt x="58425" y="173536"/>
                      <a:pt x="59745" y="173536"/>
                    </a:cubicBezTo>
                    <a:cubicBezTo>
                      <a:pt x="61066" y="173536"/>
                      <a:pt x="61066" y="173536"/>
                      <a:pt x="61066" y="173536"/>
                    </a:cubicBezTo>
                    <a:cubicBezTo>
                      <a:pt x="61066" y="173536"/>
                      <a:pt x="62386" y="173536"/>
                      <a:pt x="62386" y="173536"/>
                    </a:cubicBezTo>
                    <a:cubicBezTo>
                      <a:pt x="63706" y="173536"/>
                      <a:pt x="63706" y="173536"/>
                      <a:pt x="63706" y="173536"/>
                    </a:cubicBezTo>
                    <a:cubicBezTo>
                      <a:pt x="63706" y="173536"/>
                      <a:pt x="63706" y="173536"/>
                      <a:pt x="65027" y="173536"/>
                    </a:cubicBezTo>
                    <a:cubicBezTo>
                      <a:pt x="65027" y="174852"/>
                      <a:pt x="65027" y="174852"/>
                      <a:pt x="65027" y="174852"/>
                    </a:cubicBezTo>
                    <a:cubicBezTo>
                      <a:pt x="65027" y="174852"/>
                      <a:pt x="66347" y="176167"/>
                      <a:pt x="68988" y="177482"/>
                    </a:cubicBezTo>
                    <a:cubicBezTo>
                      <a:pt x="70308" y="178798"/>
                      <a:pt x="72949" y="180113"/>
                      <a:pt x="72949" y="180113"/>
                    </a:cubicBezTo>
                    <a:cubicBezTo>
                      <a:pt x="72949" y="181428"/>
                      <a:pt x="74269" y="181428"/>
                      <a:pt x="74269" y="182744"/>
                    </a:cubicBezTo>
                    <a:cubicBezTo>
                      <a:pt x="74269" y="182744"/>
                      <a:pt x="74269" y="184059"/>
                      <a:pt x="74269" y="185374"/>
                    </a:cubicBezTo>
                    <a:cubicBezTo>
                      <a:pt x="74269" y="186690"/>
                      <a:pt x="74269" y="188005"/>
                      <a:pt x="74269" y="189320"/>
                    </a:cubicBezTo>
                    <a:cubicBezTo>
                      <a:pt x="74269" y="190636"/>
                      <a:pt x="72949" y="191951"/>
                      <a:pt x="71629" y="194582"/>
                    </a:cubicBezTo>
                    <a:cubicBezTo>
                      <a:pt x="71629" y="194582"/>
                      <a:pt x="71629" y="195897"/>
                      <a:pt x="71629" y="195897"/>
                    </a:cubicBezTo>
                    <a:cubicBezTo>
                      <a:pt x="68988" y="205105"/>
                      <a:pt x="65027" y="211682"/>
                      <a:pt x="63706" y="219574"/>
                    </a:cubicBezTo>
                    <a:cubicBezTo>
                      <a:pt x="62386" y="224835"/>
                      <a:pt x="66347" y="230097"/>
                      <a:pt x="66347" y="236673"/>
                    </a:cubicBezTo>
                    <a:cubicBezTo>
                      <a:pt x="66347" y="236673"/>
                      <a:pt x="66347" y="237989"/>
                      <a:pt x="66347" y="239304"/>
                    </a:cubicBezTo>
                    <a:cubicBezTo>
                      <a:pt x="66347" y="240619"/>
                      <a:pt x="66347" y="243250"/>
                      <a:pt x="65027" y="245881"/>
                    </a:cubicBezTo>
                    <a:cubicBezTo>
                      <a:pt x="63706" y="244565"/>
                      <a:pt x="63706" y="244565"/>
                      <a:pt x="62386" y="244565"/>
                    </a:cubicBezTo>
                    <a:cubicBezTo>
                      <a:pt x="63706" y="247196"/>
                      <a:pt x="66347" y="249827"/>
                      <a:pt x="65027" y="253773"/>
                    </a:cubicBezTo>
                    <a:cubicBezTo>
                      <a:pt x="65027" y="255088"/>
                      <a:pt x="63706" y="255088"/>
                      <a:pt x="62386" y="255088"/>
                    </a:cubicBezTo>
                    <a:cubicBezTo>
                      <a:pt x="63706" y="256404"/>
                      <a:pt x="63706" y="256404"/>
                      <a:pt x="63706" y="257719"/>
                    </a:cubicBezTo>
                    <a:cubicBezTo>
                      <a:pt x="63706" y="259034"/>
                      <a:pt x="65027" y="259034"/>
                      <a:pt x="66347" y="260350"/>
                    </a:cubicBezTo>
                    <a:cubicBezTo>
                      <a:pt x="66347" y="260350"/>
                      <a:pt x="66347" y="261665"/>
                      <a:pt x="66347" y="261665"/>
                    </a:cubicBezTo>
                    <a:cubicBezTo>
                      <a:pt x="66347" y="261665"/>
                      <a:pt x="66347" y="261665"/>
                      <a:pt x="67668" y="261665"/>
                    </a:cubicBezTo>
                    <a:cubicBezTo>
                      <a:pt x="72949" y="268242"/>
                      <a:pt x="79551" y="274819"/>
                      <a:pt x="87473" y="280080"/>
                    </a:cubicBezTo>
                    <a:cubicBezTo>
                      <a:pt x="87473" y="280080"/>
                      <a:pt x="88794" y="280080"/>
                      <a:pt x="88794" y="280080"/>
                    </a:cubicBezTo>
                    <a:cubicBezTo>
                      <a:pt x="88794" y="280080"/>
                      <a:pt x="88794" y="280080"/>
                      <a:pt x="88794" y="281395"/>
                    </a:cubicBezTo>
                    <a:cubicBezTo>
                      <a:pt x="88794" y="281395"/>
                      <a:pt x="90114" y="281395"/>
                      <a:pt x="90114" y="281395"/>
                    </a:cubicBezTo>
                    <a:cubicBezTo>
                      <a:pt x="112560" y="297180"/>
                      <a:pt x="140288" y="306387"/>
                      <a:pt x="169336" y="306387"/>
                    </a:cubicBezTo>
                    <a:cubicBezTo>
                      <a:pt x="245919" y="306387"/>
                      <a:pt x="307976" y="244565"/>
                      <a:pt x="307976" y="168275"/>
                    </a:cubicBezTo>
                    <a:lnTo>
                      <a:pt x="306128" y="156215"/>
                    </a:lnTo>
                    <a:lnTo>
                      <a:pt x="306388" y="154573"/>
                    </a:lnTo>
                    <a:lnTo>
                      <a:pt x="306388" y="151899"/>
                    </a:lnTo>
                    <a:lnTo>
                      <a:pt x="305656" y="153133"/>
                    </a:lnTo>
                    <a:lnTo>
                      <a:pt x="301374" y="125197"/>
                    </a:lnTo>
                    <a:cubicBezTo>
                      <a:pt x="297083" y="111715"/>
                      <a:pt x="290811" y="99219"/>
                      <a:pt x="282889" y="88038"/>
                    </a:cubicBezTo>
                    <a:cubicBezTo>
                      <a:pt x="284209" y="94615"/>
                      <a:pt x="284209" y="102507"/>
                      <a:pt x="282889" y="109084"/>
                    </a:cubicBezTo>
                    <a:cubicBezTo>
                      <a:pt x="281569" y="110399"/>
                      <a:pt x="281569" y="111714"/>
                      <a:pt x="281569" y="113030"/>
                    </a:cubicBezTo>
                    <a:cubicBezTo>
                      <a:pt x="280248" y="113030"/>
                      <a:pt x="280248" y="114345"/>
                      <a:pt x="278928" y="115660"/>
                    </a:cubicBezTo>
                    <a:cubicBezTo>
                      <a:pt x="278928" y="114345"/>
                      <a:pt x="278928" y="113030"/>
                      <a:pt x="278928" y="113030"/>
                    </a:cubicBezTo>
                    <a:cubicBezTo>
                      <a:pt x="278928" y="111714"/>
                      <a:pt x="278928" y="110399"/>
                      <a:pt x="277608" y="109084"/>
                    </a:cubicBezTo>
                    <a:cubicBezTo>
                      <a:pt x="277608" y="107768"/>
                      <a:pt x="276287" y="106453"/>
                      <a:pt x="274967" y="106453"/>
                    </a:cubicBezTo>
                    <a:cubicBezTo>
                      <a:pt x="267045" y="107768"/>
                      <a:pt x="260443" y="105138"/>
                      <a:pt x="253841" y="101192"/>
                    </a:cubicBezTo>
                    <a:cubicBezTo>
                      <a:pt x="252520" y="101192"/>
                      <a:pt x="251200" y="101192"/>
                      <a:pt x="249880" y="99876"/>
                    </a:cubicBezTo>
                    <a:cubicBezTo>
                      <a:pt x="245919" y="98561"/>
                      <a:pt x="243278" y="97245"/>
                      <a:pt x="240637" y="97245"/>
                    </a:cubicBezTo>
                    <a:cubicBezTo>
                      <a:pt x="243278" y="99876"/>
                      <a:pt x="244598" y="102507"/>
                      <a:pt x="245919" y="106453"/>
                    </a:cubicBezTo>
                    <a:cubicBezTo>
                      <a:pt x="245919" y="105138"/>
                      <a:pt x="247239" y="105138"/>
                      <a:pt x="247239" y="103822"/>
                    </a:cubicBezTo>
                    <a:cubicBezTo>
                      <a:pt x="247239" y="105138"/>
                      <a:pt x="248559" y="105138"/>
                      <a:pt x="248559" y="106453"/>
                    </a:cubicBezTo>
                    <a:cubicBezTo>
                      <a:pt x="249880" y="110399"/>
                      <a:pt x="256482" y="110399"/>
                      <a:pt x="256482" y="105138"/>
                    </a:cubicBezTo>
                    <a:cubicBezTo>
                      <a:pt x="263083" y="110399"/>
                      <a:pt x="269685" y="115660"/>
                      <a:pt x="268365" y="124868"/>
                    </a:cubicBezTo>
                    <a:cubicBezTo>
                      <a:pt x="267045" y="128814"/>
                      <a:pt x="263083" y="131445"/>
                      <a:pt x="259122" y="132760"/>
                    </a:cubicBezTo>
                    <a:cubicBezTo>
                      <a:pt x="251200" y="135391"/>
                      <a:pt x="237996" y="140652"/>
                      <a:pt x="236676" y="128814"/>
                    </a:cubicBezTo>
                    <a:cubicBezTo>
                      <a:pt x="236676" y="128814"/>
                      <a:pt x="235356" y="127499"/>
                      <a:pt x="235356" y="126183"/>
                    </a:cubicBezTo>
                    <a:cubicBezTo>
                      <a:pt x="234035" y="124868"/>
                      <a:pt x="234035" y="124868"/>
                      <a:pt x="234035" y="123553"/>
                    </a:cubicBezTo>
                    <a:cubicBezTo>
                      <a:pt x="230074" y="119607"/>
                      <a:pt x="226113" y="115660"/>
                      <a:pt x="223472" y="110399"/>
                    </a:cubicBezTo>
                    <a:cubicBezTo>
                      <a:pt x="222152" y="109084"/>
                      <a:pt x="220831" y="109084"/>
                      <a:pt x="220831" y="107768"/>
                    </a:cubicBezTo>
                    <a:cubicBezTo>
                      <a:pt x="219511" y="106453"/>
                      <a:pt x="219511" y="106453"/>
                      <a:pt x="218191" y="105138"/>
                    </a:cubicBezTo>
                    <a:cubicBezTo>
                      <a:pt x="218191" y="103822"/>
                      <a:pt x="216870" y="103822"/>
                      <a:pt x="215550" y="102507"/>
                    </a:cubicBezTo>
                    <a:cubicBezTo>
                      <a:pt x="212909" y="103822"/>
                      <a:pt x="214230" y="97245"/>
                      <a:pt x="210268" y="98561"/>
                    </a:cubicBezTo>
                    <a:cubicBezTo>
                      <a:pt x="208948" y="99876"/>
                      <a:pt x="208948" y="99876"/>
                      <a:pt x="210268" y="99876"/>
                    </a:cubicBezTo>
                    <a:cubicBezTo>
                      <a:pt x="211589" y="102507"/>
                      <a:pt x="211589" y="102507"/>
                      <a:pt x="212909" y="103822"/>
                    </a:cubicBezTo>
                    <a:cubicBezTo>
                      <a:pt x="214230" y="105138"/>
                      <a:pt x="214230" y="105138"/>
                      <a:pt x="215550" y="106453"/>
                    </a:cubicBezTo>
                    <a:cubicBezTo>
                      <a:pt x="215550" y="107768"/>
                      <a:pt x="216870" y="107768"/>
                      <a:pt x="216870" y="109084"/>
                    </a:cubicBezTo>
                    <a:cubicBezTo>
                      <a:pt x="219511" y="113030"/>
                      <a:pt x="223472" y="116976"/>
                      <a:pt x="224793" y="122237"/>
                    </a:cubicBezTo>
                    <a:cubicBezTo>
                      <a:pt x="227433" y="124868"/>
                      <a:pt x="230074" y="128814"/>
                      <a:pt x="231394" y="131445"/>
                    </a:cubicBezTo>
                    <a:cubicBezTo>
                      <a:pt x="232715" y="132760"/>
                      <a:pt x="234035" y="134075"/>
                      <a:pt x="234035" y="134075"/>
                    </a:cubicBezTo>
                    <a:cubicBezTo>
                      <a:pt x="235356" y="135391"/>
                      <a:pt x="236676" y="138022"/>
                      <a:pt x="236676" y="138022"/>
                    </a:cubicBezTo>
                    <a:cubicBezTo>
                      <a:pt x="237996" y="139337"/>
                      <a:pt x="237996" y="139337"/>
                      <a:pt x="240637" y="140652"/>
                    </a:cubicBezTo>
                    <a:cubicBezTo>
                      <a:pt x="241957" y="141968"/>
                      <a:pt x="244598" y="143283"/>
                      <a:pt x="244598" y="143283"/>
                    </a:cubicBezTo>
                    <a:cubicBezTo>
                      <a:pt x="244598" y="143283"/>
                      <a:pt x="245919" y="143283"/>
                      <a:pt x="245919" y="143283"/>
                    </a:cubicBezTo>
                    <a:cubicBezTo>
                      <a:pt x="247239" y="143283"/>
                      <a:pt x="247239" y="143283"/>
                      <a:pt x="248559" y="143283"/>
                    </a:cubicBezTo>
                    <a:cubicBezTo>
                      <a:pt x="252520" y="143283"/>
                      <a:pt x="256482" y="143283"/>
                      <a:pt x="260443" y="140652"/>
                    </a:cubicBezTo>
                    <a:cubicBezTo>
                      <a:pt x="260443" y="143283"/>
                      <a:pt x="260443" y="145914"/>
                      <a:pt x="259122" y="147229"/>
                    </a:cubicBezTo>
                    <a:cubicBezTo>
                      <a:pt x="259122" y="148544"/>
                      <a:pt x="259122" y="149860"/>
                      <a:pt x="257802" y="151175"/>
                    </a:cubicBezTo>
                    <a:cubicBezTo>
                      <a:pt x="257802" y="153806"/>
                      <a:pt x="256482" y="156437"/>
                      <a:pt x="255161" y="159067"/>
                    </a:cubicBezTo>
                    <a:cubicBezTo>
                      <a:pt x="255161" y="160383"/>
                      <a:pt x="253841" y="160383"/>
                      <a:pt x="253841" y="161698"/>
                    </a:cubicBezTo>
                    <a:cubicBezTo>
                      <a:pt x="240637" y="168275"/>
                      <a:pt x="228754" y="176167"/>
                      <a:pt x="232715" y="190636"/>
                    </a:cubicBezTo>
                    <a:cubicBezTo>
                      <a:pt x="232715" y="190636"/>
                      <a:pt x="234035" y="191951"/>
                      <a:pt x="234035" y="191951"/>
                    </a:cubicBezTo>
                    <a:cubicBezTo>
                      <a:pt x="234035" y="199843"/>
                      <a:pt x="232715" y="206420"/>
                      <a:pt x="228754" y="212997"/>
                    </a:cubicBezTo>
                    <a:cubicBezTo>
                      <a:pt x="228754" y="214312"/>
                      <a:pt x="227433" y="215628"/>
                      <a:pt x="227433" y="215628"/>
                    </a:cubicBezTo>
                    <a:cubicBezTo>
                      <a:pt x="222152" y="222204"/>
                      <a:pt x="219511" y="228781"/>
                      <a:pt x="218191" y="235358"/>
                    </a:cubicBezTo>
                    <a:cubicBezTo>
                      <a:pt x="218191" y="236673"/>
                      <a:pt x="214230" y="236673"/>
                      <a:pt x="212909" y="239304"/>
                    </a:cubicBezTo>
                    <a:cubicBezTo>
                      <a:pt x="212909" y="239304"/>
                      <a:pt x="212909" y="240619"/>
                      <a:pt x="211589" y="241935"/>
                    </a:cubicBezTo>
                    <a:cubicBezTo>
                      <a:pt x="211589" y="243250"/>
                      <a:pt x="210268" y="245881"/>
                      <a:pt x="210268" y="245881"/>
                    </a:cubicBezTo>
                    <a:cubicBezTo>
                      <a:pt x="208948" y="247196"/>
                      <a:pt x="207628" y="248512"/>
                      <a:pt x="207628" y="248512"/>
                    </a:cubicBezTo>
                    <a:cubicBezTo>
                      <a:pt x="206307" y="249827"/>
                      <a:pt x="204987" y="251142"/>
                      <a:pt x="203667" y="253773"/>
                    </a:cubicBezTo>
                    <a:cubicBezTo>
                      <a:pt x="199705" y="255088"/>
                      <a:pt x="195744" y="256404"/>
                      <a:pt x="191783" y="259034"/>
                    </a:cubicBezTo>
                    <a:cubicBezTo>
                      <a:pt x="189142" y="259034"/>
                      <a:pt x="185181" y="259034"/>
                      <a:pt x="185181" y="259034"/>
                    </a:cubicBezTo>
                    <a:cubicBezTo>
                      <a:pt x="185181" y="260350"/>
                      <a:pt x="185181" y="260350"/>
                      <a:pt x="183861" y="260350"/>
                    </a:cubicBezTo>
                    <a:cubicBezTo>
                      <a:pt x="183861" y="260350"/>
                      <a:pt x="183861" y="260350"/>
                      <a:pt x="183861" y="261665"/>
                    </a:cubicBezTo>
                    <a:cubicBezTo>
                      <a:pt x="182540" y="261665"/>
                      <a:pt x="182540" y="261665"/>
                      <a:pt x="181220" y="261665"/>
                    </a:cubicBezTo>
                    <a:cubicBezTo>
                      <a:pt x="179899" y="261665"/>
                      <a:pt x="178579" y="260350"/>
                      <a:pt x="178579" y="260350"/>
                    </a:cubicBezTo>
                    <a:cubicBezTo>
                      <a:pt x="178579" y="260350"/>
                      <a:pt x="177259" y="260350"/>
                      <a:pt x="177259" y="259034"/>
                    </a:cubicBezTo>
                    <a:cubicBezTo>
                      <a:pt x="177259" y="259034"/>
                      <a:pt x="175938" y="257719"/>
                      <a:pt x="175938" y="257719"/>
                    </a:cubicBezTo>
                    <a:cubicBezTo>
                      <a:pt x="175938" y="257719"/>
                      <a:pt x="175938" y="256404"/>
                      <a:pt x="175938" y="256404"/>
                    </a:cubicBezTo>
                    <a:cubicBezTo>
                      <a:pt x="175938" y="256404"/>
                      <a:pt x="175938" y="256404"/>
                      <a:pt x="175938" y="255088"/>
                    </a:cubicBezTo>
                    <a:cubicBezTo>
                      <a:pt x="175938" y="255088"/>
                      <a:pt x="175938" y="255088"/>
                      <a:pt x="175938" y="253773"/>
                    </a:cubicBezTo>
                    <a:cubicBezTo>
                      <a:pt x="175938" y="252458"/>
                      <a:pt x="175938" y="251142"/>
                      <a:pt x="174618" y="251142"/>
                    </a:cubicBezTo>
                    <a:cubicBezTo>
                      <a:pt x="174618" y="249827"/>
                      <a:pt x="173298" y="248512"/>
                      <a:pt x="173298" y="248512"/>
                    </a:cubicBezTo>
                    <a:cubicBezTo>
                      <a:pt x="171977" y="247196"/>
                      <a:pt x="171977" y="245881"/>
                      <a:pt x="171977" y="245881"/>
                    </a:cubicBezTo>
                    <a:cubicBezTo>
                      <a:pt x="171977" y="245881"/>
                      <a:pt x="171977" y="245881"/>
                      <a:pt x="170657" y="245881"/>
                    </a:cubicBezTo>
                    <a:cubicBezTo>
                      <a:pt x="170657" y="245881"/>
                      <a:pt x="170657" y="244565"/>
                      <a:pt x="170657" y="244565"/>
                    </a:cubicBezTo>
                    <a:cubicBezTo>
                      <a:pt x="170657" y="244565"/>
                      <a:pt x="169336" y="243250"/>
                      <a:pt x="169336" y="243250"/>
                    </a:cubicBezTo>
                    <a:cubicBezTo>
                      <a:pt x="169336" y="243250"/>
                      <a:pt x="169336" y="243250"/>
                      <a:pt x="169336" y="241935"/>
                    </a:cubicBezTo>
                    <a:cubicBezTo>
                      <a:pt x="168016" y="234043"/>
                      <a:pt x="162735" y="226150"/>
                      <a:pt x="160094" y="219574"/>
                    </a:cubicBezTo>
                    <a:cubicBezTo>
                      <a:pt x="158773" y="214312"/>
                      <a:pt x="161414" y="209051"/>
                      <a:pt x="164055" y="205105"/>
                    </a:cubicBezTo>
                    <a:cubicBezTo>
                      <a:pt x="165375" y="203789"/>
                      <a:pt x="165375" y="203789"/>
                      <a:pt x="165375" y="202474"/>
                    </a:cubicBezTo>
                    <a:cubicBezTo>
                      <a:pt x="165375" y="201159"/>
                      <a:pt x="165375" y="199843"/>
                      <a:pt x="165375" y="198528"/>
                    </a:cubicBezTo>
                    <a:cubicBezTo>
                      <a:pt x="164055" y="198528"/>
                      <a:pt x="164055" y="195897"/>
                      <a:pt x="164055" y="194582"/>
                    </a:cubicBezTo>
                    <a:cubicBezTo>
                      <a:pt x="162735" y="191951"/>
                      <a:pt x="161414" y="188005"/>
                      <a:pt x="160094" y="185374"/>
                    </a:cubicBezTo>
                    <a:cubicBezTo>
                      <a:pt x="160094" y="185374"/>
                      <a:pt x="158773" y="184059"/>
                      <a:pt x="157453" y="182744"/>
                    </a:cubicBezTo>
                    <a:cubicBezTo>
                      <a:pt x="157453" y="181428"/>
                      <a:pt x="156133" y="181428"/>
                      <a:pt x="156133" y="180113"/>
                    </a:cubicBezTo>
                    <a:cubicBezTo>
                      <a:pt x="150851" y="176167"/>
                      <a:pt x="154812" y="169590"/>
                      <a:pt x="152172" y="164329"/>
                    </a:cubicBezTo>
                    <a:cubicBezTo>
                      <a:pt x="150851" y="161698"/>
                      <a:pt x="149531" y="160383"/>
                      <a:pt x="148210" y="160383"/>
                    </a:cubicBezTo>
                    <a:cubicBezTo>
                      <a:pt x="145570" y="160383"/>
                      <a:pt x="144249" y="160383"/>
                      <a:pt x="144249" y="160383"/>
                    </a:cubicBezTo>
                    <a:cubicBezTo>
                      <a:pt x="142929" y="160383"/>
                      <a:pt x="142929" y="159067"/>
                      <a:pt x="142929" y="159067"/>
                    </a:cubicBezTo>
                    <a:cubicBezTo>
                      <a:pt x="142929" y="159067"/>
                      <a:pt x="142929" y="157752"/>
                      <a:pt x="141609" y="157752"/>
                    </a:cubicBezTo>
                    <a:cubicBezTo>
                      <a:pt x="141609" y="157752"/>
                      <a:pt x="141609" y="156437"/>
                      <a:pt x="141609" y="156437"/>
                    </a:cubicBezTo>
                    <a:cubicBezTo>
                      <a:pt x="141609" y="156437"/>
                      <a:pt x="138968" y="156437"/>
                      <a:pt x="136327" y="155121"/>
                    </a:cubicBezTo>
                    <a:cubicBezTo>
                      <a:pt x="136327" y="156437"/>
                      <a:pt x="135007" y="156437"/>
                      <a:pt x="133686" y="156437"/>
                    </a:cubicBezTo>
                    <a:cubicBezTo>
                      <a:pt x="132366" y="156437"/>
                      <a:pt x="132366" y="156437"/>
                      <a:pt x="131046" y="156437"/>
                    </a:cubicBezTo>
                    <a:cubicBezTo>
                      <a:pt x="117842" y="163013"/>
                      <a:pt x="98036" y="164329"/>
                      <a:pt x="92755" y="145914"/>
                    </a:cubicBezTo>
                    <a:cubicBezTo>
                      <a:pt x="92755" y="145914"/>
                      <a:pt x="91434" y="144598"/>
                      <a:pt x="91434" y="143283"/>
                    </a:cubicBezTo>
                    <a:cubicBezTo>
                      <a:pt x="90114" y="141968"/>
                      <a:pt x="90114" y="140652"/>
                      <a:pt x="88794" y="140652"/>
                    </a:cubicBezTo>
                    <a:cubicBezTo>
                      <a:pt x="88794" y="140652"/>
                      <a:pt x="88794" y="140652"/>
                      <a:pt x="88794" y="139337"/>
                    </a:cubicBezTo>
                    <a:cubicBezTo>
                      <a:pt x="87473" y="139337"/>
                      <a:pt x="87473" y="139337"/>
                      <a:pt x="87473" y="139337"/>
                    </a:cubicBezTo>
                    <a:cubicBezTo>
                      <a:pt x="87473" y="138022"/>
                      <a:pt x="87473" y="138022"/>
                      <a:pt x="88794" y="136706"/>
                    </a:cubicBezTo>
                    <a:cubicBezTo>
                      <a:pt x="88794" y="136706"/>
                      <a:pt x="88794" y="135391"/>
                      <a:pt x="88794" y="134075"/>
                    </a:cubicBezTo>
                    <a:cubicBezTo>
                      <a:pt x="88794" y="134075"/>
                      <a:pt x="88794" y="132760"/>
                      <a:pt x="88794" y="132760"/>
                    </a:cubicBezTo>
                    <a:cubicBezTo>
                      <a:pt x="88794" y="132760"/>
                      <a:pt x="88794" y="131445"/>
                      <a:pt x="88794" y="131445"/>
                    </a:cubicBezTo>
                    <a:cubicBezTo>
                      <a:pt x="91434" y="120922"/>
                      <a:pt x="94075" y="110399"/>
                      <a:pt x="101997" y="103822"/>
                    </a:cubicBezTo>
                    <a:cubicBezTo>
                      <a:pt x="103318" y="102507"/>
                      <a:pt x="104638" y="102507"/>
                      <a:pt x="105958" y="101192"/>
                    </a:cubicBezTo>
                    <a:cubicBezTo>
                      <a:pt x="108599" y="99876"/>
                      <a:pt x="111240" y="98561"/>
                      <a:pt x="113881" y="95930"/>
                    </a:cubicBezTo>
                    <a:cubicBezTo>
                      <a:pt x="115201" y="94615"/>
                      <a:pt x="115201" y="94615"/>
                      <a:pt x="115201" y="93299"/>
                    </a:cubicBezTo>
                    <a:cubicBezTo>
                      <a:pt x="117842" y="89353"/>
                      <a:pt x="120483" y="84092"/>
                      <a:pt x="125764" y="84092"/>
                    </a:cubicBezTo>
                    <a:cubicBezTo>
                      <a:pt x="132366" y="84092"/>
                      <a:pt x="137647" y="84092"/>
                      <a:pt x="144249" y="81461"/>
                    </a:cubicBezTo>
                    <a:cubicBezTo>
                      <a:pt x="145570" y="81461"/>
                      <a:pt x="146890" y="81461"/>
                      <a:pt x="148210" y="81461"/>
                    </a:cubicBezTo>
                    <a:cubicBezTo>
                      <a:pt x="152172" y="80146"/>
                      <a:pt x="157453" y="81461"/>
                      <a:pt x="161414" y="82777"/>
                    </a:cubicBezTo>
                    <a:cubicBezTo>
                      <a:pt x="158773" y="88038"/>
                      <a:pt x="164055" y="91984"/>
                      <a:pt x="168016" y="91984"/>
                    </a:cubicBezTo>
                    <a:cubicBezTo>
                      <a:pt x="169336" y="91984"/>
                      <a:pt x="170657" y="91984"/>
                      <a:pt x="170657" y="91984"/>
                    </a:cubicBezTo>
                    <a:cubicBezTo>
                      <a:pt x="171977" y="93299"/>
                      <a:pt x="173298" y="93299"/>
                      <a:pt x="174618" y="93299"/>
                    </a:cubicBezTo>
                    <a:cubicBezTo>
                      <a:pt x="174618" y="93299"/>
                      <a:pt x="175938" y="94615"/>
                      <a:pt x="175938" y="94615"/>
                    </a:cubicBezTo>
                    <a:cubicBezTo>
                      <a:pt x="177259" y="95930"/>
                      <a:pt x="178579" y="95930"/>
                      <a:pt x="179899" y="95930"/>
                    </a:cubicBezTo>
                    <a:cubicBezTo>
                      <a:pt x="179899" y="94615"/>
                      <a:pt x="179899" y="94615"/>
                      <a:pt x="179899" y="94615"/>
                    </a:cubicBezTo>
                    <a:cubicBezTo>
                      <a:pt x="179899" y="93299"/>
                      <a:pt x="179899" y="93299"/>
                      <a:pt x="179899" y="91984"/>
                    </a:cubicBezTo>
                    <a:cubicBezTo>
                      <a:pt x="181220" y="91984"/>
                      <a:pt x="181220" y="90669"/>
                      <a:pt x="181220" y="90669"/>
                    </a:cubicBezTo>
                    <a:cubicBezTo>
                      <a:pt x="182540" y="90669"/>
                      <a:pt x="183861" y="90669"/>
                      <a:pt x="183861" y="90669"/>
                    </a:cubicBezTo>
                    <a:cubicBezTo>
                      <a:pt x="185181" y="90669"/>
                      <a:pt x="186501" y="90669"/>
                      <a:pt x="186501" y="90669"/>
                    </a:cubicBezTo>
                    <a:cubicBezTo>
                      <a:pt x="190463" y="91984"/>
                      <a:pt x="194424" y="93299"/>
                      <a:pt x="198385" y="94615"/>
                    </a:cubicBezTo>
                    <a:cubicBezTo>
                      <a:pt x="206307" y="95930"/>
                      <a:pt x="218191" y="89353"/>
                      <a:pt x="211589" y="84092"/>
                    </a:cubicBezTo>
                    <a:cubicBezTo>
                      <a:pt x="206307" y="80146"/>
                      <a:pt x="193104" y="85407"/>
                      <a:pt x="189142" y="74884"/>
                    </a:cubicBezTo>
                    <a:cubicBezTo>
                      <a:pt x="189142" y="74884"/>
                      <a:pt x="187822" y="73569"/>
                      <a:pt x="187822" y="76200"/>
                    </a:cubicBezTo>
                    <a:cubicBezTo>
                      <a:pt x="186501" y="77515"/>
                      <a:pt x="187822" y="77515"/>
                      <a:pt x="187822" y="78830"/>
                    </a:cubicBezTo>
                    <a:cubicBezTo>
                      <a:pt x="189142" y="80146"/>
                      <a:pt x="189142" y="80146"/>
                      <a:pt x="186501" y="82777"/>
                    </a:cubicBezTo>
                    <a:cubicBezTo>
                      <a:pt x="185181" y="82777"/>
                      <a:pt x="183861" y="82777"/>
                      <a:pt x="183861" y="81461"/>
                    </a:cubicBezTo>
                    <a:cubicBezTo>
                      <a:pt x="178579" y="73569"/>
                      <a:pt x="171977" y="70938"/>
                      <a:pt x="165375" y="65677"/>
                    </a:cubicBezTo>
                    <a:cubicBezTo>
                      <a:pt x="165375" y="72254"/>
                      <a:pt x="175938" y="76200"/>
                      <a:pt x="178579" y="81461"/>
                    </a:cubicBezTo>
                    <a:cubicBezTo>
                      <a:pt x="175938" y="78830"/>
                      <a:pt x="173298" y="81461"/>
                      <a:pt x="173298" y="82777"/>
                    </a:cubicBezTo>
                    <a:cubicBezTo>
                      <a:pt x="170657" y="77515"/>
                      <a:pt x="164055" y="72254"/>
                      <a:pt x="158773" y="68308"/>
                    </a:cubicBezTo>
                    <a:cubicBezTo>
                      <a:pt x="157453" y="68308"/>
                      <a:pt x="157453" y="68308"/>
                      <a:pt x="156133" y="68308"/>
                    </a:cubicBezTo>
                    <a:cubicBezTo>
                      <a:pt x="154812" y="68308"/>
                      <a:pt x="153492" y="68308"/>
                      <a:pt x="152172" y="69623"/>
                    </a:cubicBezTo>
                    <a:cubicBezTo>
                      <a:pt x="150851" y="69623"/>
                      <a:pt x="149531" y="69623"/>
                      <a:pt x="148210" y="70938"/>
                    </a:cubicBezTo>
                    <a:cubicBezTo>
                      <a:pt x="146890" y="72254"/>
                      <a:pt x="146890" y="72254"/>
                      <a:pt x="145570" y="73569"/>
                    </a:cubicBezTo>
                    <a:cubicBezTo>
                      <a:pt x="144249" y="73569"/>
                      <a:pt x="144249" y="74884"/>
                      <a:pt x="142929" y="74884"/>
                    </a:cubicBezTo>
                    <a:cubicBezTo>
                      <a:pt x="140288" y="76200"/>
                      <a:pt x="138968" y="78830"/>
                      <a:pt x="137647" y="78830"/>
                    </a:cubicBezTo>
                    <a:cubicBezTo>
                      <a:pt x="131046" y="82777"/>
                      <a:pt x="124444" y="82777"/>
                      <a:pt x="119162" y="78830"/>
                    </a:cubicBezTo>
                    <a:cubicBezTo>
                      <a:pt x="117842" y="77515"/>
                      <a:pt x="119162" y="74884"/>
                      <a:pt x="119162" y="73569"/>
                    </a:cubicBezTo>
                    <a:cubicBezTo>
                      <a:pt x="120483" y="63046"/>
                      <a:pt x="131046" y="65677"/>
                      <a:pt x="138968" y="66992"/>
                    </a:cubicBezTo>
                    <a:cubicBezTo>
                      <a:pt x="141609" y="68308"/>
                      <a:pt x="141609" y="63046"/>
                      <a:pt x="138968" y="60415"/>
                    </a:cubicBezTo>
                    <a:cubicBezTo>
                      <a:pt x="140288" y="60415"/>
                      <a:pt x="141609" y="60415"/>
                      <a:pt x="142929" y="60415"/>
                    </a:cubicBezTo>
                    <a:cubicBezTo>
                      <a:pt x="148210" y="57785"/>
                      <a:pt x="153492" y="55154"/>
                      <a:pt x="158773" y="52523"/>
                    </a:cubicBezTo>
                    <a:cubicBezTo>
                      <a:pt x="158773" y="52523"/>
                      <a:pt x="160094" y="52523"/>
                      <a:pt x="161414" y="52523"/>
                    </a:cubicBezTo>
                    <a:cubicBezTo>
                      <a:pt x="161414" y="51208"/>
                      <a:pt x="161414" y="47262"/>
                      <a:pt x="164055" y="47262"/>
                    </a:cubicBezTo>
                    <a:cubicBezTo>
                      <a:pt x="164055" y="47262"/>
                      <a:pt x="164055" y="47262"/>
                      <a:pt x="164055" y="49893"/>
                    </a:cubicBezTo>
                    <a:cubicBezTo>
                      <a:pt x="165375" y="49893"/>
                      <a:pt x="165375" y="49893"/>
                      <a:pt x="165375" y="51208"/>
                    </a:cubicBezTo>
                    <a:cubicBezTo>
                      <a:pt x="165375" y="52523"/>
                      <a:pt x="164055" y="51208"/>
                      <a:pt x="164055" y="51208"/>
                    </a:cubicBezTo>
                    <a:cubicBezTo>
                      <a:pt x="168016" y="53839"/>
                      <a:pt x="175938" y="52523"/>
                      <a:pt x="177259" y="45947"/>
                    </a:cubicBezTo>
                    <a:cubicBezTo>
                      <a:pt x="177259" y="45947"/>
                      <a:pt x="178579" y="45947"/>
                      <a:pt x="178579" y="47262"/>
                    </a:cubicBezTo>
                    <a:cubicBezTo>
                      <a:pt x="178579" y="45947"/>
                      <a:pt x="178579" y="43316"/>
                      <a:pt x="179899" y="43316"/>
                    </a:cubicBezTo>
                    <a:cubicBezTo>
                      <a:pt x="181220" y="43316"/>
                      <a:pt x="182540" y="43316"/>
                      <a:pt x="183861" y="42000"/>
                    </a:cubicBezTo>
                    <a:cubicBezTo>
                      <a:pt x="183861" y="42000"/>
                      <a:pt x="185181" y="42000"/>
                      <a:pt x="185181" y="40685"/>
                    </a:cubicBezTo>
                    <a:cubicBezTo>
                      <a:pt x="183861" y="40685"/>
                      <a:pt x="182540" y="42000"/>
                      <a:pt x="181220" y="42000"/>
                    </a:cubicBezTo>
                    <a:cubicBezTo>
                      <a:pt x="179899" y="43316"/>
                      <a:pt x="178579" y="43316"/>
                      <a:pt x="177259" y="43316"/>
                    </a:cubicBezTo>
                    <a:cubicBezTo>
                      <a:pt x="175938" y="42000"/>
                      <a:pt x="175938" y="39370"/>
                      <a:pt x="178579" y="39370"/>
                    </a:cubicBezTo>
                    <a:cubicBezTo>
                      <a:pt x="177259" y="39370"/>
                      <a:pt x="175938" y="39370"/>
                      <a:pt x="174618" y="40685"/>
                    </a:cubicBezTo>
                    <a:cubicBezTo>
                      <a:pt x="173298" y="42000"/>
                      <a:pt x="173298" y="43316"/>
                      <a:pt x="171977" y="43316"/>
                    </a:cubicBezTo>
                    <a:cubicBezTo>
                      <a:pt x="174618" y="45947"/>
                      <a:pt x="171977" y="51208"/>
                      <a:pt x="168016" y="51208"/>
                    </a:cubicBezTo>
                    <a:cubicBezTo>
                      <a:pt x="166696" y="49893"/>
                      <a:pt x="166696" y="49893"/>
                      <a:pt x="165375" y="48577"/>
                    </a:cubicBezTo>
                    <a:cubicBezTo>
                      <a:pt x="165375" y="48577"/>
                      <a:pt x="164055" y="47262"/>
                      <a:pt x="164055" y="47262"/>
                    </a:cubicBezTo>
                    <a:cubicBezTo>
                      <a:pt x="162735" y="47262"/>
                      <a:pt x="161414" y="45947"/>
                      <a:pt x="160094" y="45947"/>
                    </a:cubicBezTo>
                    <a:cubicBezTo>
                      <a:pt x="158773" y="44631"/>
                      <a:pt x="162735" y="42000"/>
                      <a:pt x="165375" y="40685"/>
                    </a:cubicBezTo>
                    <a:cubicBezTo>
                      <a:pt x="166696" y="40685"/>
                      <a:pt x="166696" y="39370"/>
                      <a:pt x="168016" y="39370"/>
                    </a:cubicBezTo>
                    <a:cubicBezTo>
                      <a:pt x="169336" y="39370"/>
                      <a:pt x="169336" y="38054"/>
                      <a:pt x="170657" y="38054"/>
                    </a:cubicBezTo>
                    <a:cubicBezTo>
                      <a:pt x="177259" y="36739"/>
                      <a:pt x="181220" y="35424"/>
                      <a:pt x="187822" y="35424"/>
                    </a:cubicBezTo>
                    <a:cubicBezTo>
                      <a:pt x="186501" y="36739"/>
                      <a:pt x="185181" y="35424"/>
                      <a:pt x="183861" y="36739"/>
                    </a:cubicBezTo>
                    <a:lnTo>
                      <a:pt x="187822" y="36739"/>
                    </a:lnTo>
                    <a:cubicBezTo>
                      <a:pt x="187822" y="36739"/>
                      <a:pt x="187822" y="36739"/>
                      <a:pt x="190463" y="34108"/>
                    </a:cubicBezTo>
                    <a:cubicBezTo>
                      <a:pt x="190463" y="34108"/>
                      <a:pt x="190463" y="34108"/>
                      <a:pt x="187822" y="34108"/>
                    </a:cubicBezTo>
                    <a:cubicBezTo>
                      <a:pt x="189142" y="34108"/>
                      <a:pt x="190463" y="32793"/>
                      <a:pt x="190463" y="32793"/>
                    </a:cubicBezTo>
                    <a:cubicBezTo>
                      <a:pt x="189142" y="32793"/>
                      <a:pt x="189142" y="32793"/>
                      <a:pt x="187822" y="32793"/>
                    </a:cubicBezTo>
                    <a:lnTo>
                      <a:pt x="189915" y="31750"/>
                    </a:lnTo>
                    <a:lnTo>
                      <a:pt x="190463" y="31477"/>
                    </a:lnTo>
                    <a:cubicBezTo>
                      <a:pt x="183861" y="30162"/>
                      <a:pt x="177259" y="30162"/>
                      <a:pt x="169336" y="30162"/>
                    </a:cubicBezTo>
                    <a:close/>
                    <a:moveTo>
                      <a:pt x="169069" y="0"/>
                    </a:moveTo>
                    <a:cubicBezTo>
                      <a:pt x="262443" y="0"/>
                      <a:pt x="338138" y="75339"/>
                      <a:pt x="338138" y="168275"/>
                    </a:cubicBezTo>
                    <a:cubicBezTo>
                      <a:pt x="338138" y="261211"/>
                      <a:pt x="262443" y="336550"/>
                      <a:pt x="169069" y="336550"/>
                    </a:cubicBezTo>
                    <a:cubicBezTo>
                      <a:pt x="75695" y="336550"/>
                      <a:pt x="0" y="261211"/>
                      <a:pt x="0" y="168275"/>
                    </a:cubicBezTo>
                    <a:cubicBezTo>
                      <a:pt x="0" y="75339"/>
                      <a:pt x="75695" y="0"/>
                      <a:pt x="16906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013">
                  <a:solidFill>
                    <a:schemeClr val="tx1">
                      <a:lumMod val="65000"/>
                      <a:lumOff val="35000"/>
                    </a:schemeClr>
                  </a:solidFill>
                  <a:latin typeface="+mj-ea"/>
                  <a:ea typeface="+mj-ea"/>
                </a:endParaRPr>
              </a:p>
            </p:txBody>
          </p:sp>
        </p:grpSp>
        <p:sp>
          <p:nvSpPr>
            <p:cNvPr id="128" name="矩形 127"/>
            <p:cNvSpPr/>
            <p:nvPr/>
          </p:nvSpPr>
          <p:spPr>
            <a:xfrm>
              <a:off x="8048626" y="4282401"/>
              <a:ext cx="2873210" cy="89871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050" dirty="0">
                  <a:solidFill>
                    <a:schemeClr val="tx1">
                      <a:lumMod val="65000"/>
                      <a:lumOff val="35000"/>
                    </a:schemeClr>
                  </a:solidFill>
                  <a:latin typeface="+mj-ea"/>
                  <a:ea typeface="+mj-ea"/>
                </a:rPr>
                <a:t>用户可以在投影仪或者计算机上进行演示也可以将演示文稿打印出来</a:t>
              </a:r>
            </a:p>
          </p:txBody>
        </p:sp>
      </p:grpSp>
    </p:spTree>
    <p:extLst>
      <p:ext uri="{BB962C8B-B14F-4D97-AF65-F5344CB8AC3E}">
        <p14:creationId xmlns:p14="http://schemas.microsoft.com/office/powerpoint/2010/main" val="41477261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randombar(horizontal)">
                                      <p:cBhvr>
                                        <p:cTn id="7" dur="500"/>
                                        <p:tgtEl>
                                          <p:spTgt spid="54"/>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70"/>
                                        </p:tgtEl>
                                        <p:attrNameLst>
                                          <p:attrName>style.visibility</p:attrName>
                                        </p:attrNameLst>
                                      </p:cBhvr>
                                      <p:to>
                                        <p:strVal val="visible"/>
                                      </p:to>
                                    </p:set>
                                    <p:animEffect transition="in" filter="randombar(horizontal)">
                                      <p:cBhvr>
                                        <p:cTn id="10" dur="500"/>
                                        <p:tgtEl>
                                          <p:spTgt spid="70"/>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86"/>
                                        </p:tgtEl>
                                        <p:attrNameLst>
                                          <p:attrName>style.visibility</p:attrName>
                                        </p:attrNameLst>
                                      </p:cBhvr>
                                      <p:to>
                                        <p:strVal val="visible"/>
                                      </p:to>
                                    </p:set>
                                    <p:animEffect transition="in" filter="randombar(horizontal)">
                                      <p:cBhvr>
                                        <p:cTn id="13" dur="500"/>
                                        <p:tgtEl>
                                          <p:spTgt spid="86"/>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96"/>
                                        </p:tgtEl>
                                        <p:attrNameLst>
                                          <p:attrName>style.visibility</p:attrName>
                                        </p:attrNameLst>
                                      </p:cBhvr>
                                      <p:to>
                                        <p:strVal val="visible"/>
                                      </p:to>
                                    </p:set>
                                    <p:animEffect transition="in" filter="randombar(horizontal)">
                                      <p:cBhvr>
                                        <p:cTn id="16" dur="500"/>
                                        <p:tgtEl>
                                          <p:spTgt spid="96"/>
                                        </p:tgtEl>
                                      </p:cBhvr>
                                    </p:animEffect>
                                  </p:childTnLst>
                                </p:cTn>
                              </p:par>
                              <p:par>
                                <p:cTn id="17" presetID="14" presetClass="entr" presetSubtype="10" fill="hold" nodeType="withEffect">
                                  <p:stCondLst>
                                    <p:cond delay="0"/>
                                  </p:stCondLst>
                                  <p:childTnLst>
                                    <p:set>
                                      <p:cBhvr>
                                        <p:cTn id="18" dur="1" fill="hold">
                                          <p:stCondLst>
                                            <p:cond delay="0"/>
                                          </p:stCondLst>
                                        </p:cTn>
                                        <p:tgtEl>
                                          <p:spTgt spid="99"/>
                                        </p:tgtEl>
                                        <p:attrNameLst>
                                          <p:attrName>style.visibility</p:attrName>
                                        </p:attrNameLst>
                                      </p:cBhvr>
                                      <p:to>
                                        <p:strVal val="visible"/>
                                      </p:to>
                                    </p:set>
                                    <p:animEffect transition="in" filter="randombar(horizontal)">
                                      <p:cBhvr>
                                        <p:cTn id="19" dur="500"/>
                                        <p:tgtEl>
                                          <p:spTgt spid="99"/>
                                        </p:tgtEl>
                                      </p:cBhvr>
                                    </p:animEffect>
                                  </p:childTnLst>
                                </p:cTn>
                              </p:par>
                              <p:par>
                                <p:cTn id="20" presetID="14" presetClass="entr" presetSubtype="10" fill="hold" nodeType="withEffect">
                                  <p:stCondLst>
                                    <p:cond delay="0"/>
                                  </p:stCondLst>
                                  <p:childTnLst>
                                    <p:set>
                                      <p:cBhvr>
                                        <p:cTn id="21" dur="1" fill="hold">
                                          <p:stCondLst>
                                            <p:cond delay="0"/>
                                          </p:stCondLst>
                                        </p:cTn>
                                        <p:tgtEl>
                                          <p:spTgt spid="117"/>
                                        </p:tgtEl>
                                        <p:attrNameLst>
                                          <p:attrName>style.visibility</p:attrName>
                                        </p:attrNameLst>
                                      </p:cBhvr>
                                      <p:to>
                                        <p:strVal val="visible"/>
                                      </p:to>
                                    </p:set>
                                    <p:animEffect transition="in" filter="randombar(horizontal)">
                                      <p:cBhvr>
                                        <p:cTn id="22" dur="500"/>
                                        <p:tgtEl>
                                          <p:spTgt spid="117"/>
                                        </p:tgtEl>
                                      </p:cBhvr>
                                    </p:animEffect>
                                  </p:childTnLst>
                                </p:cTn>
                              </p:par>
                              <p:par>
                                <p:cTn id="23" presetID="14" presetClass="entr" presetSubtype="10" fill="hold" nodeType="withEffect">
                                  <p:stCondLst>
                                    <p:cond delay="0"/>
                                  </p:stCondLst>
                                  <p:childTnLst>
                                    <p:set>
                                      <p:cBhvr>
                                        <p:cTn id="24" dur="1" fill="hold">
                                          <p:stCondLst>
                                            <p:cond delay="0"/>
                                          </p:stCondLst>
                                        </p:cTn>
                                        <p:tgtEl>
                                          <p:spTgt spid="108"/>
                                        </p:tgtEl>
                                        <p:attrNameLst>
                                          <p:attrName>style.visibility</p:attrName>
                                        </p:attrNameLst>
                                      </p:cBhvr>
                                      <p:to>
                                        <p:strVal val="visible"/>
                                      </p:to>
                                    </p:set>
                                    <p:animEffect transition="in" filter="randombar(horizontal)">
                                      <p:cBhvr>
                                        <p:cTn id="25" dur="500"/>
                                        <p:tgtEl>
                                          <p:spTgt spid="108"/>
                                        </p:tgtEl>
                                      </p:cBhvr>
                                    </p:animEffect>
                                  </p:childTnLst>
                                </p:cTn>
                              </p:par>
                              <p:par>
                                <p:cTn id="26" presetID="14" presetClass="entr" presetSubtype="10" fill="hold" nodeType="withEffect">
                                  <p:stCondLst>
                                    <p:cond delay="0"/>
                                  </p:stCondLst>
                                  <p:childTnLst>
                                    <p:set>
                                      <p:cBhvr>
                                        <p:cTn id="27" dur="1" fill="hold">
                                          <p:stCondLst>
                                            <p:cond delay="0"/>
                                          </p:stCondLst>
                                        </p:cTn>
                                        <p:tgtEl>
                                          <p:spTgt spid="126"/>
                                        </p:tgtEl>
                                        <p:attrNameLst>
                                          <p:attrName>style.visibility</p:attrName>
                                        </p:attrNameLst>
                                      </p:cBhvr>
                                      <p:to>
                                        <p:strVal val="visible"/>
                                      </p:to>
                                    </p:set>
                                    <p:animEffect transition="in" filter="randombar(horizontal)">
                                      <p:cBhvr>
                                        <p:cTn id="28" dur="5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70" grpId="0"/>
      <p:bldP spid="86" grpId="0"/>
      <p:bldP spid="9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9"/>
          <p:cNvSpPr txBox="1"/>
          <p:nvPr/>
        </p:nvSpPr>
        <p:spPr>
          <a:xfrm>
            <a:off x="3204642" y="1348408"/>
            <a:ext cx="2631999" cy="787716"/>
          </a:xfrm>
          <a:prstGeom prst="rect">
            <a:avLst/>
          </a:prstGeom>
          <a:noFill/>
        </p:spPr>
        <p:txBody>
          <a:bodyPr wrap="square" lIns="0" tIns="0" rIns="0" bIns="0" rtlCol="0">
            <a:spAutoFit/>
          </a:bodyPr>
          <a:lstStyle>
            <a:defPPr>
              <a:defRPr lang="zh-CN"/>
            </a:defPPr>
            <a:lvl1pPr algn="just">
              <a:lnSpc>
                <a:spcPts val="2000"/>
              </a:lnSpc>
              <a:defRPr sz="14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a:lnSpc>
                <a:spcPct val="150000"/>
              </a:lnSpc>
            </a:pPr>
            <a:r>
              <a:rPr lang="zh-CN" altLang="en-US" sz="1200" dirty="0">
                <a:solidFill>
                  <a:schemeClr val="tx1">
                    <a:lumMod val="50000"/>
                    <a:lumOff val="50000"/>
                  </a:schemeClr>
                </a:solidFill>
                <a:latin typeface="幼圆" panose="02010509060101010101" pitchFamily="49" charset="-122"/>
                <a:ea typeface="幼圆" panose="02010509060101010101" pitchFamily="49" charset="-122"/>
                <a:cs typeface="+mn-ea"/>
                <a:sym typeface="+mn-lt"/>
              </a:rPr>
              <a:t>单张，海报，活动入场券</a:t>
            </a:r>
            <a:endParaRPr lang="en-US" altLang="zh-CN" sz="1200" dirty="0">
              <a:solidFill>
                <a:schemeClr val="tx1">
                  <a:lumMod val="50000"/>
                  <a:lumOff val="50000"/>
                </a:schemeClr>
              </a:solidFill>
              <a:latin typeface="幼圆" panose="02010509060101010101" pitchFamily="49" charset="-122"/>
              <a:ea typeface="幼圆" panose="02010509060101010101" pitchFamily="49" charset="-122"/>
              <a:cs typeface="+mn-ea"/>
              <a:sym typeface="+mn-lt"/>
            </a:endParaRPr>
          </a:p>
          <a:p>
            <a:pPr>
              <a:lnSpc>
                <a:spcPct val="150000"/>
              </a:lnSpc>
            </a:pPr>
            <a:r>
              <a:rPr lang="zh-CN" altLang="en-US" sz="1200" dirty="0">
                <a:solidFill>
                  <a:schemeClr val="tx1">
                    <a:lumMod val="50000"/>
                    <a:lumOff val="50000"/>
                  </a:schemeClr>
                </a:solidFill>
                <a:latin typeface="幼圆" panose="02010509060101010101" pitchFamily="49" charset="-122"/>
                <a:ea typeface="幼圆" panose="02010509060101010101" pitchFamily="49" charset="-122"/>
                <a:cs typeface="+mn-ea"/>
                <a:sym typeface="+mn-lt"/>
              </a:rPr>
              <a:t>易拉宝，</a:t>
            </a:r>
            <a:r>
              <a:rPr lang="en-US" altLang="zh-CN" sz="1200" dirty="0">
                <a:solidFill>
                  <a:schemeClr val="tx1">
                    <a:lumMod val="50000"/>
                    <a:lumOff val="50000"/>
                  </a:schemeClr>
                </a:solidFill>
                <a:latin typeface="幼圆" panose="02010509060101010101" pitchFamily="49" charset="-122"/>
                <a:ea typeface="幼圆" panose="02010509060101010101" pitchFamily="49" charset="-122"/>
                <a:cs typeface="+mn-ea"/>
                <a:sym typeface="+mn-lt"/>
              </a:rPr>
              <a:t>X</a:t>
            </a:r>
            <a:r>
              <a:rPr lang="zh-CN" altLang="en-US" sz="1200" dirty="0">
                <a:solidFill>
                  <a:schemeClr val="tx1">
                    <a:lumMod val="50000"/>
                    <a:lumOff val="50000"/>
                  </a:schemeClr>
                </a:solidFill>
                <a:latin typeface="幼圆" panose="02010509060101010101" pitchFamily="49" charset="-122"/>
                <a:ea typeface="幼圆" panose="02010509060101010101" pitchFamily="49" charset="-122"/>
                <a:cs typeface="+mn-ea"/>
                <a:sym typeface="+mn-lt"/>
              </a:rPr>
              <a:t>展架，活动宣传册</a:t>
            </a:r>
            <a:r>
              <a:rPr lang="en-US" altLang="zh-CN" sz="1200" dirty="0">
                <a:solidFill>
                  <a:schemeClr val="tx1">
                    <a:lumMod val="50000"/>
                    <a:lumOff val="50000"/>
                  </a:schemeClr>
                </a:solidFill>
                <a:latin typeface="幼圆" panose="02010509060101010101" pitchFamily="49" charset="-122"/>
                <a:ea typeface="幼圆" panose="02010509060101010101" pitchFamily="49" charset="-122"/>
                <a:cs typeface="+mn-ea"/>
                <a:sym typeface="+mn-lt"/>
              </a:rPr>
              <a:t>……</a:t>
            </a:r>
          </a:p>
          <a:p>
            <a:pPr>
              <a:lnSpc>
                <a:spcPct val="150000"/>
              </a:lnSpc>
            </a:pPr>
            <a:endParaRPr lang="en-US" altLang="zh-CN" sz="1200" dirty="0">
              <a:solidFill>
                <a:schemeClr val="tx1">
                  <a:lumMod val="50000"/>
                  <a:lumOff val="50000"/>
                </a:schemeClr>
              </a:solidFill>
              <a:latin typeface="幼圆" panose="02010509060101010101" pitchFamily="49" charset="-122"/>
              <a:ea typeface="幼圆" panose="02010509060101010101" pitchFamily="49" charset="-122"/>
              <a:cs typeface="+mn-ea"/>
              <a:sym typeface="+mn-lt"/>
            </a:endParaRPr>
          </a:p>
        </p:txBody>
      </p:sp>
      <p:sp>
        <p:nvSpPr>
          <p:cNvPr id="33" name="TextBox 29"/>
          <p:cNvSpPr txBox="1"/>
          <p:nvPr/>
        </p:nvSpPr>
        <p:spPr>
          <a:xfrm>
            <a:off x="4068571" y="2565883"/>
            <a:ext cx="2743471" cy="510717"/>
          </a:xfrm>
          <a:prstGeom prst="rect">
            <a:avLst/>
          </a:prstGeom>
          <a:noFill/>
        </p:spPr>
        <p:txBody>
          <a:bodyPr wrap="square" lIns="0" tIns="0" rIns="0" bIns="0" rtlCol="0">
            <a:spAutoFit/>
          </a:bodyPr>
          <a:lstStyle>
            <a:defPPr>
              <a:defRPr lang="zh-CN"/>
            </a:defPPr>
            <a:lvl1pPr algn="just">
              <a:lnSpc>
                <a:spcPts val="2000"/>
              </a:lnSpc>
              <a:defRPr sz="14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a:lnSpc>
                <a:spcPct val="150000"/>
              </a:lnSpc>
            </a:pPr>
            <a:r>
              <a:rPr lang="zh-CN" altLang="en-US" sz="1200" dirty="0">
                <a:solidFill>
                  <a:schemeClr val="tx1">
                    <a:lumMod val="50000"/>
                    <a:lumOff val="50000"/>
                  </a:schemeClr>
                </a:solidFill>
                <a:latin typeface="幼圆" panose="02010509060101010101" pitchFamily="49" charset="-122"/>
                <a:ea typeface="幼圆" panose="02010509060101010101" pitchFamily="49" charset="-122"/>
                <a:cs typeface="+mn-ea"/>
                <a:sym typeface="+mn-lt"/>
              </a:rPr>
              <a:t>茶水，嘉宾礼品，签名册，嘉宾证，工作证，红地毯，鲜花</a:t>
            </a:r>
            <a:r>
              <a:rPr lang="en-US" altLang="zh-CN" sz="1200" dirty="0">
                <a:solidFill>
                  <a:schemeClr val="tx1">
                    <a:lumMod val="50000"/>
                    <a:lumOff val="50000"/>
                  </a:schemeClr>
                </a:solidFill>
                <a:latin typeface="幼圆" panose="02010509060101010101" pitchFamily="49" charset="-122"/>
                <a:ea typeface="幼圆" panose="02010509060101010101" pitchFamily="49" charset="-122"/>
                <a:cs typeface="+mn-ea"/>
                <a:sym typeface="+mn-lt"/>
              </a:rPr>
              <a:t>……</a:t>
            </a:r>
          </a:p>
        </p:txBody>
      </p:sp>
      <p:sp>
        <p:nvSpPr>
          <p:cNvPr id="40" name="TextBox 29"/>
          <p:cNvSpPr txBox="1"/>
          <p:nvPr/>
        </p:nvSpPr>
        <p:spPr>
          <a:xfrm>
            <a:off x="5045724" y="3626603"/>
            <a:ext cx="2088232" cy="510717"/>
          </a:xfrm>
          <a:prstGeom prst="rect">
            <a:avLst/>
          </a:prstGeom>
          <a:noFill/>
        </p:spPr>
        <p:txBody>
          <a:bodyPr wrap="square" lIns="0" tIns="0" rIns="0" bIns="0" rtlCol="0">
            <a:spAutoFit/>
          </a:bodyPr>
          <a:lstStyle>
            <a:defPPr>
              <a:defRPr lang="zh-CN"/>
            </a:defPPr>
            <a:lvl1pPr algn="just">
              <a:lnSpc>
                <a:spcPts val="2000"/>
              </a:lnSpc>
              <a:defRPr sz="14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a:lnSpc>
                <a:spcPct val="150000"/>
              </a:lnSpc>
            </a:pPr>
            <a:r>
              <a:rPr lang="zh-CN" altLang="en-US" sz="1200" dirty="0">
                <a:solidFill>
                  <a:schemeClr val="tx1">
                    <a:lumMod val="50000"/>
                    <a:lumOff val="50000"/>
                  </a:schemeClr>
                </a:solidFill>
                <a:latin typeface="幼圆" panose="02010509060101010101" pitchFamily="49" charset="-122"/>
                <a:ea typeface="幼圆" panose="02010509060101010101" pitchFamily="49" charset="-122"/>
                <a:cs typeface="+mn-ea"/>
                <a:sym typeface="+mn-lt"/>
              </a:rPr>
              <a:t>演员服装，道具，进度表，物料领用单</a:t>
            </a:r>
            <a:r>
              <a:rPr lang="en-US" altLang="zh-CN" sz="1200" dirty="0">
                <a:solidFill>
                  <a:schemeClr val="tx1">
                    <a:lumMod val="50000"/>
                    <a:lumOff val="50000"/>
                  </a:schemeClr>
                </a:solidFill>
                <a:latin typeface="幼圆" panose="02010509060101010101" pitchFamily="49" charset="-122"/>
                <a:ea typeface="幼圆" panose="02010509060101010101" pitchFamily="49" charset="-122"/>
                <a:cs typeface="+mn-ea"/>
                <a:sym typeface="+mn-lt"/>
              </a:rPr>
              <a:t>……</a:t>
            </a:r>
          </a:p>
        </p:txBody>
      </p:sp>
      <p:sp>
        <p:nvSpPr>
          <p:cNvPr id="82" name="圆角矩形 81"/>
          <p:cNvSpPr/>
          <p:nvPr/>
        </p:nvSpPr>
        <p:spPr>
          <a:xfrm>
            <a:off x="3778092" y="3430106"/>
            <a:ext cx="989928" cy="903712"/>
          </a:xfrm>
          <a:prstGeom prst="roundRect">
            <a:avLst/>
          </a:prstGeom>
          <a:solidFill>
            <a:srgbClr val="108887"/>
          </a:solidFill>
          <a:ln w="22225" cap="flat">
            <a:solidFill>
              <a:schemeClr val="bg1">
                <a:lumMod val="85000"/>
              </a:schemeClr>
            </a:solidFill>
            <a:prstDash val="solid"/>
            <a:miter lim="800000"/>
            <a:headEnd/>
            <a:tailEnd/>
          </a:ln>
          <a:effec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zh-CN" altLang="en-US" kern="0">
              <a:solidFill>
                <a:sysClr val="windowText" lastClr="000000"/>
              </a:solidFill>
              <a:latin typeface="+mn-lt"/>
              <a:ea typeface="+mn-ea"/>
              <a:cs typeface="+mn-ea"/>
              <a:sym typeface="+mn-lt"/>
            </a:endParaRPr>
          </a:p>
        </p:txBody>
      </p:sp>
      <p:sp>
        <p:nvSpPr>
          <p:cNvPr id="85" name="圆角矩形 84"/>
          <p:cNvSpPr/>
          <p:nvPr/>
        </p:nvSpPr>
        <p:spPr>
          <a:xfrm>
            <a:off x="1691146" y="1204392"/>
            <a:ext cx="1027938" cy="938412"/>
          </a:xfrm>
          <a:prstGeom prst="roundRect">
            <a:avLst>
              <a:gd name="adj" fmla="val 14297"/>
            </a:avLst>
          </a:prstGeom>
          <a:solidFill>
            <a:srgbClr val="C80A2A"/>
          </a:solidFill>
          <a:ln w="22225" cap="flat">
            <a:solidFill>
              <a:schemeClr val="bg1">
                <a:lumMod val="85000"/>
              </a:schemeClr>
            </a:solid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chemeClr val="bg1"/>
              </a:solidFill>
              <a:effectLst/>
              <a:uLnTx/>
              <a:uFillTx/>
              <a:latin typeface="+mn-lt"/>
              <a:ea typeface="+mn-ea"/>
              <a:cs typeface="+mn-ea"/>
              <a:sym typeface="+mn-lt"/>
            </a:endParaRPr>
          </a:p>
        </p:txBody>
      </p:sp>
      <p:sp>
        <p:nvSpPr>
          <p:cNvPr id="4" name="矩形 3"/>
          <p:cNvSpPr/>
          <p:nvPr/>
        </p:nvSpPr>
        <p:spPr>
          <a:xfrm>
            <a:off x="1893170" y="1358269"/>
            <a:ext cx="623889" cy="615553"/>
          </a:xfrm>
          <a:prstGeom prst="rect">
            <a:avLst/>
          </a:prstGeom>
        </p:spPr>
        <p:txBody>
          <a:bodyPr wrap="none">
            <a:spAutoFit/>
          </a:bodyPr>
          <a:lstStyle/>
          <a:p>
            <a:r>
              <a:rPr lang="zh-CN" altLang="en-US" sz="1700" b="1" dirty="0">
                <a:solidFill>
                  <a:schemeClr val="bg1"/>
                </a:solidFill>
                <a:latin typeface="+mn-lt"/>
                <a:ea typeface="+mn-ea"/>
                <a:cs typeface="+mn-ea"/>
                <a:sym typeface="+mn-lt"/>
              </a:rPr>
              <a:t>广告</a:t>
            </a:r>
            <a:endParaRPr lang="en-US" altLang="zh-CN" sz="1700" b="1" dirty="0">
              <a:solidFill>
                <a:schemeClr val="bg1"/>
              </a:solidFill>
              <a:latin typeface="+mn-lt"/>
              <a:ea typeface="+mn-ea"/>
              <a:cs typeface="+mn-ea"/>
              <a:sym typeface="+mn-lt"/>
            </a:endParaRPr>
          </a:p>
          <a:p>
            <a:r>
              <a:rPr lang="zh-CN" altLang="en-US" sz="1700" b="1" dirty="0">
                <a:solidFill>
                  <a:schemeClr val="bg1"/>
                </a:solidFill>
                <a:latin typeface="+mn-lt"/>
                <a:ea typeface="+mn-ea"/>
                <a:cs typeface="+mn-ea"/>
                <a:sym typeface="+mn-lt"/>
              </a:rPr>
              <a:t>物料</a:t>
            </a:r>
          </a:p>
        </p:txBody>
      </p:sp>
      <p:sp>
        <p:nvSpPr>
          <p:cNvPr id="88" name="矩形 87"/>
          <p:cNvSpPr/>
          <p:nvPr/>
        </p:nvSpPr>
        <p:spPr>
          <a:xfrm>
            <a:off x="3971039" y="3547311"/>
            <a:ext cx="623889" cy="615553"/>
          </a:xfrm>
          <a:prstGeom prst="rect">
            <a:avLst/>
          </a:prstGeom>
        </p:spPr>
        <p:txBody>
          <a:bodyPr wrap="none">
            <a:spAutoFit/>
          </a:bodyPr>
          <a:lstStyle/>
          <a:p>
            <a:r>
              <a:rPr lang="zh-CN" altLang="en-US" sz="1700" b="1" dirty="0">
                <a:solidFill>
                  <a:schemeClr val="bg1"/>
                </a:solidFill>
                <a:latin typeface="+mn-lt"/>
                <a:ea typeface="+mn-ea"/>
                <a:cs typeface="+mn-ea"/>
                <a:sym typeface="+mn-lt"/>
              </a:rPr>
              <a:t>其它</a:t>
            </a:r>
            <a:endParaRPr lang="en-US" altLang="zh-CN" sz="1700" b="1" dirty="0">
              <a:solidFill>
                <a:schemeClr val="bg1"/>
              </a:solidFill>
              <a:latin typeface="+mn-lt"/>
              <a:ea typeface="+mn-ea"/>
              <a:cs typeface="+mn-ea"/>
              <a:sym typeface="+mn-lt"/>
            </a:endParaRPr>
          </a:p>
          <a:p>
            <a:r>
              <a:rPr lang="zh-CN" altLang="en-US" sz="1700" b="1" dirty="0">
                <a:solidFill>
                  <a:schemeClr val="bg1"/>
                </a:solidFill>
                <a:latin typeface="+mn-lt"/>
                <a:ea typeface="+mn-ea"/>
                <a:cs typeface="+mn-ea"/>
                <a:sym typeface="+mn-lt"/>
              </a:rPr>
              <a:t>物料</a:t>
            </a:r>
          </a:p>
        </p:txBody>
      </p:sp>
      <p:sp>
        <p:nvSpPr>
          <p:cNvPr id="15" name="标题 20"/>
          <p:cNvSpPr txBox="1">
            <a:spLocks/>
          </p:cNvSpPr>
          <p:nvPr/>
        </p:nvSpPr>
        <p:spPr bwMode="auto">
          <a:xfrm>
            <a:off x="800646" y="372489"/>
            <a:ext cx="1818868" cy="378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fontAlgn="base">
              <a:spcBef>
                <a:spcPct val="0"/>
              </a:spcBef>
              <a:spcAft>
                <a:spcPct val="0"/>
              </a:spcAft>
              <a:defRPr sz="2400" b="0" kern="1200" cap="all">
                <a:solidFill>
                  <a:schemeClr val="tx1"/>
                </a:solidFill>
                <a:latin typeface="微软雅黑" panose="020B0503020204020204" pitchFamily="34" charset="-122"/>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50" algn="ctr" rtl="0" fontAlgn="base">
              <a:spcBef>
                <a:spcPct val="0"/>
              </a:spcBef>
              <a:spcAft>
                <a:spcPct val="0"/>
              </a:spcAft>
              <a:defRPr sz="4400">
                <a:solidFill>
                  <a:schemeClr val="tx1"/>
                </a:solidFill>
                <a:latin typeface="Calibri" pitchFamily="34" charset="0"/>
                <a:ea typeface="宋体" charset="-122"/>
              </a:defRPr>
            </a:lvl6pPr>
            <a:lvl7pPr marL="914499" algn="ctr" rtl="0" fontAlgn="base">
              <a:spcBef>
                <a:spcPct val="0"/>
              </a:spcBef>
              <a:spcAft>
                <a:spcPct val="0"/>
              </a:spcAft>
              <a:defRPr sz="4400">
                <a:solidFill>
                  <a:schemeClr val="tx1"/>
                </a:solidFill>
                <a:latin typeface="Calibri" pitchFamily="34" charset="0"/>
                <a:ea typeface="宋体" charset="-122"/>
              </a:defRPr>
            </a:lvl7pPr>
            <a:lvl8pPr marL="1371748" algn="ctr" rtl="0" fontAlgn="base">
              <a:spcBef>
                <a:spcPct val="0"/>
              </a:spcBef>
              <a:spcAft>
                <a:spcPct val="0"/>
              </a:spcAft>
              <a:defRPr sz="4400">
                <a:solidFill>
                  <a:schemeClr val="tx1"/>
                </a:solidFill>
                <a:latin typeface="Calibri" pitchFamily="34" charset="0"/>
                <a:ea typeface="宋体" charset="-122"/>
              </a:defRPr>
            </a:lvl8pPr>
            <a:lvl9pPr marL="1828998" algn="ctr" rtl="0" fontAlgn="base">
              <a:spcBef>
                <a:spcPct val="0"/>
              </a:spcBef>
              <a:spcAft>
                <a:spcPct val="0"/>
              </a:spcAft>
              <a:defRPr sz="4400">
                <a:solidFill>
                  <a:schemeClr val="tx1"/>
                </a:solidFill>
                <a:latin typeface="Calibri" pitchFamily="34" charset="0"/>
                <a:ea typeface="宋体" charset="-122"/>
              </a:defRPr>
            </a:lvl9pPr>
          </a:lstStyle>
          <a:p>
            <a:r>
              <a:rPr lang="zh-CN" altLang="en-US" sz="1800" dirty="0">
                <a:solidFill>
                  <a:srgbClr val="C80A2A"/>
                </a:solidFill>
                <a:latin typeface="+mn-lt"/>
                <a:ea typeface="+mn-ea"/>
                <a:cs typeface="+mn-ea"/>
                <a:sym typeface="+mn-lt"/>
              </a:rPr>
              <a:t>添加您的标题</a:t>
            </a:r>
          </a:p>
        </p:txBody>
      </p:sp>
      <p:sp>
        <p:nvSpPr>
          <p:cNvPr id="16" name="圆角矩形 15"/>
          <p:cNvSpPr/>
          <p:nvPr/>
        </p:nvSpPr>
        <p:spPr>
          <a:xfrm>
            <a:off x="2700586" y="2349986"/>
            <a:ext cx="1027938" cy="938412"/>
          </a:xfrm>
          <a:prstGeom prst="roundRect">
            <a:avLst>
              <a:gd name="adj" fmla="val 14297"/>
            </a:avLst>
          </a:prstGeom>
          <a:solidFill>
            <a:srgbClr val="D87833"/>
          </a:solidFill>
          <a:ln w="22225" cap="flat">
            <a:solidFill>
              <a:schemeClr val="bg1">
                <a:lumMod val="85000"/>
              </a:schemeClr>
            </a:solidFill>
            <a:prstDash val="solid"/>
            <a:miter lim="800000"/>
            <a:headEnd/>
            <a:tailEnd/>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chemeClr val="bg1"/>
              </a:solidFill>
              <a:effectLst/>
              <a:uLnTx/>
              <a:uFillTx/>
              <a:latin typeface="+mn-lt"/>
              <a:ea typeface="+mn-ea"/>
              <a:cs typeface="+mn-ea"/>
              <a:sym typeface="+mn-lt"/>
            </a:endParaRPr>
          </a:p>
        </p:txBody>
      </p:sp>
      <p:sp>
        <p:nvSpPr>
          <p:cNvPr id="17" name="矩形 16"/>
          <p:cNvSpPr/>
          <p:nvPr/>
        </p:nvSpPr>
        <p:spPr>
          <a:xfrm>
            <a:off x="2902610" y="2478520"/>
            <a:ext cx="623889" cy="615553"/>
          </a:xfrm>
          <a:prstGeom prst="rect">
            <a:avLst/>
          </a:prstGeom>
        </p:spPr>
        <p:txBody>
          <a:bodyPr wrap="none">
            <a:spAutoFit/>
          </a:bodyPr>
          <a:lstStyle/>
          <a:p>
            <a:r>
              <a:rPr lang="zh-CN" altLang="en-US" sz="1700" b="1" dirty="0">
                <a:solidFill>
                  <a:schemeClr val="bg1"/>
                </a:solidFill>
                <a:latin typeface="+mn-lt"/>
                <a:ea typeface="+mn-ea"/>
                <a:cs typeface="+mn-ea"/>
                <a:sym typeface="+mn-lt"/>
              </a:rPr>
              <a:t>接待</a:t>
            </a:r>
            <a:endParaRPr lang="en-US" altLang="zh-CN" sz="1700" b="1" dirty="0">
              <a:solidFill>
                <a:schemeClr val="bg1"/>
              </a:solidFill>
              <a:latin typeface="+mn-lt"/>
              <a:ea typeface="+mn-ea"/>
              <a:cs typeface="+mn-ea"/>
              <a:sym typeface="+mn-lt"/>
            </a:endParaRPr>
          </a:p>
          <a:p>
            <a:r>
              <a:rPr lang="zh-CN" altLang="en-US" sz="1700" b="1" dirty="0">
                <a:solidFill>
                  <a:schemeClr val="bg1"/>
                </a:solidFill>
                <a:latin typeface="+mn-lt"/>
                <a:ea typeface="+mn-ea"/>
                <a:cs typeface="+mn-ea"/>
                <a:sym typeface="+mn-lt"/>
              </a:rPr>
              <a:t>物料</a:t>
            </a:r>
          </a:p>
        </p:txBody>
      </p:sp>
    </p:spTree>
    <p:extLst>
      <p:ext uri="{BB962C8B-B14F-4D97-AF65-F5344CB8AC3E}">
        <p14:creationId xmlns:p14="http://schemas.microsoft.com/office/powerpoint/2010/main" val="8405417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p:cTn id="7" dur="500" fill="hold"/>
                                        <p:tgtEl>
                                          <p:spTgt spid="85"/>
                                        </p:tgtEl>
                                        <p:attrNameLst>
                                          <p:attrName>ppt_w</p:attrName>
                                        </p:attrNameLst>
                                      </p:cBhvr>
                                      <p:tavLst>
                                        <p:tav tm="0">
                                          <p:val>
                                            <p:fltVal val="0"/>
                                          </p:val>
                                        </p:tav>
                                        <p:tav tm="100000">
                                          <p:val>
                                            <p:strVal val="#ppt_w"/>
                                          </p:val>
                                        </p:tav>
                                      </p:tavLst>
                                    </p:anim>
                                    <p:anim calcmode="lin" valueType="num">
                                      <p:cBhvr>
                                        <p:cTn id="8" dur="500" fill="hold"/>
                                        <p:tgtEl>
                                          <p:spTgt spid="85"/>
                                        </p:tgtEl>
                                        <p:attrNameLst>
                                          <p:attrName>ppt_h</p:attrName>
                                        </p:attrNameLst>
                                      </p:cBhvr>
                                      <p:tavLst>
                                        <p:tav tm="0">
                                          <p:val>
                                            <p:fltVal val="0"/>
                                          </p:val>
                                        </p:tav>
                                        <p:tav tm="100000">
                                          <p:val>
                                            <p:strVal val="#ppt_h"/>
                                          </p:val>
                                        </p:tav>
                                      </p:tavLst>
                                    </p:anim>
                                    <p:animEffect transition="in" filter="fade">
                                      <p:cBhvr>
                                        <p:cTn id="9" dur="500"/>
                                        <p:tgtEl>
                                          <p:spTgt spid="8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p:cTn id="18" dur="500" fill="hold"/>
                                        <p:tgtEl>
                                          <p:spTgt spid="16"/>
                                        </p:tgtEl>
                                        <p:attrNameLst>
                                          <p:attrName>ppt_w</p:attrName>
                                        </p:attrNameLst>
                                      </p:cBhvr>
                                      <p:tavLst>
                                        <p:tav tm="0">
                                          <p:val>
                                            <p:fltVal val="0"/>
                                          </p:val>
                                        </p:tav>
                                        <p:tav tm="100000">
                                          <p:val>
                                            <p:strVal val="#ppt_w"/>
                                          </p:val>
                                        </p:tav>
                                      </p:tavLst>
                                    </p:anim>
                                    <p:anim calcmode="lin" valueType="num">
                                      <p:cBhvr>
                                        <p:cTn id="19" dur="500" fill="hold"/>
                                        <p:tgtEl>
                                          <p:spTgt spid="16"/>
                                        </p:tgtEl>
                                        <p:attrNameLst>
                                          <p:attrName>ppt_h</p:attrName>
                                        </p:attrNameLst>
                                      </p:cBhvr>
                                      <p:tavLst>
                                        <p:tav tm="0">
                                          <p:val>
                                            <p:fltVal val="0"/>
                                          </p:val>
                                        </p:tav>
                                        <p:tav tm="100000">
                                          <p:val>
                                            <p:strVal val="#ppt_h"/>
                                          </p:val>
                                        </p:tav>
                                      </p:tavLst>
                                    </p:anim>
                                    <p:animEffect transition="in" filter="fade">
                                      <p:cBhvr>
                                        <p:cTn id="20" dur="500"/>
                                        <p:tgtEl>
                                          <p:spTgt spid="16"/>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500" fill="hold"/>
                                        <p:tgtEl>
                                          <p:spTgt spid="17"/>
                                        </p:tgtEl>
                                        <p:attrNameLst>
                                          <p:attrName>ppt_w</p:attrName>
                                        </p:attrNameLst>
                                      </p:cBhvr>
                                      <p:tavLst>
                                        <p:tav tm="0">
                                          <p:val>
                                            <p:fltVal val="0"/>
                                          </p:val>
                                        </p:tav>
                                        <p:tav tm="100000">
                                          <p:val>
                                            <p:strVal val="#ppt_w"/>
                                          </p:val>
                                        </p:tav>
                                      </p:tavLst>
                                    </p:anim>
                                    <p:anim calcmode="lin" valueType="num">
                                      <p:cBhvr>
                                        <p:cTn id="24" dur="500" fill="hold"/>
                                        <p:tgtEl>
                                          <p:spTgt spid="17"/>
                                        </p:tgtEl>
                                        <p:attrNameLst>
                                          <p:attrName>ppt_h</p:attrName>
                                        </p:attrNameLst>
                                      </p:cBhvr>
                                      <p:tavLst>
                                        <p:tav tm="0">
                                          <p:val>
                                            <p:fltVal val="0"/>
                                          </p:val>
                                        </p:tav>
                                        <p:tav tm="100000">
                                          <p:val>
                                            <p:strVal val="#ppt_h"/>
                                          </p:val>
                                        </p:tav>
                                      </p:tavLst>
                                    </p:anim>
                                    <p:animEffect transition="in" filter="fade">
                                      <p:cBhvr>
                                        <p:cTn id="25" dur="500"/>
                                        <p:tgtEl>
                                          <p:spTgt spid="17"/>
                                        </p:tgtEl>
                                      </p:cBhvr>
                                    </p:animEffect>
                                  </p:childTnLst>
                                </p:cTn>
                              </p:par>
                            </p:childTnLst>
                          </p:cTn>
                        </p:par>
                        <p:par>
                          <p:cTn id="26" fill="hold">
                            <p:stCondLst>
                              <p:cond delay="1000"/>
                            </p:stCondLst>
                            <p:childTnLst>
                              <p:par>
                                <p:cTn id="27" presetID="53" presetClass="entr" presetSubtype="16" fill="hold" grpId="0" nodeType="afterEffect">
                                  <p:stCondLst>
                                    <p:cond delay="0"/>
                                  </p:stCondLst>
                                  <p:childTnLst>
                                    <p:set>
                                      <p:cBhvr>
                                        <p:cTn id="28" dur="1" fill="hold">
                                          <p:stCondLst>
                                            <p:cond delay="0"/>
                                          </p:stCondLst>
                                        </p:cTn>
                                        <p:tgtEl>
                                          <p:spTgt spid="82"/>
                                        </p:tgtEl>
                                        <p:attrNameLst>
                                          <p:attrName>style.visibility</p:attrName>
                                        </p:attrNameLst>
                                      </p:cBhvr>
                                      <p:to>
                                        <p:strVal val="visible"/>
                                      </p:to>
                                    </p:set>
                                    <p:anim calcmode="lin" valueType="num">
                                      <p:cBhvr>
                                        <p:cTn id="29" dur="500" fill="hold"/>
                                        <p:tgtEl>
                                          <p:spTgt spid="82"/>
                                        </p:tgtEl>
                                        <p:attrNameLst>
                                          <p:attrName>ppt_w</p:attrName>
                                        </p:attrNameLst>
                                      </p:cBhvr>
                                      <p:tavLst>
                                        <p:tav tm="0">
                                          <p:val>
                                            <p:fltVal val="0"/>
                                          </p:val>
                                        </p:tav>
                                        <p:tav tm="100000">
                                          <p:val>
                                            <p:strVal val="#ppt_w"/>
                                          </p:val>
                                        </p:tav>
                                      </p:tavLst>
                                    </p:anim>
                                    <p:anim calcmode="lin" valueType="num">
                                      <p:cBhvr>
                                        <p:cTn id="30" dur="500" fill="hold"/>
                                        <p:tgtEl>
                                          <p:spTgt spid="82"/>
                                        </p:tgtEl>
                                        <p:attrNameLst>
                                          <p:attrName>ppt_h</p:attrName>
                                        </p:attrNameLst>
                                      </p:cBhvr>
                                      <p:tavLst>
                                        <p:tav tm="0">
                                          <p:val>
                                            <p:fltVal val="0"/>
                                          </p:val>
                                        </p:tav>
                                        <p:tav tm="100000">
                                          <p:val>
                                            <p:strVal val="#ppt_h"/>
                                          </p:val>
                                        </p:tav>
                                      </p:tavLst>
                                    </p:anim>
                                    <p:animEffect transition="in" filter="fade">
                                      <p:cBhvr>
                                        <p:cTn id="31" dur="500"/>
                                        <p:tgtEl>
                                          <p:spTgt spid="82"/>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88"/>
                                        </p:tgtEl>
                                        <p:attrNameLst>
                                          <p:attrName>style.visibility</p:attrName>
                                        </p:attrNameLst>
                                      </p:cBhvr>
                                      <p:to>
                                        <p:strVal val="visible"/>
                                      </p:to>
                                    </p:set>
                                    <p:anim calcmode="lin" valueType="num">
                                      <p:cBhvr>
                                        <p:cTn id="34" dur="500" fill="hold"/>
                                        <p:tgtEl>
                                          <p:spTgt spid="88"/>
                                        </p:tgtEl>
                                        <p:attrNameLst>
                                          <p:attrName>ppt_w</p:attrName>
                                        </p:attrNameLst>
                                      </p:cBhvr>
                                      <p:tavLst>
                                        <p:tav tm="0">
                                          <p:val>
                                            <p:fltVal val="0"/>
                                          </p:val>
                                        </p:tav>
                                        <p:tav tm="100000">
                                          <p:val>
                                            <p:strVal val="#ppt_w"/>
                                          </p:val>
                                        </p:tav>
                                      </p:tavLst>
                                    </p:anim>
                                    <p:anim calcmode="lin" valueType="num">
                                      <p:cBhvr>
                                        <p:cTn id="35" dur="500" fill="hold"/>
                                        <p:tgtEl>
                                          <p:spTgt spid="88"/>
                                        </p:tgtEl>
                                        <p:attrNameLst>
                                          <p:attrName>ppt_h</p:attrName>
                                        </p:attrNameLst>
                                      </p:cBhvr>
                                      <p:tavLst>
                                        <p:tav tm="0">
                                          <p:val>
                                            <p:fltVal val="0"/>
                                          </p:val>
                                        </p:tav>
                                        <p:tav tm="100000">
                                          <p:val>
                                            <p:strVal val="#ppt_h"/>
                                          </p:val>
                                        </p:tav>
                                      </p:tavLst>
                                    </p:anim>
                                    <p:animEffect transition="in" filter="fade">
                                      <p:cBhvr>
                                        <p:cTn id="36" dur="500"/>
                                        <p:tgtEl>
                                          <p:spTgt spid="88"/>
                                        </p:tgtEl>
                                      </p:cBhvr>
                                    </p:animEffect>
                                  </p:childTnLst>
                                </p:cTn>
                              </p:par>
                            </p:childTnLst>
                          </p:cTn>
                        </p:par>
                        <p:par>
                          <p:cTn id="37" fill="hold">
                            <p:stCondLst>
                              <p:cond delay="1500"/>
                            </p:stCondLst>
                            <p:childTnLst>
                              <p:par>
                                <p:cTn id="38" presetID="42" presetClass="entr" presetSubtype="0" fill="hold" grpId="0" nodeType="after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1000"/>
                                        <p:tgtEl>
                                          <p:spTgt spid="27"/>
                                        </p:tgtEl>
                                      </p:cBhvr>
                                    </p:animEffect>
                                    <p:anim calcmode="lin" valueType="num">
                                      <p:cBhvr>
                                        <p:cTn id="41" dur="1000" fill="hold"/>
                                        <p:tgtEl>
                                          <p:spTgt spid="27"/>
                                        </p:tgtEl>
                                        <p:attrNameLst>
                                          <p:attrName>ppt_x</p:attrName>
                                        </p:attrNameLst>
                                      </p:cBhvr>
                                      <p:tavLst>
                                        <p:tav tm="0">
                                          <p:val>
                                            <p:strVal val="#ppt_x"/>
                                          </p:val>
                                        </p:tav>
                                        <p:tav tm="100000">
                                          <p:val>
                                            <p:strVal val="#ppt_x"/>
                                          </p:val>
                                        </p:tav>
                                      </p:tavLst>
                                    </p:anim>
                                    <p:anim calcmode="lin" valueType="num">
                                      <p:cBhvr>
                                        <p:cTn id="42" dur="1000" fill="hold"/>
                                        <p:tgtEl>
                                          <p:spTgt spid="27"/>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1000"/>
                                        <p:tgtEl>
                                          <p:spTgt spid="33"/>
                                        </p:tgtEl>
                                      </p:cBhvr>
                                    </p:animEffect>
                                    <p:anim calcmode="lin" valueType="num">
                                      <p:cBhvr>
                                        <p:cTn id="46" dur="1000" fill="hold"/>
                                        <p:tgtEl>
                                          <p:spTgt spid="33"/>
                                        </p:tgtEl>
                                        <p:attrNameLst>
                                          <p:attrName>ppt_x</p:attrName>
                                        </p:attrNameLst>
                                      </p:cBhvr>
                                      <p:tavLst>
                                        <p:tav tm="0">
                                          <p:val>
                                            <p:strVal val="#ppt_x"/>
                                          </p:val>
                                        </p:tav>
                                        <p:tav tm="100000">
                                          <p:val>
                                            <p:strVal val="#ppt_x"/>
                                          </p:val>
                                        </p:tav>
                                      </p:tavLst>
                                    </p:anim>
                                    <p:anim calcmode="lin" valueType="num">
                                      <p:cBhvr>
                                        <p:cTn id="47" dur="1000" fill="hold"/>
                                        <p:tgtEl>
                                          <p:spTgt spid="33"/>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1000"/>
                                        <p:tgtEl>
                                          <p:spTgt spid="40"/>
                                        </p:tgtEl>
                                      </p:cBhvr>
                                    </p:animEffect>
                                    <p:anim calcmode="lin" valueType="num">
                                      <p:cBhvr>
                                        <p:cTn id="51" dur="1000" fill="hold"/>
                                        <p:tgtEl>
                                          <p:spTgt spid="40"/>
                                        </p:tgtEl>
                                        <p:attrNameLst>
                                          <p:attrName>ppt_x</p:attrName>
                                        </p:attrNameLst>
                                      </p:cBhvr>
                                      <p:tavLst>
                                        <p:tav tm="0">
                                          <p:val>
                                            <p:strVal val="#ppt_x"/>
                                          </p:val>
                                        </p:tav>
                                        <p:tav tm="100000">
                                          <p:val>
                                            <p:strVal val="#ppt_x"/>
                                          </p:val>
                                        </p:tav>
                                      </p:tavLst>
                                    </p:anim>
                                    <p:anim calcmode="lin" valueType="num">
                                      <p:cBhvr>
                                        <p:cTn id="52"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3" grpId="0"/>
      <p:bldP spid="40" grpId="0"/>
      <p:bldP spid="82" grpId="0" animBg="1"/>
      <p:bldP spid="85" grpId="0" animBg="1"/>
      <p:bldP spid="4" grpId="0"/>
      <p:bldP spid="88" grpId="0"/>
      <p:bldP spid="16" grpId="0" animBg="1"/>
      <p:bldP spid="17"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RESOURCE_PATHS_HASH_PRESENTER" val="b533931ba3c1c58deb42a556b5114f72384dca4"/>
  <p:tag name="ISPRING_ULTRA_SCORM_COURSE_ID" val="BEBBAE54-0F67-4458-81F7-59E77C5E7694"/>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Lst>
</file>

<file path=ppt/tags/tag2.xml><?xml version="1.0" encoding="utf-8"?>
<p:tagLst xmlns:a="http://schemas.openxmlformats.org/drawingml/2006/main" xmlns:r="http://schemas.openxmlformats.org/officeDocument/2006/relationships" xmlns:p="http://schemas.openxmlformats.org/presentationml/2006/main">
  <p:tag name="MH" val="20160408160713"/>
  <p:tag name="MH_LIBRARY" val="GRAPHIC"/>
  <p:tag name="MH_TYPE" val="SubTitle"/>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0408160713"/>
  <p:tag name="MH_LIBRARY" val="GRAPHIC"/>
  <p:tag name="MH_TYPE" val="SubTitle"/>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60408160713"/>
  <p:tag name="MH_LIBRARY" val="GRAPHIC"/>
  <p:tag name="MH_TYPE" val="SubTitle"/>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60408160713"/>
  <p:tag name="MH_LIBRARY" val="GRAPHIC"/>
  <p:tag name="MH_TYPE" val="SubTitle"/>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51208213513"/>
  <p:tag name="MH_LIBRARY" val="GRAPHIC"/>
  <p:tag name="MH_TYPE" val="SubTitle"/>
  <p:tag name="MH_ORDER" val="2"/>
</p:tagLst>
</file>

<file path=ppt/tags/tag7.xml><?xml version="1.0" encoding="utf-8"?>
<p:tagLst xmlns:a="http://schemas.openxmlformats.org/drawingml/2006/main" xmlns:r="http://schemas.openxmlformats.org/officeDocument/2006/relationships" xmlns:p="http://schemas.openxmlformats.org/presentationml/2006/main">
  <p:tag name="MH" val="20151208213513"/>
  <p:tag name="MH_LIBRARY" val="GRAPHIC"/>
  <p:tag name="MH_TYPE" val="SubTitle"/>
  <p:tag name="MH_ORDER" val="2"/>
</p:tagLst>
</file>

<file path=ppt/tags/tag8.xml><?xml version="1.0" encoding="utf-8"?>
<p:tagLst xmlns:a="http://schemas.openxmlformats.org/drawingml/2006/main" xmlns:r="http://schemas.openxmlformats.org/officeDocument/2006/relationships" xmlns:p="http://schemas.openxmlformats.org/presentationml/2006/main">
  <p:tag name="MH" val="20151208213513"/>
  <p:tag name="MH_LIBRARY" val="GRAPHIC"/>
  <p:tag name="MH_TYPE" val="SubTitle"/>
  <p:tag name="MH_ORDER" val="3"/>
</p:tagLst>
</file>

<file path=ppt/tags/tag9.xml><?xml version="1.0" encoding="utf-8"?>
<p:tagLst xmlns:a="http://schemas.openxmlformats.org/drawingml/2006/main" xmlns:r="http://schemas.openxmlformats.org/officeDocument/2006/relationships" xmlns:p="http://schemas.openxmlformats.org/presentationml/2006/main">
  <p:tag name="MH" val="20151208213513"/>
  <p:tag name="MH_LIBRARY" val="GRAPHIC"/>
  <p:tag name="MH_TYPE" val="SubTitle"/>
  <p:tag name="MH_ORDER" val="1"/>
</p:tagLst>
</file>

<file path=ppt/tags/tag10.xml><?xml version="1.0" encoding="utf-8"?>
<p:tagLst xmlns:a="http://schemas.openxmlformats.org/drawingml/2006/main" xmlns:r="http://schemas.openxmlformats.org/officeDocument/2006/relationships" xmlns:p="http://schemas.openxmlformats.org/presentationml/2006/main">
  <p:tag name="MH" val="20160408160713"/>
  <p:tag name="MH_LIBRARY" val="GRAPHIC"/>
  <p:tag name="MH_TYPE" val="SubTitle"/>
  <p:tag name="MH_ORDER" val="1"/>
</p:tagLst>
</file>

<file path=ppt/tags/tag11.xml><?xml version="1.0" encoding="utf-8"?>
<p:tagLst xmlns:a="http://schemas.openxmlformats.org/drawingml/2006/main" xmlns:r="http://schemas.openxmlformats.org/officeDocument/2006/relationships" xmlns:p="http://schemas.openxmlformats.org/presentationml/2006/main">
  <p:tag name="MH" val="20160408160713"/>
  <p:tag name="MH_LIBRARY" val="GRAPHIC"/>
  <p:tag name="MH_TYPE" val="SubTitle"/>
  <p:tag name="MH_ORDER" val="1"/>
</p:tagLst>
</file>

<file path=ppt/tags/tag12.xml><?xml version="1.0" encoding="utf-8"?>
<p:tagLst xmlns:a="http://schemas.openxmlformats.org/drawingml/2006/main" xmlns:r="http://schemas.openxmlformats.org/officeDocument/2006/relationships" xmlns:p="http://schemas.openxmlformats.org/presentationml/2006/main">
  <p:tag name="MH" val="20160408160713"/>
  <p:tag name="MH_LIBRARY" val="GRAPHIC"/>
  <p:tag name="MH_TYPE" val="SubTitle"/>
  <p:tag name="MH_ORDER" val="1"/>
</p:tagLst>
</file>

<file path=ppt/tags/tag13.xml><?xml version="1.0" encoding="utf-8"?>
<p:tagLst xmlns:a="http://schemas.openxmlformats.org/drawingml/2006/main" xmlns:r="http://schemas.openxmlformats.org/officeDocument/2006/relationships" xmlns:p="http://schemas.openxmlformats.org/presentationml/2006/main">
  <p:tag name="MH" val="20160408160713"/>
  <p:tag name="MH_LIBRARY" val="GRAPHIC"/>
  <p:tag name="MH_TYPE" val="SubTitl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70815142655"/>
  <p:tag name="MH_LIBRARY" val="GRAPHIC"/>
  <p:tag name="MH_TYPE" val="Other"/>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70815142655"/>
  <p:tag name="MH_LIBRARY" val="GRAPHIC"/>
  <p:tag name="MH_TYPE" val="Other"/>
  <p:tag name="MH_ORDER" val="2"/>
</p:tagLst>
</file>

<file path=ppt/tags/tag16.xml><?xml version="1.0" encoding="utf-8"?>
<p:tagLst xmlns:a="http://schemas.openxmlformats.org/drawingml/2006/main" xmlns:r="http://schemas.openxmlformats.org/officeDocument/2006/relationships" xmlns:p="http://schemas.openxmlformats.org/presentationml/2006/main">
  <p:tag name="MH" val="20170815142655"/>
  <p:tag name="MH_LIBRARY" val="GRAPHIC"/>
  <p:tag name="MH_TYPE" val="Other"/>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MH" val="20170815142655"/>
  <p:tag name="MH_LIBRARY" val="GRAPHIC"/>
  <p:tag name="MH_TYPE" val="Other"/>
  <p:tag name="MH_ORDER" val="4"/>
</p:tagLst>
</file>

<file path=ppt/tags/tag18.xml><?xml version="1.0" encoding="utf-8"?>
<p:tagLst xmlns:a="http://schemas.openxmlformats.org/drawingml/2006/main" xmlns:r="http://schemas.openxmlformats.org/officeDocument/2006/relationships" xmlns:p="http://schemas.openxmlformats.org/presentationml/2006/main">
  <p:tag name="MH" val="20170815142655"/>
  <p:tag name="MH_LIBRARY" val="GRAPHIC"/>
  <p:tag name="MH_TYPE" val="Other"/>
  <p:tag name="MH_ORDER" val="5"/>
</p:tagLst>
</file>

<file path=ppt/tags/tag19.xml><?xml version="1.0" encoding="utf-8"?>
<p:tagLst xmlns:a="http://schemas.openxmlformats.org/drawingml/2006/main" xmlns:r="http://schemas.openxmlformats.org/officeDocument/2006/relationships" xmlns:p="http://schemas.openxmlformats.org/presentationml/2006/main">
  <p:tag name="MH" val="20170815142655"/>
  <p:tag name="MH_LIBRARY" val="GRAPHIC"/>
  <p:tag name="MH_TYPE" val="Other"/>
  <p:tag name="MH_ORDER" val="6"/>
</p:tagLst>
</file>

<file path=ppt/tags/tag20.xml><?xml version="1.0" encoding="utf-8"?>
<p:tagLst xmlns:a="http://schemas.openxmlformats.org/drawingml/2006/main" xmlns:r="http://schemas.openxmlformats.org/officeDocument/2006/relationships" xmlns:p="http://schemas.openxmlformats.org/presentationml/2006/main">
  <p:tag name="MH" val="20170815142655"/>
  <p:tag name="MH_LIBRARY" val="GRAPHIC"/>
  <p:tag name="MH_TYPE" val="Other"/>
  <p:tag name="MH_ORDER" val="7"/>
</p:tagLst>
</file>

<file path=ppt/tags/tag21.xml><?xml version="1.0" encoding="utf-8"?>
<p:tagLst xmlns:a="http://schemas.openxmlformats.org/drawingml/2006/main" xmlns:r="http://schemas.openxmlformats.org/officeDocument/2006/relationships" xmlns:p="http://schemas.openxmlformats.org/presentationml/2006/main">
  <p:tag name="MH" val="20170815142655"/>
  <p:tag name="MH_LIBRARY" val="GRAPHIC"/>
  <p:tag name="MH_TYPE" val="Other"/>
  <p:tag name="MH_ORDER" val="8"/>
</p:tagLst>
</file>

<file path=ppt/tags/tag22.xml><?xml version="1.0" encoding="utf-8"?>
<p:tagLst xmlns:a="http://schemas.openxmlformats.org/drawingml/2006/main" xmlns:r="http://schemas.openxmlformats.org/officeDocument/2006/relationships" xmlns:p="http://schemas.openxmlformats.org/presentationml/2006/main">
  <p:tag name="MH" val="20170815142655"/>
  <p:tag name="MH_LIBRARY" val="GRAPHIC"/>
  <p:tag name="MH_TYPE" val="Other"/>
  <p:tag name="MH_ORDER" val="5"/>
</p:tagLst>
</file>

<file path=ppt/tags/tag23.xml><?xml version="1.0" encoding="utf-8"?>
<p:tagLst xmlns:a="http://schemas.openxmlformats.org/drawingml/2006/main" xmlns:r="http://schemas.openxmlformats.org/officeDocument/2006/relationships" xmlns:p="http://schemas.openxmlformats.org/presentationml/2006/main">
  <p:tag name="MH" val="20170815142655"/>
  <p:tag name="MH_LIBRARY" val="GRAPHIC"/>
  <p:tag name="MH_TYPE" val="Other"/>
  <p:tag name="MH_ORDER" val="6"/>
</p:tagLst>
</file>

<file path=ppt/theme/theme1.xml><?xml version="1.0" encoding="utf-8"?>
<a:theme xmlns:a="http://schemas.openxmlformats.org/drawingml/2006/main" name="Office 主题​​">
  <a:themeElements>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fontScheme name="p1hjsgti">
      <a:majorFont>
        <a:latin typeface="Arial"/>
        <a:ea typeface="幼圆"/>
        <a:cs typeface=""/>
      </a:majorFont>
      <a:minorFont>
        <a:latin typeface="Arial"/>
        <a:ea typeface="幼圆"/>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lIns="0" tIns="0" rIns="0" bIns="0" rtlCol="0">
        <a:spAutoFit/>
      </a:bodyPr>
      <a:lstStyle>
        <a:defPPr>
          <a:defRPr sz="1600" b="1" dirty="0" smtClean="0">
            <a:solidFill>
              <a:schemeClr val="accent6"/>
            </a:solidFill>
            <a:latin typeface="微软雅黑" pitchFamily="34" charset="-122"/>
            <a:ea typeface="微软雅黑" pitchFamily="34" charset="-122"/>
          </a:defRPr>
        </a:defPPr>
      </a:lstStyle>
    </a:txDef>
  </a:objectDefaults>
  <a:extraClrSchemeLst/>
</a:theme>
</file>

<file path=ppt/theme/theme2.xml><?xml version="1.0" encoding="utf-8"?>
<a:theme xmlns:a="http://schemas.openxmlformats.org/drawingml/2006/main" name="自定义设计方案">
  <a:themeElements>
    <a:clrScheme name="Office">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fontScheme name="p1hjsgti">
      <a:majorFont>
        <a:latin typeface="Arial"/>
        <a:ea typeface="幼圆"/>
        <a:cs typeface=""/>
      </a:majorFont>
      <a:minorFont>
        <a:latin typeface="Arial"/>
        <a:ea typeface="幼圆"/>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2.xml><?xml version="1.0" encoding="utf-8"?>
<a:themeOverride xmlns:a="http://schemas.openxmlformats.org/drawingml/2006/main">
  <a:clrScheme name="Office">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3.xml><?xml version="1.0" encoding="utf-8"?>
<a:themeOverride xmlns:a="http://schemas.openxmlformats.org/drawingml/2006/main">
  <a:clrScheme name="Office">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4.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5.xml><?xml version="1.0" encoding="utf-8"?>
<a:themeOverride xmlns:a="http://schemas.openxmlformats.org/drawingml/2006/main">
  <a:clrScheme name="Office">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6.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7.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8.xml><?xml version="1.0" encoding="utf-8"?>
<a:themeOverride xmlns:a="http://schemas.openxmlformats.org/drawingml/2006/main">
  <a:clrScheme name="Office">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9.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10.xml><?xml version="1.0" encoding="utf-8"?>
<a:themeOverride xmlns:a="http://schemas.openxmlformats.org/drawingml/2006/main">
  <a:clrScheme name="Office">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11.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12.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13.xml><?xml version="1.0" encoding="utf-8"?>
<a:themeOverride xmlns:a="http://schemas.openxmlformats.org/drawingml/2006/main">
  <a:clrScheme name="Office">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14.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15.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16.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17.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18.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19.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20.xml><?xml version="1.0" encoding="utf-8"?>
<a:themeOverride xmlns:a="http://schemas.openxmlformats.org/drawingml/2006/main">
  <a:clrScheme name="Office">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21.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22.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23.xml><?xml version="1.0" encoding="utf-8"?>
<a:themeOverride xmlns:a="http://schemas.openxmlformats.org/drawingml/2006/main">
  <a:clrScheme name="Office">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24.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25.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26.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ppt/theme/themeOverride27.xml><?xml version="1.0" encoding="utf-8"?>
<a:themeOverride xmlns:a="http://schemas.openxmlformats.org/drawingml/2006/main">
  <a:clrScheme name="自定义 1">
    <a:dk1>
      <a:srgbClr val="000000"/>
    </a:dk1>
    <a:lt1>
      <a:srgbClr val="FFFFFF"/>
    </a:lt1>
    <a:dk2>
      <a:srgbClr val="C80A2A"/>
    </a:dk2>
    <a:lt2>
      <a:srgbClr val="EEECE1"/>
    </a:lt2>
    <a:accent1>
      <a:srgbClr val="C80A2A"/>
    </a:accent1>
    <a:accent2>
      <a:srgbClr val="108887"/>
    </a:accent2>
    <a:accent3>
      <a:srgbClr val="D87833"/>
    </a:accent3>
    <a:accent4>
      <a:srgbClr val="2297CD"/>
    </a:accent4>
    <a:accent5>
      <a:srgbClr val="C80A2A"/>
    </a:accent5>
    <a:accent6>
      <a:srgbClr val="108887"/>
    </a:accent6>
    <a:hlink>
      <a:srgbClr val="D87833"/>
    </a:hlink>
    <a:folHlink>
      <a:srgbClr val="2297CD"/>
    </a:folHlink>
  </a:clrScheme>
</a:themeOverride>
</file>

<file path=docProps/app.xml><?xml version="1.0" encoding="utf-8"?>
<Properties xmlns="http://schemas.openxmlformats.org/officeDocument/2006/extended-properties" xmlns:vt="http://schemas.openxmlformats.org/officeDocument/2006/docPropsVTypes">
  <TotalTime>14859</TotalTime>
  <Words>2274</Words>
  <Application>Microsoft Office PowerPoint</Application>
  <PresentationFormat>自定义</PresentationFormat>
  <Paragraphs>309</Paragraphs>
  <Slides>28</Slides>
  <Notes>28</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28</vt:i4>
      </vt:variant>
    </vt:vector>
  </HeadingPairs>
  <TitlesOfParts>
    <vt:vector size="36" baseType="lpstr">
      <vt:lpstr>微软雅黑</vt:lpstr>
      <vt:lpstr>幼圆</vt:lpstr>
      <vt:lpstr>Arial</vt:lpstr>
      <vt:lpstr>Calibri</vt:lpstr>
      <vt:lpstr>Century Gothic</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魏强</dc:creator>
  <dc:description>http://www.ypppt.com/</dc:description>
  <cp:lastModifiedBy>强 魏</cp:lastModifiedBy>
  <cp:revision>740</cp:revision>
  <dcterms:created xsi:type="dcterms:W3CDTF">2015-04-24T01:01:13Z</dcterms:created>
  <dcterms:modified xsi:type="dcterms:W3CDTF">2025-12-11T12:46:35Z</dcterms:modified>
</cp:coreProperties>
</file>